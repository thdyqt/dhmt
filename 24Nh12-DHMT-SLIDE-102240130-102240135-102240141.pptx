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60"/>
  </p:notesMasterIdLst>
  <p:sldIdLst>
    <p:sldId id="256" r:id="rId3"/>
    <p:sldId id="258" r:id="rId4"/>
    <p:sldId id="261" r:id="rId5"/>
    <p:sldId id="259" r:id="rId6"/>
    <p:sldId id="298" r:id="rId7"/>
    <p:sldId id="299" r:id="rId8"/>
    <p:sldId id="300" r:id="rId9"/>
    <p:sldId id="264" r:id="rId10"/>
    <p:sldId id="267" r:id="rId11"/>
    <p:sldId id="301" r:id="rId12"/>
    <p:sldId id="302" r:id="rId13"/>
    <p:sldId id="303" r:id="rId14"/>
    <p:sldId id="304" r:id="rId15"/>
    <p:sldId id="305" r:id="rId16"/>
    <p:sldId id="306" r:id="rId17"/>
    <p:sldId id="308" r:id="rId18"/>
    <p:sldId id="307" r:id="rId19"/>
    <p:sldId id="309" r:id="rId20"/>
    <p:sldId id="310" r:id="rId21"/>
    <p:sldId id="311" r:id="rId22"/>
    <p:sldId id="312" r:id="rId23"/>
    <p:sldId id="313" r:id="rId24"/>
    <p:sldId id="260" r:id="rId25"/>
    <p:sldId id="262" r:id="rId26"/>
    <p:sldId id="263" r:id="rId27"/>
    <p:sldId id="265" r:id="rId28"/>
    <p:sldId id="266"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54"/>
    <p:sldId id="293" r:id="rId55"/>
    <p:sldId id="294" r:id="rId56"/>
    <p:sldId id="295" r:id="rId57"/>
    <p:sldId id="296" r:id="rId58"/>
    <p:sldId id="297" r:id="rId59"/>
  </p:sldIdLst>
  <p:sldSz cx="9144000" cy="5143500" type="screen16x9"/>
  <p:notesSz cx="6858000" cy="9144000"/>
  <p:embeddedFontLst>
    <p:embeddedFont>
      <p:font typeface="Amatic SC" panose="00000500000000000000" pitchFamily="2" charset="-79"/>
      <p:regular r:id="rId61"/>
      <p:bold r:id="rId62"/>
    </p:embeddedFont>
    <p:embeddedFont>
      <p:font typeface="Cambria Math" panose="02040503050406030204" pitchFamily="18" charset="0"/>
      <p:regular r:id="rId63"/>
    </p:embeddedFont>
    <p:embeddedFont>
      <p:font typeface="Jost" panose="020B0604020202020204" charset="0"/>
      <p:regular r:id="rId64"/>
      <p:bold r:id="rId65"/>
      <p:italic r:id="rId66"/>
      <p:boldItalic r:id="rId67"/>
    </p:embeddedFont>
    <p:embeddedFont>
      <p:font typeface="Montserrat" panose="00000500000000000000" pitchFamily="2" charset="0"/>
      <p:regular r:id="rId68"/>
      <p:bold r:id="rId69"/>
      <p:italic r:id="rId70"/>
      <p:boldItalic r:id="rId71"/>
    </p:embeddedFont>
    <p:embeddedFont>
      <p:font typeface="Montserrat Bold" panose="00000800000000000000" charset="0"/>
      <p:regular r:id="rId72"/>
    </p:embeddedFont>
    <p:embeddedFont>
      <p:font typeface="Montserrat Medium" panose="00000600000000000000" pitchFamily="2" charset="0"/>
      <p:regular r:id="rId73"/>
      <p:bold r:id="rId74"/>
      <p:italic r:id="rId75"/>
      <p:boldItalic r:id="rId76"/>
    </p:embeddedFont>
    <p:embeddedFont>
      <p:font typeface="Proxima Nova" panose="020B0604020202020204" charset="0"/>
      <p:regular r:id="rId77"/>
      <p:bold r:id="rId78"/>
      <p:italic r:id="rId79"/>
      <p:boldItalic r:id="rId80"/>
    </p:embeddedFont>
    <p:embeddedFont>
      <p:font typeface="Roboto Medium" panose="02000000000000000000" pitchFamily="2" charset="0"/>
      <p:regular r:id="rId81"/>
      <p:bold r:id="rId82"/>
      <p:italic r:id="rId83"/>
      <p:boldItalic r:id="rId84"/>
    </p:embeddedFont>
    <p:embeddedFont>
      <p:font typeface="Tajawal" panose="020B0604020202020204" charset="-78"/>
      <p:regular r:id="rId85"/>
      <p:bold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7F55EF-0EDB-4C6D-BD0A-C09148285010}" v="259" dt="2026-06-08T03:53:37.103"/>
  </p1510:revLst>
</p1510:revInfo>
</file>

<file path=ppt/tableStyles.xml><?xml version="1.0" encoding="utf-8"?>
<a:tblStyleLst xmlns:a="http://schemas.openxmlformats.org/drawingml/2006/main" def="{7AEFDC93-782D-4E4C-A218-EDA5358B997B}">
  <a:tblStyle styleId="{7AEFDC93-782D-4E4C-A218-EDA5358B997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2969" autoAdjust="0"/>
  </p:normalViewPr>
  <p:slideViewPr>
    <p:cSldViewPr snapToGrid="0">
      <p:cViewPr varScale="1">
        <p:scale>
          <a:sx n="103" d="100"/>
          <a:sy n="103" d="100"/>
        </p:scale>
        <p:origin x="905" y="68"/>
      </p:cViewPr>
      <p:guideLst>
        <p:guide orient="horz" pos="1620"/>
        <p:guide pos="2880"/>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font" Target="fonts/font3.fntdata"/><Relationship Id="rId68" Type="http://schemas.openxmlformats.org/officeDocument/2006/relationships/font" Target="fonts/font8.fntdata"/><Relationship Id="rId76" Type="http://schemas.openxmlformats.org/officeDocument/2006/relationships/font" Target="fonts/font16.fntdata"/><Relationship Id="rId84" Type="http://schemas.openxmlformats.org/officeDocument/2006/relationships/font" Target="fonts/font24.fntdata"/><Relationship Id="rId89"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font" Target="fonts/font11.fntdata"/><Relationship Id="rId92"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6.fntdata"/><Relationship Id="rId74" Type="http://schemas.openxmlformats.org/officeDocument/2006/relationships/font" Target="fonts/font14.fntdata"/><Relationship Id="rId79" Type="http://schemas.openxmlformats.org/officeDocument/2006/relationships/font" Target="fonts/font19.fntdata"/><Relationship Id="rId87"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font" Target="fonts/font1.fntdata"/><Relationship Id="rId82" Type="http://schemas.openxmlformats.org/officeDocument/2006/relationships/font" Target="fonts/font22.fntdata"/><Relationship Id="rId90"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4.fntdata"/><Relationship Id="rId69" Type="http://schemas.openxmlformats.org/officeDocument/2006/relationships/font" Target="fonts/font9.fntdata"/><Relationship Id="rId77" Type="http://schemas.openxmlformats.org/officeDocument/2006/relationships/font" Target="fonts/font1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2.fntdata"/><Relationship Id="rId80" Type="http://schemas.openxmlformats.org/officeDocument/2006/relationships/font" Target="fonts/font20.fntdata"/><Relationship Id="rId85" Type="http://schemas.openxmlformats.org/officeDocument/2006/relationships/font" Target="fonts/font2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7.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2.fntdata"/><Relationship Id="rId70" Type="http://schemas.openxmlformats.org/officeDocument/2006/relationships/font" Target="fonts/font10.fntdata"/><Relationship Id="rId75" Type="http://schemas.openxmlformats.org/officeDocument/2006/relationships/font" Target="fonts/font15.fntdata"/><Relationship Id="rId83" Type="http://schemas.openxmlformats.org/officeDocument/2006/relationships/font" Target="fonts/font23.fntdata"/><Relationship Id="rId88" Type="http://schemas.openxmlformats.org/officeDocument/2006/relationships/viewProps" Target="viewProps.xml"/><Relationship Id="rId9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65" Type="http://schemas.openxmlformats.org/officeDocument/2006/relationships/font" Target="fonts/font5.fntdata"/><Relationship Id="rId73" Type="http://schemas.openxmlformats.org/officeDocument/2006/relationships/font" Target="fonts/font13.fntdata"/><Relationship Id="rId78" Type="http://schemas.openxmlformats.org/officeDocument/2006/relationships/font" Target="fonts/font18.fntdata"/><Relationship Id="rId81" Type="http://schemas.openxmlformats.org/officeDocument/2006/relationships/font" Target="fonts/font21.fntdata"/><Relationship Id="rId86" Type="http://schemas.openxmlformats.org/officeDocument/2006/relationships/font" Target="fonts/font26.fntdata"/><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y Phan" userId="4a671f85c7ece164" providerId="LiveId" clId="{A441D81C-AEF8-464D-902E-B6449B34371D}"/>
    <pc:docChg chg="undo redo custSel addSld delSld modSld sldOrd modMainMaster">
      <pc:chgData name="Duy Phan" userId="4a671f85c7ece164" providerId="LiveId" clId="{A441D81C-AEF8-464D-902E-B6449B34371D}" dt="2026-06-08T03:58:51.544" v="6913"/>
      <pc:docMkLst>
        <pc:docMk/>
      </pc:docMkLst>
      <pc:sldChg chg="addSp modSp mod modNotes">
        <pc:chgData name="Duy Phan" userId="4a671f85c7ece164" providerId="LiveId" clId="{A441D81C-AEF8-464D-902E-B6449B34371D}" dt="2026-06-07T03:10:36.465" v="731" actId="113"/>
        <pc:sldMkLst>
          <pc:docMk/>
          <pc:sldMk cId="0" sldId="256"/>
        </pc:sldMkLst>
        <pc:spChg chg="add mod">
          <ac:chgData name="Duy Phan" userId="4a671f85c7ece164" providerId="LiveId" clId="{A441D81C-AEF8-464D-902E-B6449B34371D}" dt="2026-06-07T03:10:27.478" v="730" actId="14100"/>
          <ac:spMkLst>
            <pc:docMk/>
            <pc:sldMk cId="0" sldId="256"/>
            <ac:spMk id="2" creationId="{88E7451B-84AC-51FD-201A-3F7DED00C5C9}"/>
          </ac:spMkLst>
        </pc:spChg>
        <pc:spChg chg="add mod">
          <ac:chgData name="Duy Phan" userId="4a671f85c7ece164" providerId="LiveId" clId="{A441D81C-AEF8-464D-902E-B6449B34371D}" dt="2026-06-07T03:02:49.085" v="384" actId="1076"/>
          <ac:spMkLst>
            <pc:docMk/>
            <pc:sldMk cId="0" sldId="256"/>
            <ac:spMk id="3" creationId="{3F496BDD-1524-F04C-C6CE-C173D16EDAD0}"/>
          </ac:spMkLst>
        </pc:spChg>
        <pc:spChg chg="mod">
          <ac:chgData name="Duy Phan" userId="4a671f85c7ece164" providerId="LiveId" clId="{A441D81C-AEF8-464D-902E-B6449B34371D}" dt="2026-06-07T03:09:34.879" v="717" actId="20577"/>
          <ac:spMkLst>
            <pc:docMk/>
            <pc:sldMk cId="0" sldId="256"/>
            <ac:spMk id="923" creationId="{00000000-0000-0000-0000-000000000000}"/>
          </ac:spMkLst>
        </pc:spChg>
        <pc:spChg chg="mod">
          <ac:chgData name="Duy Phan" userId="4a671f85c7ece164" providerId="LiveId" clId="{A441D81C-AEF8-464D-902E-B6449B34371D}" dt="2026-06-07T03:10:36.465" v="731" actId="113"/>
          <ac:spMkLst>
            <pc:docMk/>
            <pc:sldMk cId="0" sldId="256"/>
            <ac:spMk id="924" creationId="{00000000-0000-0000-0000-000000000000}"/>
          </ac:spMkLst>
        </pc:spChg>
        <pc:grpChg chg="mod">
          <ac:chgData name="Duy Phan" userId="4a671f85c7ece164" providerId="LiveId" clId="{A441D81C-AEF8-464D-902E-B6449B34371D}" dt="2026-06-07T03:10:19.015" v="727" actId="1076"/>
          <ac:grpSpMkLst>
            <pc:docMk/>
            <pc:sldMk cId="0" sldId="256"/>
            <ac:grpSpMk id="926" creationId="{00000000-0000-0000-0000-000000000000}"/>
          </ac:grpSpMkLst>
        </pc:grpChg>
      </pc:sldChg>
      <pc:sldChg chg="del">
        <pc:chgData name="Duy Phan" userId="4a671f85c7ece164" providerId="LiveId" clId="{A441D81C-AEF8-464D-902E-B6449B34371D}" dt="2026-06-07T03:10:44.542" v="732" actId="47"/>
        <pc:sldMkLst>
          <pc:docMk/>
          <pc:sldMk cId="0" sldId="257"/>
        </pc:sldMkLst>
      </pc:sldChg>
      <pc:sldChg chg="addSp delSp modSp mod">
        <pc:chgData name="Duy Phan" userId="4a671f85c7ece164" providerId="LiveId" clId="{A441D81C-AEF8-464D-902E-B6449B34371D}" dt="2026-06-07T03:19:30.826" v="1070" actId="1076"/>
        <pc:sldMkLst>
          <pc:docMk/>
          <pc:sldMk cId="0" sldId="258"/>
        </pc:sldMkLst>
        <pc:spChg chg="add del mod">
          <ac:chgData name="Duy Phan" userId="4a671f85c7ece164" providerId="LiveId" clId="{A441D81C-AEF8-464D-902E-B6449B34371D}" dt="2026-06-07T03:12:40.182" v="751" actId="478"/>
          <ac:spMkLst>
            <pc:docMk/>
            <pc:sldMk cId="0" sldId="258"/>
            <ac:spMk id="5" creationId="{046E7675-0023-04E3-ADC9-6C1C55679F7F}"/>
          </ac:spMkLst>
        </pc:spChg>
        <pc:spChg chg="add del mod">
          <ac:chgData name="Duy Phan" userId="4a671f85c7ece164" providerId="LiveId" clId="{A441D81C-AEF8-464D-902E-B6449B34371D}" dt="2026-06-07T03:12:40.182" v="751" actId="478"/>
          <ac:spMkLst>
            <pc:docMk/>
            <pc:sldMk cId="0" sldId="258"/>
            <ac:spMk id="15" creationId="{869DE0FF-F24B-F1B0-45D6-F8A724E4ABE5}"/>
          </ac:spMkLst>
        </pc:spChg>
        <pc:spChg chg="add del mod">
          <ac:chgData name="Duy Phan" userId="4a671f85c7ece164" providerId="LiveId" clId="{A441D81C-AEF8-464D-902E-B6449B34371D}" dt="2026-06-07T03:12:40.182" v="751" actId="478"/>
          <ac:spMkLst>
            <pc:docMk/>
            <pc:sldMk cId="0" sldId="258"/>
            <ac:spMk id="17" creationId="{164F0E48-AB01-0A88-3248-D997ABAE5995}"/>
          </ac:spMkLst>
        </pc:spChg>
        <pc:spChg chg="add del mod">
          <ac:chgData name="Duy Phan" userId="4a671f85c7ece164" providerId="LiveId" clId="{A441D81C-AEF8-464D-902E-B6449B34371D}" dt="2026-06-07T03:12:40.182" v="751" actId="478"/>
          <ac:spMkLst>
            <pc:docMk/>
            <pc:sldMk cId="0" sldId="258"/>
            <ac:spMk id="21" creationId="{5A6B94FA-7505-5A26-2B2C-651BF1668AA9}"/>
          </ac:spMkLst>
        </pc:spChg>
        <pc:spChg chg="add del mod">
          <ac:chgData name="Duy Phan" userId="4a671f85c7ece164" providerId="LiveId" clId="{A441D81C-AEF8-464D-902E-B6449B34371D}" dt="2026-06-07T03:12:40.182" v="751" actId="478"/>
          <ac:spMkLst>
            <pc:docMk/>
            <pc:sldMk cId="0" sldId="258"/>
            <ac:spMk id="25" creationId="{FCE93639-1C23-0F9E-54FF-2573FD9744B4}"/>
          </ac:spMkLst>
        </pc:spChg>
        <pc:spChg chg="add del">
          <ac:chgData name="Duy Phan" userId="4a671f85c7ece164" providerId="LiveId" clId="{A441D81C-AEF8-464D-902E-B6449B34371D}" dt="2026-06-07T03:14:38.517" v="754" actId="478"/>
          <ac:spMkLst>
            <pc:docMk/>
            <pc:sldMk cId="0" sldId="258"/>
            <ac:spMk id="27" creationId="{20DDFB96-0886-F0AA-35D4-94B0816E2B22}"/>
          </ac:spMkLst>
        </pc:spChg>
        <pc:spChg chg="add del">
          <ac:chgData name="Duy Phan" userId="4a671f85c7ece164" providerId="LiveId" clId="{A441D81C-AEF8-464D-902E-B6449B34371D}" dt="2026-06-07T03:14:38.517" v="754" actId="478"/>
          <ac:spMkLst>
            <pc:docMk/>
            <pc:sldMk cId="0" sldId="258"/>
            <ac:spMk id="29" creationId="{C325D934-5EAE-9616-67A2-D7FB3ACF5BAF}"/>
          </ac:spMkLst>
        </pc:spChg>
        <pc:spChg chg="add del mod">
          <ac:chgData name="Duy Phan" userId="4a671f85c7ece164" providerId="LiveId" clId="{A441D81C-AEF8-464D-902E-B6449B34371D}" dt="2026-06-07T03:14:40.886" v="755" actId="478"/>
          <ac:spMkLst>
            <pc:docMk/>
            <pc:sldMk cId="0" sldId="258"/>
            <ac:spMk id="31" creationId="{5A3B0D0F-1D31-823E-634D-DA42FCB70DA1}"/>
          </ac:spMkLst>
        </pc:spChg>
        <pc:spChg chg="add del mod">
          <ac:chgData name="Duy Phan" userId="4a671f85c7ece164" providerId="LiveId" clId="{A441D81C-AEF8-464D-902E-B6449B34371D}" dt="2026-06-07T03:14:40.886" v="755" actId="478"/>
          <ac:spMkLst>
            <pc:docMk/>
            <pc:sldMk cId="0" sldId="258"/>
            <ac:spMk id="961" creationId="{E420CDCE-DD8B-FEDE-DD14-2958ED049F9D}"/>
          </ac:spMkLst>
        </pc:spChg>
        <pc:spChg chg="add del">
          <ac:chgData name="Duy Phan" userId="4a671f85c7ece164" providerId="LiveId" clId="{A441D81C-AEF8-464D-902E-B6449B34371D}" dt="2026-06-07T03:14:38.517" v="754" actId="478"/>
          <ac:spMkLst>
            <pc:docMk/>
            <pc:sldMk cId="0" sldId="258"/>
            <ac:spMk id="963" creationId="{E1F3BAD6-63D2-F035-D4F8-0CB9649A56A0}"/>
          </ac:spMkLst>
        </pc:spChg>
        <pc:spChg chg="add del">
          <ac:chgData name="Duy Phan" userId="4a671f85c7ece164" providerId="LiveId" clId="{A441D81C-AEF8-464D-902E-B6449B34371D}" dt="2026-06-07T03:14:38.517" v="754" actId="478"/>
          <ac:spMkLst>
            <pc:docMk/>
            <pc:sldMk cId="0" sldId="258"/>
            <ac:spMk id="965" creationId="{4777B77A-5BF7-8A6F-14BF-3C0E8FA8D83A}"/>
          </ac:spMkLst>
        </pc:spChg>
        <pc:spChg chg="add del">
          <ac:chgData name="Duy Phan" userId="4a671f85c7ece164" providerId="LiveId" clId="{A441D81C-AEF8-464D-902E-B6449B34371D}" dt="2026-06-07T03:14:38.517" v="754" actId="478"/>
          <ac:spMkLst>
            <pc:docMk/>
            <pc:sldMk cId="0" sldId="258"/>
            <ac:spMk id="967" creationId="{CB4BAAC5-BFB1-24FD-0998-098A0C6C9551}"/>
          </ac:spMkLst>
        </pc:spChg>
        <pc:spChg chg="add del mod">
          <ac:chgData name="Duy Phan" userId="4a671f85c7ece164" providerId="LiveId" clId="{A441D81C-AEF8-464D-902E-B6449B34371D}" dt="2026-06-07T03:14:40.886" v="755" actId="478"/>
          <ac:spMkLst>
            <pc:docMk/>
            <pc:sldMk cId="0" sldId="258"/>
            <ac:spMk id="969" creationId="{9DCB3512-DF01-D292-893E-6B4FBF3C6291}"/>
          </ac:spMkLst>
        </pc:spChg>
        <pc:spChg chg="add del mod">
          <ac:chgData name="Duy Phan" userId="4a671f85c7ece164" providerId="LiveId" clId="{A441D81C-AEF8-464D-902E-B6449B34371D}" dt="2026-06-07T03:14:40.886" v="755" actId="478"/>
          <ac:spMkLst>
            <pc:docMk/>
            <pc:sldMk cId="0" sldId="258"/>
            <ac:spMk id="973" creationId="{BF2C0EAD-942A-C387-54BE-A2EA0773AD5A}"/>
          </ac:spMkLst>
        </pc:spChg>
        <pc:spChg chg="add del mod">
          <ac:chgData name="Duy Phan" userId="4a671f85c7ece164" providerId="LiveId" clId="{A441D81C-AEF8-464D-902E-B6449B34371D}" dt="2026-06-07T03:14:40.886" v="755" actId="478"/>
          <ac:spMkLst>
            <pc:docMk/>
            <pc:sldMk cId="0" sldId="258"/>
            <ac:spMk id="975" creationId="{8E7205B1-D432-B3AB-EBD5-D7606385D4D5}"/>
          </ac:spMkLst>
        </pc:spChg>
        <pc:spChg chg="add del mod">
          <ac:chgData name="Duy Phan" userId="4a671f85c7ece164" providerId="LiveId" clId="{A441D81C-AEF8-464D-902E-B6449B34371D}" dt="2026-06-07T03:15:08.264" v="759" actId="478"/>
          <ac:spMkLst>
            <pc:docMk/>
            <pc:sldMk cId="0" sldId="258"/>
            <ac:spMk id="980" creationId="{86F8DC2F-C0A8-A9A0-5487-990C22F0D0C3}"/>
          </ac:spMkLst>
        </pc:spChg>
        <pc:spChg chg="add del mod">
          <ac:chgData name="Duy Phan" userId="4a671f85c7ece164" providerId="LiveId" clId="{A441D81C-AEF8-464D-902E-B6449B34371D}" dt="2026-06-07T03:15:08.264" v="759" actId="478"/>
          <ac:spMkLst>
            <pc:docMk/>
            <pc:sldMk cId="0" sldId="258"/>
            <ac:spMk id="982" creationId="{0A052843-89A5-005D-8DB2-4CF26EADCCA7}"/>
          </ac:spMkLst>
        </pc:spChg>
        <pc:spChg chg="mod">
          <ac:chgData name="Duy Phan" userId="4a671f85c7ece164" providerId="LiveId" clId="{A441D81C-AEF8-464D-902E-B6449B34371D}" dt="2026-06-07T03:10:52.719" v="749" actId="20577"/>
          <ac:spMkLst>
            <pc:docMk/>
            <pc:sldMk cId="0" sldId="258"/>
            <ac:spMk id="984" creationId="{00000000-0000-0000-0000-000000000000}"/>
          </ac:spMkLst>
        </pc:spChg>
        <pc:spChg chg="mod">
          <ac:chgData name="Duy Phan" userId="4a671f85c7ece164" providerId="LiveId" clId="{A441D81C-AEF8-464D-902E-B6449B34371D}" dt="2026-06-07T03:19:30.826" v="1070" actId="1076"/>
          <ac:spMkLst>
            <pc:docMk/>
            <pc:sldMk cId="0" sldId="258"/>
            <ac:spMk id="985" creationId="{00000000-0000-0000-0000-000000000000}"/>
          </ac:spMkLst>
        </pc:spChg>
        <pc:spChg chg="add del mod">
          <ac:chgData name="Duy Phan" userId="4a671f85c7ece164" providerId="LiveId" clId="{A441D81C-AEF8-464D-902E-B6449B34371D}" dt="2026-06-07T03:16:03.042" v="803" actId="1076"/>
          <ac:spMkLst>
            <pc:docMk/>
            <pc:sldMk cId="0" sldId="258"/>
            <ac:spMk id="986" creationId="{00000000-0000-0000-0000-000000000000}"/>
          </ac:spMkLst>
        </pc:spChg>
        <pc:spChg chg="add del mod">
          <ac:chgData name="Duy Phan" userId="4a671f85c7ece164" providerId="LiveId" clId="{A441D81C-AEF8-464D-902E-B6449B34371D}" dt="2026-06-07T03:15:45.929" v="798" actId="478"/>
          <ac:spMkLst>
            <pc:docMk/>
            <pc:sldMk cId="0" sldId="258"/>
            <ac:spMk id="987" creationId="{00000000-0000-0000-0000-000000000000}"/>
          </ac:spMkLst>
        </pc:spChg>
        <pc:spChg chg="del">
          <ac:chgData name="Duy Phan" userId="4a671f85c7ece164" providerId="LiveId" clId="{A441D81C-AEF8-464D-902E-B6449B34371D}" dt="2026-06-07T03:15:06.492" v="758" actId="478"/>
          <ac:spMkLst>
            <pc:docMk/>
            <pc:sldMk cId="0" sldId="258"/>
            <ac:spMk id="988" creationId="{00000000-0000-0000-0000-000000000000}"/>
          </ac:spMkLst>
        </pc:spChg>
        <pc:spChg chg="add del">
          <ac:chgData name="Duy Phan" userId="4a671f85c7ece164" providerId="LiveId" clId="{A441D81C-AEF8-464D-902E-B6449B34371D}" dt="2026-06-07T03:15:06.492" v="758" actId="478"/>
          <ac:spMkLst>
            <pc:docMk/>
            <pc:sldMk cId="0" sldId="258"/>
            <ac:spMk id="989" creationId="{00000000-0000-0000-0000-000000000000}"/>
          </ac:spMkLst>
        </pc:spChg>
        <pc:spChg chg="del">
          <ac:chgData name="Duy Phan" userId="4a671f85c7ece164" providerId="LiveId" clId="{A441D81C-AEF8-464D-902E-B6449B34371D}" dt="2026-06-07T03:15:06.492" v="758" actId="478"/>
          <ac:spMkLst>
            <pc:docMk/>
            <pc:sldMk cId="0" sldId="258"/>
            <ac:spMk id="990" creationId="{00000000-0000-0000-0000-000000000000}"/>
          </ac:spMkLst>
        </pc:spChg>
        <pc:spChg chg="add del mod">
          <ac:chgData name="Duy Phan" userId="4a671f85c7ece164" providerId="LiveId" clId="{A441D81C-AEF8-464D-902E-B6449B34371D}" dt="2026-06-07T03:19:30.826" v="1070" actId="1076"/>
          <ac:spMkLst>
            <pc:docMk/>
            <pc:sldMk cId="0" sldId="258"/>
            <ac:spMk id="1011" creationId="{00000000-0000-0000-0000-000000000000}"/>
          </ac:spMkLst>
        </pc:spChg>
        <pc:spChg chg="add del mod">
          <ac:chgData name="Duy Phan" userId="4a671f85c7ece164" providerId="LiveId" clId="{A441D81C-AEF8-464D-902E-B6449B34371D}" dt="2026-06-07T03:19:20.535" v="1067" actId="478"/>
          <ac:spMkLst>
            <pc:docMk/>
            <pc:sldMk cId="0" sldId="258"/>
            <ac:spMk id="1012" creationId="{00000000-0000-0000-0000-000000000000}"/>
          </ac:spMkLst>
        </pc:spChg>
        <pc:spChg chg="add del mod">
          <ac:chgData name="Duy Phan" userId="4a671f85c7ece164" providerId="LiveId" clId="{A441D81C-AEF8-464D-902E-B6449B34371D}" dt="2026-06-07T03:19:20.535" v="1067" actId="478"/>
          <ac:spMkLst>
            <pc:docMk/>
            <pc:sldMk cId="0" sldId="258"/>
            <ac:spMk id="1013" creationId="{00000000-0000-0000-0000-000000000000}"/>
          </ac:spMkLst>
        </pc:spChg>
        <pc:spChg chg="add del">
          <ac:chgData name="Duy Phan" userId="4a671f85c7ece164" providerId="LiveId" clId="{A441D81C-AEF8-464D-902E-B6449B34371D}" dt="2026-06-07T03:15:06.492" v="758" actId="478"/>
          <ac:spMkLst>
            <pc:docMk/>
            <pc:sldMk cId="0" sldId="258"/>
            <ac:spMk id="1014" creationId="{00000000-0000-0000-0000-000000000000}"/>
          </ac:spMkLst>
        </pc:spChg>
        <pc:spChg chg="del">
          <ac:chgData name="Duy Phan" userId="4a671f85c7ece164" providerId="LiveId" clId="{A441D81C-AEF8-464D-902E-B6449B34371D}" dt="2026-06-07T03:15:06.492" v="758" actId="478"/>
          <ac:spMkLst>
            <pc:docMk/>
            <pc:sldMk cId="0" sldId="258"/>
            <ac:spMk id="1015" creationId="{00000000-0000-0000-0000-000000000000}"/>
          </ac:spMkLst>
        </pc:spChg>
        <pc:spChg chg="mod">
          <ac:chgData name="Duy Phan" userId="4a671f85c7ece164" providerId="LiveId" clId="{A441D81C-AEF8-464D-902E-B6449B34371D}" dt="2026-06-07T03:16:08.073" v="806" actId="1076"/>
          <ac:spMkLst>
            <pc:docMk/>
            <pc:sldMk cId="0" sldId="258"/>
            <ac:spMk id="1025" creationId="{00000000-0000-0000-0000-000000000000}"/>
          </ac:spMkLst>
        </pc:spChg>
        <pc:spChg chg="del mod">
          <ac:chgData name="Duy Phan" userId="4a671f85c7ece164" providerId="LiveId" clId="{A441D81C-AEF8-464D-902E-B6449B34371D}" dt="2026-06-07T03:15:28.667" v="765" actId="478"/>
          <ac:spMkLst>
            <pc:docMk/>
            <pc:sldMk cId="0" sldId="258"/>
            <ac:spMk id="1027" creationId="{00000000-0000-0000-0000-000000000000}"/>
          </ac:spMkLst>
        </pc:spChg>
        <pc:spChg chg="del">
          <ac:chgData name="Duy Phan" userId="4a671f85c7ece164" providerId="LiveId" clId="{A441D81C-AEF8-464D-902E-B6449B34371D}" dt="2026-06-07T03:15:08.264" v="759" actId="478"/>
          <ac:spMkLst>
            <pc:docMk/>
            <pc:sldMk cId="0" sldId="258"/>
            <ac:spMk id="1033" creationId="{2DADD565-3C27-3F6C-28FD-57832604D594}"/>
          </ac:spMkLst>
        </pc:spChg>
        <pc:spChg chg="add del mod">
          <ac:chgData name="Duy Phan" userId="4a671f85c7ece164" providerId="LiveId" clId="{A441D81C-AEF8-464D-902E-B6449B34371D}" dt="2026-06-07T03:15:08.264" v="759" actId="478"/>
          <ac:spMkLst>
            <pc:docMk/>
            <pc:sldMk cId="0" sldId="258"/>
            <ac:spMk id="1035" creationId="{24429635-7C70-CB65-938A-707E0CF1C3A8}"/>
          </ac:spMkLst>
        </pc:spChg>
        <pc:spChg chg="add del mod">
          <ac:chgData name="Duy Phan" userId="4a671f85c7ece164" providerId="LiveId" clId="{A441D81C-AEF8-464D-902E-B6449B34371D}" dt="2026-06-07T03:15:08.264" v="759" actId="478"/>
          <ac:spMkLst>
            <pc:docMk/>
            <pc:sldMk cId="0" sldId="258"/>
            <ac:spMk id="1037" creationId="{CCB0DD32-3611-4A85-9134-D83311999C80}"/>
          </ac:spMkLst>
        </pc:spChg>
        <pc:spChg chg="add del mod">
          <ac:chgData name="Duy Phan" userId="4a671f85c7ece164" providerId="LiveId" clId="{A441D81C-AEF8-464D-902E-B6449B34371D}" dt="2026-06-07T03:15:08.264" v="759" actId="478"/>
          <ac:spMkLst>
            <pc:docMk/>
            <pc:sldMk cId="0" sldId="258"/>
            <ac:spMk id="1039" creationId="{8858BFC2-2008-0DDD-3B57-A7ABDEBC1F70}"/>
          </ac:spMkLst>
        </pc:spChg>
        <pc:spChg chg="add del mod">
          <ac:chgData name="Duy Phan" userId="4a671f85c7ece164" providerId="LiveId" clId="{A441D81C-AEF8-464D-902E-B6449B34371D}" dt="2026-06-07T03:15:52.271" v="799" actId="478"/>
          <ac:spMkLst>
            <pc:docMk/>
            <pc:sldMk cId="0" sldId="258"/>
            <ac:spMk id="1041" creationId="{130334BF-FECC-DFDC-428D-A10B16271FC5}"/>
          </ac:spMkLst>
        </pc:spChg>
        <pc:spChg chg="add mod">
          <ac:chgData name="Duy Phan" userId="4a671f85c7ece164" providerId="LiveId" clId="{A441D81C-AEF8-464D-902E-B6449B34371D}" dt="2026-06-07T03:16:54.815" v="856" actId="1076"/>
          <ac:spMkLst>
            <pc:docMk/>
            <pc:sldMk cId="0" sldId="258"/>
            <ac:spMk id="1043" creationId="{0B415B78-EAAC-C929-1148-A0476AD3DC05}"/>
          </ac:spMkLst>
        </pc:spChg>
        <pc:spChg chg="add mod">
          <ac:chgData name="Duy Phan" userId="4a671f85c7ece164" providerId="LiveId" clId="{A441D81C-AEF8-464D-902E-B6449B34371D}" dt="2026-06-07T03:19:30.826" v="1070" actId="1076"/>
          <ac:spMkLst>
            <pc:docMk/>
            <pc:sldMk cId="0" sldId="258"/>
            <ac:spMk id="1044" creationId="{274496B1-4277-8C10-E45A-7F3A3835AA3A}"/>
          </ac:spMkLst>
        </pc:spChg>
        <pc:spChg chg="add mod">
          <ac:chgData name="Duy Phan" userId="4a671f85c7ece164" providerId="LiveId" clId="{A441D81C-AEF8-464D-902E-B6449B34371D}" dt="2026-06-07T03:19:30.826" v="1070" actId="1076"/>
          <ac:spMkLst>
            <pc:docMk/>
            <pc:sldMk cId="0" sldId="258"/>
            <ac:spMk id="1045" creationId="{DF6971A0-A1E9-0F55-917D-337AD4A7F7DF}"/>
          </ac:spMkLst>
        </pc:spChg>
        <pc:spChg chg="add mod">
          <ac:chgData name="Duy Phan" userId="4a671f85c7ece164" providerId="LiveId" clId="{A441D81C-AEF8-464D-902E-B6449B34371D}" dt="2026-06-07T03:17:19.721" v="861" actId="1076"/>
          <ac:spMkLst>
            <pc:docMk/>
            <pc:sldMk cId="0" sldId="258"/>
            <ac:spMk id="1046" creationId="{094EDEBF-1B32-6DA5-7A5C-3FF31FD78297}"/>
          </ac:spMkLst>
        </pc:spChg>
        <pc:spChg chg="add mod">
          <ac:chgData name="Duy Phan" userId="4a671f85c7ece164" providerId="LiveId" clId="{A441D81C-AEF8-464D-902E-B6449B34371D}" dt="2026-06-07T03:17:21.974" v="862"/>
          <ac:spMkLst>
            <pc:docMk/>
            <pc:sldMk cId="0" sldId="258"/>
            <ac:spMk id="1047" creationId="{29081E27-017A-510A-7277-4656922A02D7}"/>
          </ac:spMkLst>
        </pc:spChg>
        <pc:spChg chg="add mod">
          <ac:chgData name="Duy Phan" userId="4a671f85c7ece164" providerId="LiveId" clId="{A441D81C-AEF8-464D-902E-B6449B34371D}" dt="2026-06-07T03:17:33.098" v="866"/>
          <ac:spMkLst>
            <pc:docMk/>
            <pc:sldMk cId="0" sldId="258"/>
            <ac:spMk id="1048" creationId="{FC6A38CF-70CA-4A73-7D5D-F2C447BBEE3E}"/>
          </ac:spMkLst>
        </pc:spChg>
        <pc:spChg chg="add mod">
          <ac:chgData name="Duy Phan" userId="4a671f85c7ece164" providerId="LiveId" clId="{A441D81C-AEF8-464D-902E-B6449B34371D}" dt="2026-06-07T03:19:30.826" v="1070" actId="1076"/>
          <ac:spMkLst>
            <pc:docMk/>
            <pc:sldMk cId="0" sldId="258"/>
            <ac:spMk id="1049" creationId="{4F9E34A8-C194-FA37-3FFE-EC13AE16E3DD}"/>
          </ac:spMkLst>
        </pc:spChg>
        <pc:spChg chg="add mod">
          <ac:chgData name="Duy Phan" userId="4a671f85c7ece164" providerId="LiveId" clId="{A441D81C-AEF8-464D-902E-B6449B34371D}" dt="2026-06-07T03:19:30.826" v="1070" actId="1076"/>
          <ac:spMkLst>
            <pc:docMk/>
            <pc:sldMk cId="0" sldId="258"/>
            <ac:spMk id="1050" creationId="{27D34426-108B-5332-08FB-A5351AE5D73E}"/>
          </ac:spMkLst>
        </pc:spChg>
        <pc:spChg chg="add mod">
          <ac:chgData name="Duy Phan" userId="4a671f85c7ece164" providerId="LiveId" clId="{A441D81C-AEF8-464D-902E-B6449B34371D}" dt="2026-06-07T03:19:30.826" v="1070" actId="1076"/>
          <ac:spMkLst>
            <pc:docMk/>
            <pc:sldMk cId="0" sldId="258"/>
            <ac:spMk id="1051" creationId="{8CD73502-F18E-DC4F-88B9-90FA9D0045D5}"/>
          </ac:spMkLst>
        </pc:spChg>
        <pc:spChg chg="add mod">
          <ac:chgData name="Duy Phan" userId="4a671f85c7ece164" providerId="LiveId" clId="{A441D81C-AEF8-464D-902E-B6449B34371D}" dt="2026-06-07T03:19:30.826" v="1070" actId="1076"/>
          <ac:spMkLst>
            <pc:docMk/>
            <pc:sldMk cId="0" sldId="258"/>
            <ac:spMk id="1052" creationId="{A8773934-9794-FF72-90DE-C76D6351978B}"/>
          </ac:spMkLst>
        </pc:spChg>
        <pc:spChg chg="add mod">
          <ac:chgData name="Duy Phan" userId="4a671f85c7ece164" providerId="LiveId" clId="{A441D81C-AEF8-464D-902E-B6449B34371D}" dt="2026-06-07T03:18:38.852" v="1019" actId="1076"/>
          <ac:spMkLst>
            <pc:docMk/>
            <pc:sldMk cId="0" sldId="258"/>
            <ac:spMk id="1053" creationId="{20E0B5A1-66D5-F453-DF74-B34C98105C37}"/>
          </ac:spMkLst>
        </pc:spChg>
        <pc:spChg chg="add mod">
          <ac:chgData name="Duy Phan" userId="4a671f85c7ece164" providerId="LiveId" clId="{A441D81C-AEF8-464D-902E-B6449B34371D}" dt="2026-06-07T03:19:30.826" v="1070" actId="1076"/>
          <ac:spMkLst>
            <pc:docMk/>
            <pc:sldMk cId="0" sldId="258"/>
            <ac:spMk id="1054" creationId="{53DB717C-9C07-2CA3-790A-15801E86148D}"/>
          </ac:spMkLst>
        </pc:spChg>
        <pc:spChg chg="add mod">
          <ac:chgData name="Duy Phan" userId="4a671f85c7ece164" providerId="LiveId" clId="{A441D81C-AEF8-464D-902E-B6449B34371D}" dt="2026-06-07T03:19:30.826" v="1070" actId="1076"/>
          <ac:spMkLst>
            <pc:docMk/>
            <pc:sldMk cId="0" sldId="258"/>
            <ac:spMk id="1055" creationId="{C3B5F6BA-D148-DDCE-3DB8-AA8D9D59BD01}"/>
          </ac:spMkLst>
        </pc:spChg>
        <pc:spChg chg="add del mod">
          <ac:chgData name="Duy Phan" userId="4a671f85c7ece164" providerId="LiveId" clId="{A441D81C-AEF8-464D-902E-B6449B34371D}" dt="2026-06-07T03:19:19.290" v="1066" actId="478"/>
          <ac:spMkLst>
            <pc:docMk/>
            <pc:sldMk cId="0" sldId="258"/>
            <ac:spMk id="1057" creationId="{0BBB9D13-ECE7-4429-22AF-8E2878E2036B}"/>
          </ac:spMkLst>
        </pc:spChg>
        <pc:spChg chg="add del mod">
          <ac:chgData name="Duy Phan" userId="4a671f85c7ece164" providerId="LiveId" clId="{A441D81C-AEF8-464D-902E-B6449B34371D}" dt="2026-06-07T03:19:19.290" v="1066" actId="478"/>
          <ac:spMkLst>
            <pc:docMk/>
            <pc:sldMk cId="0" sldId="258"/>
            <ac:spMk id="1059" creationId="{CC75A55D-9517-6179-3765-50940F7A7865}"/>
          </ac:spMkLst>
        </pc:spChg>
        <pc:spChg chg="add del mod">
          <ac:chgData name="Duy Phan" userId="4a671f85c7ece164" providerId="LiveId" clId="{A441D81C-AEF8-464D-902E-B6449B34371D}" dt="2026-06-07T03:19:23.139" v="1068" actId="478"/>
          <ac:spMkLst>
            <pc:docMk/>
            <pc:sldMk cId="0" sldId="258"/>
            <ac:spMk id="1061" creationId="{E20D3599-BD97-8B48-ED30-9E8BD6301B90}"/>
          </ac:spMkLst>
        </pc:spChg>
        <pc:spChg chg="add del mod">
          <ac:chgData name="Duy Phan" userId="4a671f85c7ece164" providerId="LiveId" clId="{A441D81C-AEF8-464D-902E-B6449B34371D}" dt="2026-06-07T03:19:24.169" v="1069" actId="478"/>
          <ac:spMkLst>
            <pc:docMk/>
            <pc:sldMk cId="0" sldId="258"/>
            <ac:spMk id="1063" creationId="{E5508958-5B9B-2C64-14B4-A9F6A034429C}"/>
          </ac:spMkLst>
        </pc:spChg>
        <pc:grpChg chg="mod">
          <ac:chgData name="Duy Phan" userId="4a671f85c7ece164" providerId="LiveId" clId="{A441D81C-AEF8-464D-902E-B6449B34371D}" dt="2026-06-07T03:15:23.595" v="763" actId="14100"/>
          <ac:grpSpMkLst>
            <pc:docMk/>
            <pc:sldMk cId="0" sldId="258"/>
            <ac:grpSpMk id="1023" creationId="{00000000-0000-0000-0000-000000000000}"/>
          </ac:grpSpMkLst>
        </pc:grpChg>
        <pc:cxnChg chg="mod">
          <ac:chgData name="Duy Phan" userId="4a671f85c7ece164" providerId="LiveId" clId="{A441D81C-AEF8-464D-902E-B6449B34371D}" dt="2026-06-07T03:14:53.714" v="757" actId="14100"/>
          <ac:cxnSpMkLst>
            <pc:docMk/>
            <pc:sldMk cId="0" sldId="258"/>
            <ac:cxnSpMk id="1020" creationId="{00000000-0000-0000-0000-000000000000}"/>
          </ac:cxnSpMkLst>
        </pc:cxnChg>
        <pc:cxnChg chg="mod">
          <ac:chgData name="Duy Phan" userId="4a671f85c7ece164" providerId="LiveId" clId="{A441D81C-AEF8-464D-902E-B6449B34371D}" dt="2026-06-07T03:16:08.073" v="806" actId="1076"/>
          <ac:cxnSpMkLst>
            <pc:docMk/>
            <pc:sldMk cId="0" sldId="258"/>
            <ac:cxnSpMk id="1024" creationId="{00000000-0000-0000-0000-000000000000}"/>
          </ac:cxnSpMkLst>
        </pc:cxnChg>
      </pc:sldChg>
      <pc:sldChg chg="addSp delSp modSp mod">
        <pc:chgData name="Duy Phan" userId="4a671f85c7ece164" providerId="LiveId" clId="{A441D81C-AEF8-464D-902E-B6449B34371D}" dt="2026-06-08T02:58:27.288" v="5784" actId="1076"/>
        <pc:sldMkLst>
          <pc:docMk/>
          <pc:sldMk cId="0" sldId="259"/>
        </pc:sldMkLst>
        <pc:spChg chg="add mod">
          <ac:chgData name="Duy Phan" userId="4a671f85c7ece164" providerId="LiveId" clId="{A441D81C-AEF8-464D-902E-B6449B34371D}" dt="2026-06-07T03:22:22.779" v="1114"/>
          <ac:spMkLst>
            <pc:docMk/>
            <pc:sldMk cId="0" sldId="259"/>
            <ac:spMk id="2" creationId="{2ECDE7FA-AA50-107B-52C1-ED93491DB7D8}"/>
          </ac:spMkLst>
        </pc:spChg>
        <pc:spChg chg="add mod">
          <ac:chgData name="Duy Phan" userId="4a671f85c7ece164" providerId="LiveId" clId="{A441D81C-AEF8-464D-902E-B6449B34371D}" dt="2026-06-08T02:58:27.288" v="5784" actId="1076"/>
          <ac:spMkLst>
            <pc:docMk/>
            <pc:sldMk cId="0" sldId="259"/>
            <ac:spMk id="5" creationId="{98B8EB03-34AE-BB25-C24D-E4537FDD4A60}"/>
          </ac:spMkLst>
        </pc:spChg>
        <pc:spChg chg="add del mod">
          <ac:chgData name="Duy Phan" userId="4a671f85c7ece164" providerId="LiveId" clId="{A441D81C-AEF8-464D-902E-B6449B34371D}" dt="2026-06-07T03:26:42.376" v="1289" actId="478"/>
          <ac:spMkLst>
            <pc:docMk/>
            <pc:sldMk cId="0" sldId="259"/>
            <ac:spMk id="7" creationId="{98248AAD-C5A6-F753-2E03-6630493A79C1}"/>
          </ac:spMkLst>
        </pc:spChg>
        <pc:spChg chg="add del mod">
          <ac:chgData name="Duy Phan" userId="4a671f85c7ece164" providerId="LiveId" clId="{A441D81C-AEF8-464D-902E-B6449B34371D}" dt="2026-06-07T03:26:42.376" v="1289" actId="478"/>
          <ac:spMkLst>
            <pc:docMk/>
            <pc:sldMk cId="0" sldId="259"/>
            <ac:spMk id="9" creationId="{B4EA99B9-F8E5-A57C-AA04-22F128AC9206}"/>
          </ac:spMkLst>
        </pc:spChg>
        <pc:spChg chg="add del mod">
          <ac:chgData name="Duy Phan" userId="4a671f85c7ece164" providerId="LiveId" clId="{A441D81C-AEF8-464D-902E-B6449B34371D}" dt="2026-06-07T03:26:42.376" v="1289" actId="478"/>
          <ac:spMkLst>
            <pc:docMk/>
            <pc:sldMk cId="0" sldId="259"/>
            <ac:spMk id="11" creationId="{0D03A790-F0B3-6BC2-C364-51B3D4BCE3D0}"/>
          </ac:spMkLst>
        </pc:spChg>
        <pc:spChg chg="add del mod">
          <ac:chgData name="Duy Phan" userId="4a671f85c7ece164" providerId="LiveId" clId="{A441D81C-AEF8-464D-902E-B6449B34371D}" dt="2026-06-07T03:26:42.376" v="1289" actId="478"/>
          <ac:spMkLst>
            <pc:docMk/>
            <pc:sldMk cId="0" sldId="259"/>
            <ac:spMk id="13" creationId="{B0888FA5-7781-C45C-CD17-4D9690F4725F}"/>
          </ac:spMkLst>
        </pc:spChg>
        <pc:spChg chg="add mod">
          <ac:chgData name="Duy Phan" userId="4a671f85c7ece164" providerId="LiveId" clId="{A441D81C-AEF8-464D-902E-B6449B34371D}" dt="2026-06-07T03:36:00.597" v="1749" actId="14100"/>
          <ac:spMkLst>
            <pc:docMk/>
            <pc:sldMk cId="0" sldId="259"/>
            <ac:spMk id="14" creationId="{D2FAD1AA-090F-E04E-AC82-30E14B197F7F}"/>
          </ac:spMkLst>
        </pc:spChg>
        <pc:spChg chg="add mod">
          <ac:chgData name="Duy Phan" userId="4a671f85c7ece164" providerId="LiveId" clId="{A441D81C-AEF8-464D-902E-B6449B34371D}" dt="2026-06-07T03:39:00.136" v="1982" actId="1076"/>
          <ac:spMkLst>
            <pc:docMk/>
            <pc:sldMk cId="0" sldId="259"/>
            <ac:spMk id="18" creationId="{C2166FB8-1B19-C38B-69FC-5EAAAA994FC8}"/>
          </ac:spMkLst>
        </pc:spChg>
        <pc:spChg chg="add mod">
          <ac:chgData name="Duy Phan" userId="4a671f85c7ece164" providerId="LiveId" clId="{A441D81C-AEF8-464D-902E-B6449B34371D}" dt="2026-06-07T03:38:23.380" v="1971" actId="242"/>
          <ac:spMkLst>
            <pc:docMk/>
            <pc:sldMk cId="0" sldId="259"/>
            <ac:spMk id="19" creationId="{6D07F87A-7222-D1B5-50C0-D2192CAE529B}"/>
          </ac:spMkLst>
        </pc:spChg>
        <pc:spChg chg="add mod">
          <ac:chgData name="Duy Phan" userId="4a671f85c7ece164" providerId="LiveId" clId="{A441D81C-AEF8-464D-902E-B6449B34371D}" dt="2026-06-07T03:38:23.380" v="1971" actId="242"/>
          <ac:spMkLst>
            <pc:docMk/>
            <pc:sldMk cId="0" sldId="259"/>
            <ac:spMk id="20" creationId="{3FB833F5-4C62-1853-ADA8-BFCA02534781}"/>
          </ac:spMkLst>
        </pc:spChg>
        <pc:spChg chg="add mod">
          <ac:chgData name="Duy Phan" userId="4a671f85c7ece164" providerId="LiveId" clId="{A441D81C-AEF8-464D-902E-B6449B34371D}" dt="2026-06-07T03:36:34.765" v="1758" actId="208"/>
          <ac:spMkLst>
            <pc:docMk/>
            <pc:sldMk cId="0" sldId="259"/>
            <ac:spMk id="21" creationId="{212655B9-5E3F-A3BA-83C9-604F95B5C63C}"/>
          </ac:spMkLst>
        </pc:spChg>
        <pc:spChg chg="add mod">
          <ac:chgData name="Duy Phan" userId="4a671f85c7ece164" providerId="LiveId" clId="{A441D81C-AEF8-464D-902E-B6449B34371D}" dt="2026-06-07T03:39:15.193" v="1984" actId="20577"/>
          <ac:spMkLst>
            <pc:docMk/>
            <pc:sldMk cId="0" sldId="259"/>
            <ac:spMk id="22" creationId="{D822D1B6-B57D-6D91-685C-C0DD8B459907}"/>
          </ac:spMkLst>
        </pc:spChg>
        <pc:spChg chg="add mod">
          <ac:chgData name="Duy Phan" userId="4a671f85c7ece164" providerId="LiveId" clId="{A441D81C-AEF8-464D-902E-B6449B34371D}" dt="2026-06-07T03:44:35.706" v="2038" actId="1076"/>
          <ac:spMkLst>
            <pc:docMk/>
            <pc:sldMk cId="0" sldId="259"/>
            <ac:spMk id="23" creationId="{7D09DD21-CE10-881E-3B68-3B9BCB40E47D}"/>
          </ac:spMkLst>
        </pc:spChg>
        <pc:spChg chg="del">
          <ac:chgData name="Duy Phan" userId="4a671f85c7ece164" providerId="LiveId" clId="{A441D81C-AEF8-464D-902E-B6449B34371D}" dt="2026-06-07T03:26:39.984" v="1288" actId="478"/>
          <ac:spMkLst>
            <pc:docMk/>
            <pc:sldMk cId="0" sldId="259"/>
            <ac:spMk id="1037" creationId="{00000000-0000-0000-0000-000000000000}"/>
          </ac:spMkLst>
        </pc:spChg>
        <pc:spChg chg="del">
          <ac:chgData name="Duy Phan" userId="4a671f85c7ece164" providerId="LiveId" clId="{A441D81C-AEF8-464D-902E-B6449B34371D}" dt="2026-06-07T03:26:39.984" v="1288" actId="478"/>
          <ac:spMkLst>
            <pc:docMk/>
            <pc:sldMk cId="0" sldId="259"/>
            <ac:spMk id="1038" creationId="{00000000-0000-0000-0000-000000000000}"/>
          </ac:spMkLst>
        </pc:spChg>
        <pc:spChg chg="mod">
          <ac:chgData name="Duy Phan" userId="4a671f85c7ece164" providerId="LiveId" clId="{A441D81C-AEF8-464D-902E-B6449B34371D}" dt="2026-06-07T03:38:35.230" v="1976" actId="1076"/>
          <ac:spMkLst>
            <pc:docMk/>
            <pc:sldMk cId="0" sldId="259"/>
            <ac:spMk id="1039" creationId="{00000000-0000-0000-0000-000000000000}"/>
          </ac:spMkLst>
        </pc:spChg>
        <pc:spChg chg="mod ord">
          <ac:chgData name="Duy Phan" userId="4a671f85c7ece164" providerId="LiveId" clId="{A441D81C-AEF8-464D-902E-B6449B34371D}" dt="2026-06-07T03:38:13.467" v="1970" actId="1076"/>
          <ac:spMkLst>
            <pc:docMk/>
            <pc:sldMk cId="0" sldId="259"/>
            <ac:spMk id="1040" creationId="{00000000-0000-0000-0000-000000000000}"/>
          </ac:spMkLst>
        </pc:spChg>
        <pc:spChg chg="mod">
          <ac:chgData name="Duy Phan" userId="4a671f85c7ece164" providerId="LiveId" clId="{A441D81C-AEF8-464D-902E-B6449B34371D}" dt="2026-06-07T03:39:00.136" v="1982" actId="1076"/>
          <ac:spMkLst>
            <pc:docMk/>
            <pc:sldMk cId="0" sldId="259"/>
            <ac:spMk id="1041" creationId="{00000000-0000-0000-0000-000000000000}"/>
          </ac:spMkLst>
        </pc:spChg>
        <pc:spChg chg="mod">
          <ac:chgData name="Duy Phan" userId="4a671f85c7ece164" providerId="LiveId" clId="{A441D81C-AEF8-464D-902E-B6449B34371D}" dt="2026-06-07T03:38:23.380" v="1971" actId="242"/>
          <ac:spMkLst>
            <pc:docMk/>
            <pc:sldMk cId="0" sldId="259"/>
            <ac:spMk id="1044" creationId="{00000000-0000-0000-0000-000000000000}"/>
          </ac:spMkLst>
        </pc:spChg>
        <pc:spChg chg="del">
          <ac:chgData name="Duy Phan" userId="4a671f85c7ece164" providerId="LiveId" clId="{A441D81C-AEF8-464D-902E-B6449B34371D}" dt="2026-06-07T03:26:33.923" v="1285" actId="478"/>
          <ac:spMkLst>
            <pc:docMk/>
            <pc:sldMk cId="0" sldId="259"/>
            <ac:spMk id="1048" creationId="{00000000-0000-0000-0000-000000000000}"/>
          </ac:spMkLst>
        </pc:spChg>
        <pc:spChg chg="del">
          <ac:chgData name="Duy Phan" userId="4a671f85c7ece164" providerId="LiveId" clId="{A441D81C-AEF8-464D-902E-B6449B34371D}" dt="2026-06-07T03:26:36.155" v="1287" actId="478"/>
          <ac:spMkLst>
            <pc:docMk/>
            <pc:sldMk cId="0" sldId="259"/>
            <ac:spMk id="1053" creationId="{00000000-0000-0000-0000-000000000000}"/>
          </ac:spMkLst>
        </pc:spChg>
        <pc:spChg chg="del">
          <ac:chgData name="Duy Phan" userId="4a671f85c7ece164" providerId="LiveId" clId="{A441D81C-AEF8-464D-902E-B6449B34371D}" dt="2026-06-07T03:26:39.984" v="1288" actId="478"/>
          <ac:spMkLst>
            <pc:docMk/>
            <pc:sldMk cId="0" sldId="259"/>
            <ac:spMk id="1054" creationId="{00000000-0000-0000-0000-000000000000}"/>
          </ac:spMkLst>
        </pc:spChg>
        <pc:spChg chg="del">
          <ac:chgData name="Duy Phan" userId="4a671f85c7ece164" providerId="LiveId" clId="{A441D81C-AEF8-464D-902E-B6449B34371D}" dt="2026-06-07T03:26:39.984" v="1288" actId="478"/>
          <ac:spMkLst>
            <pc:docMk/>
            <pc:sldMk cId="0" sldId="259"/>
            <ac:spMk id="1055" creationId="{00000000-0000-0000-0000-000000000000}"/>
          </ac:spMkLst>
        </pc:spChg>
        <pc:spChg chg="mod">
          <ac:chgData name="Duy Phan" userId="4a671f85c7ece164" providerId="LiveId" clId="{A441D81C-AEF8-464D-902E-B6449B34371D}" dt="2026-06-07T03:38:23.380" v="1971" actId="242"/>
          <ac:spMkLst>
            <pc:docMk/>
            <pc:sldMk cId="0" sldId="259"/>
            <ac:spMk id="1059" creationId="{00000000-0000-0000-0000-000000000000}"/>
          </ac:spMkLst>
        </pc:spChg>
        <pc:spChg chg="mod">
          <ac:chgData name="Duy Phan" userId="4a671f85c7ece164" providerId="LiveId" clId="{A441D81C-AEF8-464D-902E-B6449B34371D}" dt="2026-06-07T03:38:23.380" v="1971" actId="242"/>
          <ac:spMkLst>
            <pc:docMk/>
            <pc:sldMk cId="0" sldId="259"/>
            <ac:spMk id="1064" creationId="{00000000-0000-0000-0000-000000000000}"/>
          </ac:spMkLst>
        </pc:spChg>
        <pc:spChg chg="mod">
          <ac:chgData name="Duy Phan" userId="4a671f85c7ece164" providerId="LiveId" clId="{A441D81C-AEF8-464D-902E-B6449B34371D}" dt="2026-06-07T03:38:23.380" v="1971" actId="242"/>
          <ac:spMkLst>
            <pc:docMk/>
            <pc:sldMk cId="0" sldId="259"/>
            <ac:spMk id="1066" creationId="{00000000-0000-0000-0000-000000000000}"/>
          </ac:spMkLst>
        </pc:spChg>
        <pc:spChg chg="mod">
          <ac:chgData name="Duy Phan" userId="4a671f85c7ece164" providerId="LiveId" clId="{A441D81C-AEF8-464D-902E-B6449B34371D}" dt="2026-06-07T03:38:23.380" v="1971" actId="242"/>
          <ac:spMkLst>
            <pc:docMk/>
            <pc:sldMk cId="0" sldId="259"/>
            <ac:spMk id="1068" creationId="{00000000-0000-0000-0000-000000000000}"/>
          </ac:spMkLst>
        </pc:spChg>
        <pc:grpChg chg="del">
          <ac:chgData name="Duy Phan" userId="4a671f85c7ece164" providerId="LiveId" clId="{A441D81C-AEF8-464D-902E-B6449B34371D}" dt="2026-06-07T03:26:35.555" v="1286" actId="478"/>
          <ac:grpSpMkLst>
            <pc:docMk/>
            <pc:sldMk cId="0" sldId="259"/>
            <ac:grpSpMk id="1049" creationId="{00000000-0000-0000-0000-000000000000}"/>
          </ac:grpSpMkLst>
        </pc:grpChg>
        <pc:grpChg chg="mod">
          <ac:chgData name="Duy Phan" userId="4a671f85c7ece164" providerId="LiveId" clId="{A441D81C-AEF8-464D-902E-B6449B34371D}" dt="2026-06-07T03:36:11.305" v="1752" actId="1076"/>
          <ac:grpSpMkLst>
            <pc:docMk/>
            <pc:sldMk cId="0" sldId="259"/>
            <ac:grpSpMk id="1056" creationId="{00000000-0000-0000-0000-000000000000}"/>
          </ac:grpSpMkLst>
        </pc:grpChg>
        <pc:grpChg chg="mod">
          <ac:chgData name="Duy Phan" userId="4a671f85c7ece164" providerId="LiveId" clId="{A441D81C-AEF8-464D-902E-B6449B34371D}" dt="2026-06-07T03:26:24.454" v="1284" actId="1076"/>
          <ac:grpSpMkLst>
            <pc:docMk/>
            <pc:sldMk cId="0" sldId="259"/>
            <ac:grpSpMk id="1061" creationId="{00000000-0000-0000-0000-000000000000}"/>
          </ac:grpSpMkLst>
        </pc:grpChg>
        <pc:picChg chg="add del mod">
          <ac:chgData name="Duy Phan" userId="4a671f85c7ece164" providerId="LiveId" clId="{A441D81C-AEF8-464D-902E-B6449B34371D}" dt="2026-06-07T03:44:18.713" v="2032" actId="478"/>
          <ac:picMkLst>
            <pc:docMk/>
            <pc:sldMk cId="0" sldId="259"/>
            <ac:picMk id="4" creationId="{24C857F3-E841-443B-E0CD-61C8CA08A354}"/>
          </ac:picMkLst>
        </pc:picChg>
        <pc:picChg chg="add mod ord">
          <ac:chgData name="Duy Phan" userId="4a671f85c7ece164" providerId="LiveId" clId="{A441D81C-AEF8-464D-902E-B6449B34371D}" dt="2026-06-07T03:38:44.274" v="1979" actId="1076"/>
          <ac:picMkLst>
            <pc:docMk/>
            <pc:sldMk cId="0" sldId="259"/>
            <ac:picMk id="16" creationId="{06C0A9A5-8F61-0581-1607-EE2CD992640C}"/>
          </ac:picMkLst>
        </pc:picChg>
        <pc:picChg chg="add mod">
          <ac:chgData name="Duy Phan" userId="4a671f85c7ece164" providerId="LiveId" clId="{A441D81C-AEF8-464D-902E-B6449B34371D}" dt="2026-06-07T03:35:50.402" v="1748" actId="1076"/>
          <ac:picMkLst>
            <pc:docMk/>
            <pc:sldMk cId="0" sldId="259"/>
            <ac:picMk id="17" creationId="{13DEFB42-981A-802F-11A6-9825244D90AB}"/>
          </ac:picMkLst>
        </pc:picChg>
      </pc:sldChg>
      <pc:sldChg chg="addSp delSp modSp mod ord modNotes">
        <pc:chgData name="Duy Phan" userId="4a671f85c7ece164" providerId="LiveId" clId="{A441D81C-AEF8-464D-902E-B6449B34371D}" dt="2026-06-07T03:25:30.664" v="1212" actId="1076"/>
        <pc:sldMkLst>
          <pc:docMk/>
          <pc:sldMk cId="0" sldId="261"/>
        </pc:sldMkLst>
        <pc:spChg chg="add del mod">
          <ac:chgData name="Duy Phan" userId="4a671f85c7ece164" providerId="LiveId" clId="{A441D81C-AEF8-464D-902E-B6449B34371D}" dt="2026-06-07T03:23:22.495" v="1203" actId="478"/>
          <ac:spMkLst>
            <pc:docMk/>
            <pc:sldMk cId="0" sldId="261"/>
            <ac:spMk id="3" creationId="{B0D98121-87D6-F571-0064-80419BD59072}"/>
          </ac:spMkLst>
        </pc:spChg>
        <pc:spChg chg="add del mod">
          <ac:chgData name="Duy Phan" userId="4a671f85c7ece164" providerId="LiveId" clId="{A441D81C-AEF8-464D-902E-B6449B34371D}" dt="2026-06-07T03:25:18.006" v="1209" actId="478"/>
          <ac:spMkLst>
            <pc:docMk/>
            <pc:sldMk cId="0" sldId="261"/>
            <ac:spMk id="5" creationId="{5039897B-9E94-244B-8D53-5C82BCA56216}"/>
          </ac:spMkLst>
        </pc:spChg>
        <pc:spChg chg="mod">
          <ac:chgData name="Duy Phan" userId="4a671f85c7ece164" providerId="LiveId" clId="{A441D81C-AEF8-464D-902E-B6449B34371D}" dt="2026-06-07T03:25:30.664" v="1212" actId="1076"/>
          <ac:spMkLst>
            <pc:docMk/>
            <pc:sldMk cId="0" sldId="261"/>
            <ac:spMk id="1112" creationId="{00000000-0000-0000-0000-000000000000}"/>
          </ac:spMkLst>
        </pc:spChg>
        <pc:spChg chg="mod">
          <ac:chgData name="Duy Phan" userId="4a671f85c7ece164" providerId="LiveId" clId="{A441D81C-AEF8-464D-902E-B6449B34371D}" dt="2026-06-07T03:25:30.664" v="1212" actId="1076"/>
          <ac:spMkLst>
            <pc:docMk/>
            <pc:sldMk cId="0" sldId="261"/>
            <ac:spMk id="1113" creationId="{00000000-0000-0000-0000-000000000000}"/>
          </ac:spMkLst>
        </pc:spChg>
        <pc:spChg chg="add del">
          <ac:chgData name="Duy Phan" userId="4a671f85c7ece164" providerId="LiveId" clId="{A441D81C-AEF8-464D-902E-B6449B34371D}" dt="2026-06-07T03:23:56.708" v="1204" actId="478"/>
          <ac:spMkLst>
            <pc:docMk/>
            <pc:sldMk cId="0" sldId="261"/>
            <ac:spMk id="1114" creationId="{00000000-0000-0000-0000-000000000000}"/>
          </ac:spMkLst>
        </pc:spChg>
        <pc:grpChg chg="mod">
          <ac:chgData name="Duy Phan" userId="4a671f85c7ece164" providerId="LiveId" clId="{A441D81C-AEF8-464D-902E-B6449B34371D}" dt="2026-06-07T03:25:30.664" v="1212" actId="1076"/>
          <ac:grpSpMkLst>
            <pc:docMk/>
            <pc:sldMk cId="0" sldId="261"/>
            <ac:grpSpMk id="1115" creationId="{00000000-0000-0000-0000-000000000000}"/>
          </ac:grpSpMkLst>
        </pc:grpChg>
      </pc:sldChg>
      <pc:sldChg chg="addSp modSp mod ord">
        <pc:chgData name="Duy Phan" userId="4a671f85c7ece164" providerId="LiveId" clId="{A441D81C-AEF8-464D-902E-B6449B34371D}" dt="2026-06-07T05:41:08.124" v="3952" actId="1076"/>
        <pc:sldMkLst>
          <pc:docMk/>
          <pc:sldMk cId="0" sldId="264"/>
        </pc:sldMkLst>
        <pc:spChg chg="add mod">
          <ac:chgData name="Duy Phan" userId="4a671f85c7ece164" providerId="LiveId" clId="{A441D81C-AEF8-464D-902E-B6449B34371D}" dt="2026-06-07T05:26:04.004" v="3355" actId="1076"/>
          <ac:spMkLst>
            <pc:docMk/>
            <pc:sldMk cId="0" sldId="264"/>
            <ac:spMk id="2" creationId="{2869B929-C354-C8AA-BB53-775E598FAEB4}"/>
          </ac:spMkLst>
        </pc:spChg>
        <pc:spChg chg="add mod">
          <ac:chgData name="Duy Phan" userId="4a671f85c7ece164" providerId="LiveId" clId="{A441D81C-AEF8-464D-902E-B6449B34371D}" dt="2026-06-07T05:41:08.124" v="3952" actId="1076"/>
          <ac:spMkLst>
            <pc:docMk/>
            <pc:sldMk cId="0" sldId="264"/>
            <ac:spMk id="3" creationId="{F806ECFC-6B24-7C49-2F7F-FE8B332BAC5B}"/>
          </ac:spMkLst>
        </pc:spChg>
        <pc:spChg chg="add mod">
          <ac:chgData name="Duy Phan" userId="4a671f85c7ece164" providerId="LiveId" clId="{A441D81C-AEF8-464D-902E-B6449B34371D}" dt="2026-06-07T05:08:35.067" v="3113"/>
          <ac:spMkLst>
            <pc:docMk/>
            <pc:sldMk cId="0" sldId="264"/>
            <ac:spMk id="4" creationId="{BFAF35CE-CF0F-4299-7A60-33FD07CEA2E5}"/>
          </ac:spMkLst>
        </pc:spChg>
        <pc:spChg chg="add mod">
          <ac:chgData name="Duy Phan" userId="4a671f85c7ece164" providerId="LiveId" clId="{A441D81C-AEF8-464D-902E-B6449B34371D}" dt="2026-06-07T05:09:22.313" v="3121" actId="122"/>
          <ac:spMkLst>
            <pc:docMk/>
            <pc:sldMk cId="0" sldId="264"/>
            <ac:spMk id="5" creationId="{5EC022F1-C87F-FB6C-E6F3-262CE55CB92D}"/>
          </ac:spMkLst>
        </pc:spChg>
        <pc:spChg chg="mod">
          <ac:chgData name="Duy Phan" userId="4a671f85c7ece164" providerId="LiveId" clId="{A441D81C-AEF8-464D-902E-B6449B34371D}" dt="2026-06-07T05:25:57.264" v="3353" actId="1076"/>
          <ac:spMkLst>
            <pc:docMk/>
            <pc:sldMk cId="0" sldId="264"/>
            <ac:spMk id="1252" creationId="{00000000-0000-0000-0000-000000000000}"/>
          </ac:spMkLst>
        </pc:spChg>
        <pc:grpChg chg="mod">
          <ac:chgData name="Duy Phan" userId="4a671f85c7ece164" providerId="LiveId" clId="{A441D81C-AEF8-464D-902E-B6449B34371D}" dt="2026-06-07T04:54:39.154" v="2490" actId="1076"/>
          <ac:grpSpMkLst>
            <pc:docMk/>
            <pc:sldMk cId="0" sldId="264"/>
            <ac:grpSpMk id="1254" creationId="{00000000-0000-0000-0000-000000000000}"/>
          </ac:grpSpMkLst>
        </pc:grpChg>
        <pc:graphicFrameChg chg="mod modGraphic">
          <ac:chgData name="Duy Phan" userId="4a671f85c7ece164" providerId="LiveId" clId="{A441D81C-AEF8-464D-902E-B6449B34371D}" dt="2026-06-07T05:08:24.949" v="3112" actId="14100"/>
          <ac:graphicFrameMkLst>
            <pc:docMk/>
            <pc:sldMk cId="0" sldId="264"/>
            <ac:graphicFrameMk id="1253" creationId="{00000000-0000-0000-0000-000000000000}"/>
          </ac:graphicFrameMkLst>
        </pc:graphicFrameChg>
      </pc:sldChg>
      <pc:sldChg chg="addSp delSp modSp mod ord modNotes">
        <pc:chgData name="Duy Phan" userId="4a671f85c7ece164" providerId="LiveId" clId="{A441D81C-AEF8-464D-902E-B6449B34371D}" dt="2026-06-08T03:05:17.153" v="5858" actId="1076"/>
        <pc:sldMkLst>
          <pc:docMk/>
          <pc:sldMk cId="0" sldId="267"/>
        </pc:sldMkLst>
        <pc:spChg chg="add mod">
          <ac:chgData name="Duy Phan" userId="4a671f85c7ece164" providerId="LiveId" clId="{A441D81C-AEF8-464D-902E-B6449B34371D}" dt="2026-06-08T03:05:17.153" v="5858" actId="1076"/>
          <ac:spMkLst>
            <pc:docMk/>
            <pc:sldMk cId="0" sldId="267"/>
            <ac:spMk id="2" creationId="{71C4EEE5-22FB-4A2E-AFAA-067DBA70E5C9}"/>
          </ac:spMkLst>
        </pc:spChg>
        <pc:spChg chg="add mod">
          <ac:chgData name="Duy Phan" userId="4a671f85c7ece164" providerId="LiveId" clId="{A441D81C-AEF8-464D-902E-B6449B34371D}" dt="2026-06-07T05:28:39.199" v="3373" actId="1076"/>
          <ac:spMkLst>
            <pc:docMk/>
            <pc:sldMk cId="0" sldId="267"/>
            <ac:spMk id="4" creationId="{17B2570A-2D39-2535-76EF-EC2BF5CFB93B}"/>
          </ac:spMkLst>
        </pc:spChg>
        <pc:spChg chg="add mod">
          <ac:chgData name="Duy Phan" userId="4a671f85c7ece164" providerId="LiveId" clId="{A441D81C-AEF8-464D-902E-B6449B34371D}" dt="2026-06-07T05:28:39.536" v="3374"/>
          <ac:spMkLst>
            <pc:docMk/>
            <pc:sldMk cId="0" sldId="267"/>
            <ac:spMk id="5" creationId="{8849A0D0-AE06-74E7-D7DA-B6ACBF16BE8A}"/>
          </ac:spMkLst>
        </pc:spChg>
        <pc:spChg chg="add mod">
          <ac:chgData name="Duy Phan" userId="4a671f85c7ece164" providerId="LiveId" clId="{A441D81C-AEF8-464D-902E-B6449B34371D}" dt="2026-06-07T05:28:39.199" v="3373" actId="1076"/>
          <ac:spMkLst>
            <pc:docMk/>
            <pc:sldMk cId="0" sldId="267"/>
            <ac:spMk id="6" creationId="{013983FB-7221-8AA9-5780-F0F659474CAC}"/>
          </ac:spMkLst>
        </pc:spChg>
        <pc:spChg chg="add mod">
          <ac:chgData name="Duy Phan" userId="4a671f85c7ece164" providerId="LiveId" clId="{A441D81C-AEF8-464D-902E-B6449B34371D}" dt="2026-06-07T06:11:40.284" v="4455" actId="14100"/>
          <ac:spMkLst>
            <pc:docMk/>
            <pc:sldMk cId="0" sldId="267"/>
            <ac:spMk id="8" creationId="{BD9E7B9C-F58A-7FC2-F448-35D41A57F165}"/>
          </ac:spMkLst>
        </pc:spChg>
        <pc:spChg chg="add mod">
          <ac:chgData name="Duy Phan" userId="4a671f85c7ece164" providerId="LiveId" clId="{A441D81C-AEF8-464D-902E-B6449B34371D}" dt="2026-06-07T06:10:53.546" v="4381" actId="1076"/>
          <ac:spMkLst>
            <pc:docMk/>
            <pc:sldMk cId="0" sldId="267"/>
            <ac:spMk id="9" creationId="{E99B9757-0531-A413-9325-E23B3FE8C640}"/>
          </ac:spMkLst>
        </pc:spChg>
        <pc:spChg chg="add del mod">
          <ac:chgData name="Duy Phan" userId="4a671f85c7ece164" providerId="LiveId" clId="{A441D81C-AEF8-464D-902E-B6449B34371D}" dt="2026-06-07T06:03:30.123" v="4150" actId="478"/>
          <ac:spMkLst>
            <pc:docMk/>
            <pc:sldMk cId="0" sldId="267"/>
            <ac:spMk id="10" creationId="{25D9D799-04EF-65C0-9E50-DF7ABD1A77AE}"/>
          </ac:spMkLst>
        </pc:spChg>
        <pc:spChg chg="add del mod">
          <ac:chgData name="Duy Phan" userId="4a671f85c7ece164" providerId="LiveId" clId="{A441D81C-AEF8-464D-902E-B6449B34371D}" dt="2026-06-07T06:03:34.479" v="4152" actId="478"/>
          <ac:spMkLst>
            <pc:docMk/>
            <pc:sldMk cId="0" sldId="267"/>
            <ac:spMk id="11" creationId="{683E3DB6-A63E-91A0-874D-5BAD36AEE750}"/>
          </ac:spMkLst>
        </pc:spChg>
        <pc:spChg chg="add mod">
          <ac:chgData name="Duy Phan" userId="4a671f85c7ece164" providerId="LiveId" clId="{A441D81C-AEF8-464D-902E-B6449B34371D}" dt="2026-06-07T06:06:27.268" v="4205" actId="14100"/>
          <ac:spMkLst>
            <pc:docMk/>
            <pc:sldMk cId="0" sldId="267"/>
            <ac:spMk id="12" creationId="{C4147AD3-FEB9-73E0-34C6-11729915D869}"/>
          </ac:spMkLst>
        </pc:spChg>
        <pc:spChg chg="add del mod">
          <ac:chgData name="Duy Phan" userId="4a671f85c7ece164" providerId="LiveId" clId="{A441D81C-AEF8-464D-902E-B6449B34371D}" dt="2026-06-07T06:03:25.783" v="4149" actId="478"/>
          <ac:spMkLst>
            <pc:docMk/>
            <pc:sldMk cId="0" sldId="267"/>
            <ac:spMk id="13" creationId="{5D2732EB-ABAD-19D7-B7FA-17B261016F31}"/>
          </ac:spMkLst>
        </pc:spChg>
        <pc:spChg chg="add del mod">
          <ac:chgData name="Duy Phan" userId="4a671f85c7ece164" providerId="LiveId" clId="{A441D81C-AEF8-464D-902E-B6449B34371D}" dt="2026-06-07T06:03:22.074" v="4147" actId="478"/>
          <ac:spMkLst>
            <pc:docMk/>
            <pc:sldMk cId="0" sldId="267"/>
            <ac:spMk id="14" creationId="{305D392D-CCAC-6978-6CDF-4BBBBECC919E}"/>
          </ac:spMkLst>
        </pc:spChg>
        <pc:spChg chg="add del mod">
          <ac:chgData name="Duy Phan" userId="4a671f85c7ece164" providerId="LiveId" clId="{A441D81C-AEF8-464D-902E-B6449B34371D}" dt="2026-06-07T06:03:14.163" v="4145" actId="478"/>
          <ac:spMkLst>
            <pc:docMk/>
            <pc:sldMk cId="0" sldId="267"/>
            <ac:spMk id="15" creationId="{B007D2F5-6E5C-01F5-4250-80886A6BBADA}"/>
          </ac:spMkLst>
        </pc:spChg>
        <pc:spChg chg="add del mod">
          <ac:chgData name="Duy Phan" userId="4a671f85c7ece164" providerId="LiveId" clId="{A441D81C-AEF8-464D-902E-B6449B34371D}" dt="2026-06-07T06:03:14.163" v="4145" actId="478"/>
          <ac:spMkLst>
            <pc:docMk/>
            <pc:sldMk cId="0" sldId="267"/>
            <ac:spMk id="16" creationId="{95936D40-6D25-DA1F-30E3-B54B8FE04100}"/>
          </ac:spMkLst>
        </pc:spChg>
        <pc:spChg chg="add del mod">
          <ac:chgData name="Duy Phan" userId="4a671f85c7ece164" providerId="LiveId" clId="{A441D81C-AEF8-464D-902E-B6449B34371D}" dt="2026-06-07T06:03:17.043" v="4146" actId="478"/>
          <ac:spMkLst>
            <pc:docMk/>
            <pc:sldMk cId="0" sldId="267"/>
            <ac:spMk id="17" creationId="{0BD9FAA6-E2B7-4E86-35A9-EC126CBDFDF9}"/>
          </ac:spMkLst>
        </pc:spChg>
        <pc:spChg chg="add del mod">
          <ac:chgData name="Duy Phan" userId="4a671f85c7ece164" providerId="LiveId" clId="{A441D81C-AEF8-464D-902E-B6449B34371D}" dt="2026-06-07T06:03:14.163" v="4145" actId="478"/>
          <ac:spMkLst>
            <pc:docMk/>
            <pc:sldMk cId="0" sldId="267"/>
            <ac:spMk id="18" creationId="{E76C3C40-5AA5-9EB5-C1FC-BFB8D14953CA}"/>
          </ac:spMkLst>
        </pc:spChg>
        <pc:spChg chg="add del mod">
          <ac:chgData name="Duy Phan" userId="4a671f85c7ece164" providerId="LiveId" clId="{A441D81C-AEF8-464D-902E-B6449B34371D}" dt="2026-06-07T05:55:20.854" v="4142" actId="478"/>
          <ac:spMkLst>
            <pc:docMk/>
            <pc:sldMk cId="0" sldId="267"/>
            <ac:spMk id="19" creationId="{9C2D4569-5132-094F-3BF2-D3E906E25FD1}"/>
          </ac:spMkLst>
        </pc:spChg>
        <pc:spChg chg="add mod">
          <ac:chgData name="Duy Phan" userId="4a671f85c7ece164" providerId="LiveId" clId="{A441D81C-AEF8-464D-902E-B6449B34371D}" dt="2026-06-07T05:36:55.761" v="3698"/>
          <ac:spMkLst>
            <pc:docMk/>
            <pc:sldMk cId="0" sldId="267"/>
            <ac:spMk id="20" creationId="{5AF10157-3EC2-B215-89FB-E14904A3E0EC}"/>
          </ac:spMkLst>
        </pc:spChg>
        <pc:spChg chg="add mod">
          <ac:chgData name="Duy Phan" userId="4a671f85c7ece164" providerId="LiveId" clId="{A441D81C-AEF8-464D-902E-B6449B34371D}" dt="2026-06-07T05:36:55.761" v="3698"/>
          <ac:spMkLst>
            <pc:docMk/>
            <pc:sldMk cId="0" sldId="267"/>
            <ac:spMk id="21" creationId="{0ED36FCE-07A4-88BE-1608-B677FEA4E2DE}"/>
          </ac:spMkLst>
        </pc:spChg>
        <pc:spChg chg="add mod">
          <ac:chgData name="Duy Phan" userId="4a671f85c7ece164" providerId="LiveId" clId="{A441D81C-AEF8-464D-902E-B6449B34371D}" dt="2026-06-07T05:36:55.761" v="3698"/>
          <ac:spMkLst>
            <pc:docMk/>
            <pc:sldMk cId="0" sldId="267"/>
            <ac:spMk id="22" creationId="{E14C4DD5-D7B7-8D94-08F8-9FB705778B32}"/>
          </ac:spMkLst>
        </pc:spChg>
        <pc:spChg chg="add mod">
          <ac:chgData name="Duy Phan" userId="4a671f85c7ece164" providerId="LiveId" clId="{A441D81C-AEF8-464D-902E-B6449B34371D}" dt="2026-06-07T05:36:55.761" v="3698"/>
          <ac:spMkLst>
            <pc:docMk/>
            <pc:sldMk cId="0" sldId="267"/>
            <ac:spMk id="23" creationId="{01A0476A-44EB-EA7B-4A45-E406C7AEE018}"/>
          </ac:spMkLst>
        </pc:spChg>
        <pc:spChg chg="add mod">
          <ac:chgData name="Duy Phan" userId="4a671f85c7ece164" providerId="LiveId" clId="{A441D81C-AEF8-464D-902E-B6449B34371D}" dt="2026-06-07T05:36:55.761" v="3698"/>
          <ac:spMkLst>
            <pc:docMk/>
            <pc:sldMk cId="0" sldId="267"/>
            <ac:spMk id="24" creationId="{928ABF9C-AA7D-F86A-FCCB-B424146BDDC0}"/>
          </ac:spMkLst>
        </pc:spChg>
        <pc:spChg chg="add mod">
          <ac:chgData name="Duy Phan" userId="4a671f85c7ece164" providerId="LiveId" clId="{A441D81C-AEF8-464D-902E-B6449B34371D}" dt="2026-06-07T05:36:58.717" v="3699"/>
          <ac:spMkLst>
            <pc:docMk/>
            <pc:sldMk cId="0" sldId="267"/>
            <ac:spMk id="25" creationId="{9F9052B4-97EE-2B7E-0EA4-037ED89CFE5D}"/>
          </ac:spMkLst>
        </pc:spChg>
        <pc:spChg chg="add mod">
          <ac:chgData name="Duy Phan" userId="4a671f85c7ece164" providerId="LiveId" clId="{A441D81C-AEF8-464D-902E-B6449B34371D}" dt="2026-06-07T05:36:58.717" v="3699"/>
          <ac:spMkLst>
            <pc:docMk/>
            <pc:sldMk cId="0" sldId="267"/>
            <ac:spMk id="26" creationId="{BD607DE8-F989-2D11-7A9C-9260F013906A}"/>
          </ac:spMkLst>
        </pc:spChg>
        <pc:spChg chg="add mod">
          <ac:chgData name="Duy Phan" userId="4a671f85c7ece164" providerId="LiveId" clId="{A441D81C-AEF8-464D-902E-B6449B34371D}" dt="2026-06-07T05:36:58.717" v="3699"/>
          <ac:spMkLst>
            <pc:docMk/>
            <pc:sldMk cId="0" sldId="267"/>
            <ac:spMk id="27" creationId="{CAE8BDC6-4423-5389-EE40-CAA4BED66BED}"/>
          </ac:spMkLst>
        </pc:spChg>
        <pc:spChg chg="add mod">
          <ac:chgData name="Duy Phan" userId="4a671f85c7ece164" providerId="LiveId" clId="{A441D81C-AEF8-464D-902E-B6449B34371D}" dt="2026-06-07T05:36:58.717" v="3699"/>
          <ac:spMkLst>
            <pc:docMk/>
            <pc:sldMk cId="0" sldId="267"/>
            <ac:spMk id="28" creationId="{4789CA5D-84A1-0D61-8572-89F557327BB6}"/>
          </ac:spMkLst>
        </pc:spChg>
        <pc:spChg chg="add mod">
          <ac:chgData name="Duy Phan" userId="4a671f85c7ece164" providerId="LiveId" clId="{A441D81C-AEF8-464D-902E-B6449B34371D}" dt="2026-06-07T05:36:58.717" v="3699"/>
          <ac:spMkLst>
            <pc:docMk/>
            <pc:sldMk cId="0" sldId="267"/>
            <ac:spMk id="29" creationId="{3E39F3A1-EBAB-A593-0899-CE15122CC57D}"/>
          </ac:spMkLst>
        </pc:spChg>
        <pc:spChg chg="add mod">
          <ac:chgData name="Duy Phan" userId="4a671f85c7ece164" providerId="LiveId" clId="{A441D81C-AEF8-464D-902E-B6449B34371D}" dt="2026-06-07T05:36:58.717" v="3699"/>
          <ac:spMkLst>
            <pc:docMk/>
            <pc:sldMk cId="0" sldId="267"/>
            <ac:spMk id="30" creationId="{FA80B76C-EC9B-19CF-6E8B-64B740DBD218}"/>
          </ac:spMkLst>
        </pc:spChg>
        <pc:spChg chg="add del mod">
          <ac:chgData name="Duy Phan" userId="4a671f85c7ece164" providerId="LiveId" clId="{A441D81C-AEF8-464D-902E-B6449B34371D}" dt="2026-06-07T06:03:22.074" v="4147" actId="478"/>
          <ac:spMkLst>
            <pc:docMk/>
            <pc:sldMk cId="0" sldId="267"/>
            <ac:spMk id="31" creationId="{2B8B338E-6C62-111C-5CF1-B1A9E365E22C}"/>
          </ac:spMkLst>
        </pc:spChg>
        <pc:spChg chg="add mod">
          <ac:chgData name="Duy Phan" userId="4a671f85c7ece164" providerId="LiveId" clId="{A441D81C-AEF8-464D-902E-B6449B34371D}" dt="2026-06-07T05:39:13.794" v="3825"/>
          <ac:spMkLst>
            <pc:docMk/>
            <pc:sldMk cId="0" sldId="267"/>
            <ac:spMk id="1312" creationId="{C2BC71DC-B3E4-43B5-F469-B4036E012DFA}"/>
          </ac:spMkLst>
        </pc:spChg>
        <pc:spChg chg="add mod">
          <ac:chgData name="Duy Phan" userId="4a671f85c7ece164" providerId="LiveId" clId="{A441D81C-AEF8-464D-902E-B6449B34371D}" dt="2026-06-07T05:39:13.794" v="3825"/>
          <ac:spMkLst>
            <pc:docMk/>
            <pc:sldMk cId="0" sldId="267"/>
            <ac:spMk id="1313" creationId="{77285B24-89D3-B826-4341-3154887D8034}"/>
          </ac:spMkLst>
        </pc:spChg>
        <pc:spChg chg="add mod">
          <ac:chgData name="Duy Phan" userId="4a671f85c7ece164" providerId="LiveId" clId="{A441D81C-AEF8-464D-902E-B6449B34371D}" dt="2026-06-07T05:39:13.794" v="3825"/>
          <ac:spMkLst>
            <pc:docMk/>
            <pc:sldMk cId="0" sldId="267"/>
            <ac:spMk id="1314" creationId="{8E3F9E14-4033-C3EF-9D7C-A1A18AE31332}"/>
          </ac:spMkLst>
        </pc:spChg>
        <pc:spChg chg="add del mod">
          <ac:chgData name="Duy Phan" userId="4a671f85c7ece164" providerId="LiveId" clId="{A441D81C-AEF8-464D-902E-B6449B34371D}" dt="2026-06-07T06:03:22.074" v="4147" actId="478"/>
          <ac:spMkLst>
            <pc:docMk/>
            <pc:sldMk cId="0" sldId="267"/>
            <ac:spMk id="1315" creationId="{B164F4F3-2FDA-418A-4507-A7084323FF23}"/>
          </ac:spMkLst>
        </pc:spChg>
        <pc:spChg chg="add del mod">
          <ac:chgData name="Duy Phan" userId="4a671f85c7ece164" providerId="LiveId" clId="{A441D81C-AEF8-464D-902E-B6449B34371D}" dt="2026-06-07T06:03:14.163" v="4145" actId="478"/>
          <ac:spMkLst>
            <pc:docMk/>
            <pc:sldMk cId="0" sldId="267"/>
            <ac:spMk id="1316" creationId="{831E41B2-8C64-88E7-3785-655F62A78BFC}"/>
          </ac:spMkLst>
        </pc:spChg>
        <pc:spChg chg="add del mod">
          <ac:chgData name="Duy Phan" userId="4a671f85c7ece164" providerId="LiveId" clId="{A441D81C-AEF8-464D-902E-B6449B34371D}" dt="2026-06-07T06:03:14.163" v="4145" actId="478"/>
          <ac:spMkLst>
            <pc:docMk/>
            <pc:sldMk cId="0" sldId="267"/>
            <ac:spMk id="1317" creationId="{35F5E4AB-34BB-F1F9-5A3F-0D4974027D91}"/>
          </ac:spMkLst>
        </pc:spChg>
        <pc:spChg chg="add del mod">
          <ac:chgData name="Duy Phan" userId="4a671f85c7ece164" providerId="LiveId" clId="{A441D81C-AEF8-464D-902E-B6449B34371D}" dt="2026-06-07T06:03:14.163" v="4145" actId="478"/>
          <ac:spMkLst>
            <pc:docMk/>
            <pc:sldMk cId="0" sldId="267"/>
            <ac:spMk id="1318" creationId="{34F80640-988C-9FFF-2D7D-ED0A863B4A92}"/>
          </ac:spMkLst>
        </pc:spChg>
        <pc:spChg chg="add del mod">
          <ac:chgData name="Duy Phan" userId="4a671f85c7ece164" providerId="LiveId" clId="{A441D81C-AEF8-464D-902E-B6449B34371D}" dt="2026-06-07T06:03:14.163" v="4145" actId="478"/>
          <ac:spMkLst>
            <pc:docMk/>
            <pc:sldMk cId="0" sldId="267"/>
            <ac:spMk id="1319" creationId="{449879F5-5BBA-3BD3-C8B6-2D9572A87AF9}"/>
          </ac:spMkLst>
        </pc:spChg>
        <pc:spChg chg="add del mod">
          <ac:chgData name="Duy Phan" userId="4a671f85c7ece164" providerId="LiveId" clId="{A441D81C-AEF8-464D-902E-B6449B34371D}" dt="2026-06-07T05:55:24.079" v="4144" actId="478"/>
          <ac:spMkLst>
            <pc:docMk/>
            <pc:sldMk cId="0" sldId="267"/>
            <ac:spMk id="1320" creationId="{68CF22EE-A4B8-71EE-C6BE-A78B7ED9D05D}"/>
          </ac:spMkLst>
        </pc:spChg>
        <pc:spChg chg="add mod">
          <ac:chgData name="Duy Phan" userId="4a671f85c7ece164" providerId="LiveId" clId="{A441D81C-AEF8-464D-902E-B6449B34371D}" dt="2026-06-08T03:05:17.153" v="5858" actId="1076"/>
          <ac:spMkLst>
            <pc:docMk/>
            <pc:sldMk cId="0" sldId="267"/>
            <ac:spMk id="1321" creationId="{F2EFED68-B063-EF8D-2723-F9014BAD0F7C}"/>
          </ac:spMkLst>
        </pc:spChg>
        <pc:spChg chg="add mod">
          <ac:chgData name="Duy Phan" userId="4a671f85c7ece164" providerId="LiveId" clId="{A441D81C-AEF8-464D-902E-B6449B34371D}" dt="2026-06-07T06:07:05.140" v="4244" actId="1076"/>
          <ac:spMkLst>
            <pc:docMk/>
            <pc:sldMk cId="0" sldId="267"/>
            <ac:spMk id="1324" creationId="{20BB7BB0-7760-0566-0CFB-DD1096E1C924}"/>
          </ac:spMkLst>
        </pc:spChg>
        <pc:spChg chg="add mod">
          <ac:chgData name="Duy Phan" userId="4a671f85c7ece164" providerId="LiveId" clId="{A441D81C-AEF8-464D-902E-B6449B34371D}" dt="2026-06-07T06:11:17.423" v="4388"/>
          <ac:spMkLst>
            <pc:docMk/>
            <pc:sldMk cId="0" sldId="267"/>
            <ac:spMk id="1327" creationId="{1F71D802-5A19-A3E7-4406-C25A633FB622}"/>
          </ac:spMkLst>
        </pc:spChg>
        <pc:spChg chg="add mod">
          <ac:chgData name="Duy Phan" userId="4a671f85c7ece164" providerId="LiveId" clId="{A441D81C-AEF8-464D-902E-B6449B34371D}" dt="2026-06-07T06:07:26.754" v="4263" actId="20577"/>
          <ac:spMkLst>
            <pc:docMk/>
            <pc:sldMk cId="0" sldId="267"/>
            <ac:spMk id="1328" creationId="{C762CF67-FD9E-503F-96AE-50F3248E537B}"/>
          </ac:spMkLst>
        </pc:spChg>
        <pc:spChg chg="add mod">
          <ac:chgData name="Duy Phan" userId="4a671f85c7ece164" providerId="LiveId" clId="{A441D81C-AEF8-464D-902E-B6449B34371D}" dt="2026-06-07T06:07:44.757" v="4276" actId="1076"/>
          <ac:spMkLst>
            <pc:docMk/>
            <pc:sldMk cId="0" sldId="267"/>
            <ac:spMk id="1329" creationId="{9C40C965-C9BD-5C18-2931-8ECA4AE1F53D}"/>
          </ac:spMkLst>
        </pc:spChg>
        <pc:spChg chg="add mod">
          <ac:chgData name="Duy Phan" userId="4a671f85c7ece164" providerId="LiveId" clId="{A441D81C-AEF8-464D-902E-B6449B34371D}" dt="2026-06-07T06:07:51.740" v="4278" actId="1076"/>
          <ac:spMkLst>
            <pc:docMk/>
            <pc:sldMk cId="0" sldId="267"/>
            <ac:spMk id="1330" creationId="{47421C1F-A85A-8A67-35C0-299C159B44E2}"/>
          </ac:spMkLst>
        </pc:spChg>
        <pc:spChg chg="add mod">
          <ac:chgData name="Duy Phan" userId="4a671f85c7ece164" providerId="LiveId" clId="{A441D81C-AEF8-464D-902E-B6449B34371D}" dt="2026-06-07T06:08:43.596" v="4283" actId="1076"/>
          <ac:spMkLst>
            <pc:docMk/>
            <pc:sldMk cId="0" sldId="267"/>
            <ac:spMk id="1331" creationId="{4E7535C5-5ABC-74D4-1A3A-720B084CD073}"/>
          </ac:spMkLst>
        </pc:spChg>
        <pc:spChg chg="add mod">
          <ac:chgData name="Duy Phan" userId="4a671f85c7ece164" providerId="LiveId" clId="{A441D81C-AEF8-464D-902E-B6449B34371D}" dt="2026-06-07T06:14:03.423" v="4680" actId="255"/>
          <ac:spMkLst>
            <pc:docMk/>
            <pc:sldMk cId="0" sldId="267"/>
            <ac:spMk id="1334" creationId="{CEA8F498-47F2-3DF5-DDFD-7E668ECC3BAD}"/>
          </ac:spMkLst>
        </pc:spChg>
        <pc:spChg chg="add mod">
          <ac:chgData name="Duy Phan" userId="4a671f85c7ece164" providerId="LiveId" clId="{A441D81C-AEF8-464D-902E-B6449B34371D}" dt="2026-06-07T06:11:56.723" v="4460" actId="14100"/>
          <ac:spMkLst>
            <pc:docMk/>
            <pc:sldMk cId="0" sldId="267"/>
            <ac:spMk id="1335" creationId="{4667AA25-A280-1054-A403-478AB62D7445}"/>
          </ac:spMkLst>
        </pc:spChg>
        <pc:spChg chg="add mod">
          <ac:chgData name="Duy Phan" userId="4a671f85c7ece164" providerId="LiveId" clId="{A441D81C-AEF8-464D-902E-B6449B34371D}" dt="2026-06-07T06:12:02.584" v="4461"/>
          <ac:spMkLst>
            <pc:docMk/>
            <pc:sldMk cId="0" sldId="267"/>
            <ac:spMk id="1336" creationId="{69EBF248-F0BA-7463-4D34-BF624857FDD4}"/>
          </ac:spMkLst>
        </pc:spChg>
        <pc:spChg chg="add mod">
          <ac:chgData name="Duy Phan" userId="4a671f85c7ece164" providerId="LiveId" clId="{A441D81C-AEF8-464D-902E-B6449B34371D}" dt="2026-06-07T06:13:50.938" v="4679" actId="120"/>
          <ac:spMkLst>
            <pc:docMk/>
            <pc:sldMk cId="0" sldId="267"/>
            <ac:spMk id="1337" creationId="{2FB223B6-6B19-9A57-626D-FF7FD34FFF33}"/>
          </ac:spMkLst>
        </pc:spChg>
        <pc:spChg chg="mod">
          <ac:chgData name="Duy Phan" userId="4a671f85c7ece164" providerId="LiveId" clId="{A441D81C-AEF8-464D-902E-B6449B34371D}" dt="2026-06-08T03:05:17.153" v="5858" actId="1076"/>
          <ac:spMkLst>
            <pc:docMk/>
            <pc:sldMk cId="0" sldId="267"/>
            <ac:spMk id="1343" creationId="{00000000-0000-0000-0000-000000000000}"/>
          </ac:spMkLst>
        </pc:spChg>
        <pc:spChg chg="del">
          <ac:chgData name="Duy Phan" userId="4a671f85c7ece164" providerId="LiveId" clId="{A441D81C-AEF8-464D-902E-B6449B34371D}" dt="2026-06-07T05:28:15.025" v="3366" actId="478"/>
          <ac:spMkLst>
            <pc:docMk/>
            <pc:sldMk cId="0" sldId="267"/>
            <ac:spMk id="1350" creationId="{00000000-0000-0000-0000-000000000000}"/>
          </ac:spMkLst>
        </pc:spChg>
        <pc:spChg chg="del mod">
          <ac:chgData name="Duy Phan" userId="4a671f85c7ece164" providerId="LiveId" clId="{A441D81C-AEF8-464D-902E-B6449B34371D}" dt="2026-06-07T05:28:23.761" v="3368" actId="478"/>
          <ac:spMkLst>
            <pc:docMk/>
            <pc:sldMk cId="0" sldId="267"/>
            <ac:spMk id="1351" creationId="{00000000-0000-0000-0000-000000000000}"/>
          </ac:spMkLst>
        </pc:spChg>
        <pc:spChg chg="del mod">
          <ac:chgData name="Duy Phan" userId="4a671f85c7ece164" providerId="LiveId" clId="{A441D81C-AEF8-464D-902E-B6449B34371D}" dt="2026-06-07T05:28:23.761" v="3368" actId="478"/>
          <ac:spMkLst>
            <pc:docMk/>
            <pc:sldMk cId="0" sldId="267"/>
            <ac:spMk id="1352" creationId="{00000000-0000-0000-0000-000000000000}"/>
          </ac:spMkLst>
        </pc:spChg>
        <pc:spChg chg="del">
          <ac:chgData name="Duy Phan" userId="4a671f85c7ece164" providerId="LiveId" clId="{A441D81C-AEF8-464D-902E-B6449B34371D}" dt="2026-06-07T05:28:15.025" v="3366" actId="478"/>
          <ac:spMkLst>
            <pc:docMk/>
            <pc:sldMk cId="0" sldId="267"/>
            <ac:spMk id="1354" creationId="{00000000-0000-0000-0000-000000000000}"/>
          </ac:spMkLst>
        </pc:spChg>
        <pc:spChg chg="del mod">
          <ac:chgData name="Duy Phan" userId="4a671f85c7ece164" providerId="LiveId" clId="{A441D81C-AEF8-464D-902E-B6449B34371D}" dt="2026-06-07T05:28:23.761" v="3368" actId="478"/>
          <ac:spMkLst>
            <pc:docMk/>
            <pc:sldMk cId="0" sldId="267"/>
            <ac:spMk id="1355" creationId="{00000000-0000-0000-0000-000000000000}"/>
          </ac:spMkLst>
        </pc:spChg>
        <pc:spChg chg="del mod">
          <ac:chgData name="Duy Phan" userId="4a671f85c7ece164" providerId="LiveId" clId="{A441D81C-AEF8-464D-902E-B6449B34371D}" dt="2026-06-07T05:28:23.761" v="3368" actId="478"/>
          <ac:spMkLst>
            <pc:docMk/>
            <pc:sldMk cId="0" sldId="267"/>
            <ac:spMk id="1356" creationId="{00000000-0000-0000-0000-000000000000}"/>
          </ac:spMkLst>
        </pc:spChg>
        <pc:spChg chg="del mod">
          <ac:chgData name="Duy Phan" userId="4a671f85c7ece164" providerId="LiveId" clId="{A441D81C-AEF8-464D-902E-B6449B34371D}" dt="2026-06-07T05:28:23.761" v="3368" actId="478"/>
          <ac:spMkLst>
            <pc:docMk/>
            <pc:sldMk cId="0" sldId="267"/>
            <ac:spMk id="1357" creationId="{00000000-0000-0000-0000-000000000000}"/>
          </ac:spMkLst>
        </pc:spChg>
        <pc:spChg chg="del">
          <ac:chgData name="Duy Phan" userId="4a671f85c7ece164" providerId="LiveId" clId="{A441D81C-AEF8-464D-902E-B6449B34371D}" dt="2026-06-07T05:28:15.025" v="3366" actId="478"/>
          <ac:spMkLst>
            <pc:docMk/>
            <pc:sldMk cId="0" sldId="267"/>
            <ac:spMk id="1358" creationId="{00000000-0000-0000-0000-000000000000}"/>
          </ac:spMkLst>
        </pc:spChg>
        <pc:spChg chg="del mod">
          <ac:chgData name="Duy Phan" userId="4a671f85c7ece164" providerId="LiveId" clId="{A441D81C-AEF8-464D-902E-B6449B34371D}" dt="2026-06-07T05:28:23.761" v="3368" actId="478"/>
          <ac:spMkLst>
            <pc:docMk/>
            <pc:sldMk cId="0" sldId="267"/>
            <ac:spMk id="1359" creationId="{00000000-0000-0000-0000-000000000000}"/>
          </ac:spMkLst>
        </pc:spChg>
        <pc:spChg chg="del mod">
          <ac:chgData name="Duy Phan" userId="4a671f85c7ece164" providerId="LiveId" clId="{A441D81C-AEF8-464D-902E-B6449B34371D}" dt="2026-06-07T05:28:23.761" v="3368" actId="478"/>
          <ac:spMkLst>
            <pc:docMk/>
            <pc:sldMk cId="0" sldId="267"/>
            <ac:spMk id="1360" creationId="{00000000-0000-0000-0000-000000000000}"/>
          </ac:spMkLst>
        </pc:spChg>
        <pc:spChg chg="del mod">
          <ac:chgData name="Duy Phan" userId="4a671f85c7ece164" providerId="LiveId" clId="{A441D81C-AEF8-464D-902E-B6449B34371D}" dt="2026-06-07T05:28:23.761" v="3368" actId="478"/>
          <ac:spMkLst>
            <pc:docMk/>
            <pc:sldMk cId="0" sldId="267"/>
            <ac:spMk id="1361" creationId="{00000000-0000-0000-0000-000000000000}"/>
          </ac:spMkLst>
        </pc:spChg>
        <pc:spChg chg="del">
          <ac:chgData name="Duy Phan" userId="4a671f85c7ece164" providerId="LiveId" clId="{A441D81C-AEF8-464D-902E-B6449B34371D}" dt="2026-06-07T05:28:15.025" v="3366" actId="478"/>
          <ac:spMkLst>
            <pc:docMk/>
            <pc:sldMk cId="0" sldId="267"/>
            <ac:spMk id="1363" creationId="{00000000-0000-0000-0000-000000000000}"/>
          </ac:spMkLst>
        </pc:spChg>
        <pc:spChg chg="del mod">
          <ac:chgData name="Duy Phan" userId="4a671f85c7ece164" providerId="LiveId" clId="{A441D81C-AEF8-464D-902E-B6449B34371D}" dt="2026-06-07T05:28:23.761" v="3368" actId="478"/>
          <ac:spMkLst>
            <pc:docMk/>
            <pc:sldMk cId="0" sldId="267"/>
            <ac:spMk id="1365" creationId="{00000000-0000-0000-0000-000000000000}"/>
          </ac:spMkLst>
        </pc:spChg>
        <pc:spChg chg="del mod">
          <ac:chgData name="Duy Phan" userId="4a671f85c7ece164" providerId="LiveId" clId="{A441D81C-AEF8-464D-902E-B6449B34371D}" dt="2026-06-07T05:28:23.761" v="3368" actId="478"/>
          <ac:spMkLst>
            <pc:docMk/>
            <pc:sldMk cId="0" sldId="267"/>
            <ac:spMk id="1367" creationId="{00000000-0000-0000-0000-000000000000}"/>
          </ac:spMkLst>
        </pc:spChg>
        <pc:spChg chg="add del mod">
          <ac:chgData name="Duy Phan" userId="4a671f85c7ece164" providerId="LiveId" clId="{A441D81C-AEF8-464D-902E-B6449B34371D}" dt="2026-06-07T06:03:14.163" v="4145" actId="478"/>
          <ac:spMkLst>
            <pc:docMk/>
            <pc:sldMk cId="0" sldId="267"/>
            <ac:spMk id="1369" creationId="{F8DB073C-6AF6-2DAD-2D89-FE60D55B539A}"/>
          </ac:spMkLst>
        </pc:spChg>
        <pc:spChg chg="add del mod">
          <ac:chgData name="Duy Phan" userId="4a671f85c7ece164" providerId="LiveId" clId="{A441D81C-AEF8-464D-902E-B6449B34371D}" dt="2026-06-07T06:03:14.163" v="4145" actId="478"/>
          <ac:spMkLst>
            <pc:docMk/>
            <pc:sldMk cId="0" sldId="267"/>
            <ac:spMk id="1370" creationId="{3F6A36AB-91A3-F974-7411-919252AAD1A3}"/>
          </ac:spMkLst>
        </pc:spChg>
        <pc:spChg chg="add mod">
          <ac:chgData name="Duy Phan" userId="4a671f85c7ece164" providerId="LiveId" clId="{A441D81C-AEF8-464D-902E-B6449B34371D}" dt="2026-06-07T05:38:37.246" v="3823" actId="1076"/>
          <ac:spMkLst>
            <pc:docMk/>
            <pc:sldMk cId="0" sldId="267"/>
            <ac:spMk id="1371" creationId="{F28212C8-D4CA-DCD0-C1B8-A7A4E009A7A0}"/>
          </ac:spMkLst>
        </pc:spChg>
        <pc:spChg chg="add del mod">
          <ac:chgData name="Duy Phan" userId="4a671f85c7ece164" providerId="LiveId" clId="{A441D81C-AEF8-464D-902E-B6449B34371D}" dt="2026-06-07T06:03:14.163" v="4145" actId="478"/>
          <ac:spMkLst>
            <pc:docMk/>
            <pc:sldMk cId="0" sldId="267"/>
            <ac:spMk id="1372" creationId="{B3CDCD05-DE8E-6229-FDBF-8E785FE0B5A0}"/>
          </ac:spMkLst>
        </pc:spChg>
        <pc:spChg chg="add del mod">
          <ac:chgData name="Duy Phan" userId="4a671f85c7ece164" providerId="LiveId" clId="{A441D81C-AEF8-464D-902E-B6449B34371D}" dt="2026-06-07T05:55:22.428" v="4143" actId="478"/>
          <ac:spMkLst>
            <pc:docMk/>
            <pc:sldMk cId="0" sldId="267"/>
            <ac:spMk id="1373" creationId="{D5B1FA0E-7EA3-2CF4-5517-7814680DBA51}"/>
          </ac:spMkLst>
        </pc:spChg>
        <pc:spChg chg="add mod">
          <ac:chgData name="Duy Phan" userId="4a671f85c7ece164" providerId="LiveId" clId="{A441D81C-AEF8-464D-902E-B6449B34371D}" dt="2026-06-07T05:39:13.794" v="3825"/>
          <ac:spMkLst>
            <pc:docMk/>
            <pc:sldMk cId="0" sldId="267"/>
            <ac:spMk id="1374" creationId="{2AB7D99E-51FD-D6C1-AB0B-8AED7C025538}"/>
          </ac:spMkLst>
        </pc:spChg>
        <pc:spChg chg="add mod">
          <ac:chgData name="Duy Phan" userId="4a671f85c7ece164" providerId="LiveId" clId="{A441D81C-AEF8-464D-902E-B6449B34371D}" dt="2026-06-07T05:39:13.794" v="3825"/>
          <ac:spMkLst>
            <pc:docMk/>
            <pc:sldMk cId="0" sldId="267"/>
            <ac:spMk id="1375" creationId="{66146BF7-997B-6FC9-C6E7-48A364F794FF}"/>
          </ac:spMkLst>
        </pc:spChg>
        <pc:grpChg chg="mod">
          <ac:chgData name="Duy Phan" userId="4a671f85c7ece164" providerId="LiveId" clId="{A441D81C-AEF8-464D-902E-B6449B34371D}" dt="2026-06-08T03:05:17.153" v="5858" actId="1076"/>
          <ac:grpSpMkLst>
            <pc:docMk/>
            <pc:sldMk cId="0" sldId="267"/>
            <ac:grpSpMk id="1344" creationId="{00000000-0000-0000-0000-000000000000}"/>
          </ac:grpSpMkLst>
        </pc:grpChg>
        <pc:picChg chg="add mod">
          <ac:chgData name="Duy Phan" userId="4a671f85c7ece164" providerId="LiveId" clId="{A441D81C-AEF8-464D-902E-B6449B34371D}" dt="2026-06-07T05:28:39.199" v="3373" actId="1076"/>
          <ac:picMkLst>
            <pc:docMk/>
            <pc:sldMk cId="0" sldId="267"/>
            <ac:picMk id="3" creationId="{477068EE-541C-776C-4E1A-5F264C40D7AE}"/>
          </ac:picMkLst>
        </pc:picChg>
        <pc:picChg chg="add del mod">
          <ac:chgData name="Duy Phan" userId="4a671f85c7ece164" providerId="LiveId" clId="{A441D81C-AEF8-464D-902E-B6449B34371D}" dt="2026-06-07T05:29:03.336" v="3380" actId="478"/>
          <ac:picMkLst>
            <pc:docMk/>
            <pc:sldMk cId="0" sldId="267"/>
            <ac:picMk id="7" creationId="{205B6AA8-CAEB-65F9-F9A4-4FC59172E2CF}"/>
          </ac:picMkLst>
        </pc:picChg>
        <pc:picChg chg="add del mod">
          <ac:chgData name="Duy Phan" userId="4a671f85c7ece164" providerId="LiveId" clId="{A441D81C-AEF8-464D-902E-B6449B34371D}" dt="2026-06-07T06:06:06.747" v="4199" actId="478"/>
          <ac:picMkLst>
            <pc:docMk/>
            <pc:sldMk cId="0" sldId="267"/>
            <ac:picMk id="1323" creationId="{23B282F0-E2F1-48C6-6F42-D206C742CE33}"/>
          </ac:picMkLst>
        </pc:picChg>
        <pc:picChg chg="add mod ord">
          <ac:chgData name="Duy Phan" userId="4a671f85c7ece164" providerId="LiveId" clId="{A441D81C-AEF8-464D-902E-B6449B34371D}" dt="2026-06-07T06:07:07.530" v="4246" actId="1076"/>
          <ac:picMkLst>
            <pc:docMk/>
            <pc:sldMk cId="0" sldId="267"/>
            <ac:picMk id="1326" creationId="{CF94D1CA-2459-986E-B237-C28233ACF1A0}"/>
          </ac:picMkLst>
        </pc:picChg>
        <pc:picChg chg="add mod">
          <ac:chgData name="Duy Phan" userId="4a671f85c7ece164" providerId="LiveId" clId="{A441D81C-AEF8-464D-902E-B6449B34371D}" dt="2026-06-07T06:11:44.652" v="4457" actId="1076"/>
          <ac:picMkLst>
            <pc:docMk/>
            <pc:sldMk cId="0" sldId="267"/>
            <ac:picMk id="1333" creationId="{8A616154-3697-E8A1-412F-1AD3A20CBF92}"/>
          </ac:picMkLst>
        </pc:picChg>
        <pc:cxnChg chg="del mod">
          <ac:chgData name="Duy Phan" userId="4a671f85c7ece164" providerId="LiveId" clId="{A441D81C-AEF8-464D-902E-B6449B34371D}" dt="2026-06-07T05:28:10.282" v="3365" actId="478"/>
          <ac:cxnSpMkLst>
            <pc:docMk/>
            <pc:sldMk cId="0" sldId="267"/>
            <ac:cxnSpMk id="1362" creationId="{00000000-0000-0000-0000-000000000000}"/>
          </ac:cxnSpMkLst>
        </pc:cxnChg>
        <pc:cxnChg chg="del mod">
          <ac:chgData name="Duy Phan" userId="4a671f85c7ece164" providerId="LiveId" clId="{A441D81C-AEF8-464D-902E-B6449B34371D}" dt="2026-06-07T05:28:10.282" v="3365" actId="478"/>
          <ac:cxnSpMkLst>
            <pc:docMk/>
            <pc:sldMk cId="0" sldId="267"/>
            <ac:cxnSpMk id="1364" creationId="{00000000-0000-0000-0000-000000000000}"/>
          </ac:cxnSpMkLst>
        </pc:cxnChg>
        <pc:cxnChg chg="del mod">
          <ac:chgData name="Duy Phan" userId="4a671f85c7ece164" providerId="LiveId" clId="{A441D81C-AEF8-464D-902E-B6449B34371D}" dt="2026-06-07T05:28:10.282" v="3365" actId="478"/>
          <ac:cxnSpMkLst>
            <pc:docMk/>
            <pc:sldMk cId="0" sldId="267"/>
            <ac:cxnSpMk id="1368" creationId="{00000000-0000-0000-0000-000000000000}"/>
          </ac:cxnSpMkLst>
        </pc:cxnChg>
      </pc:sldChg>
      <pc:sldChg chg="modSp add mod ord">
        <pc:chgData name="Duy Phan" userId="4a671f85c7ece164" providerId="LiveId" clId="{A441D81C-AEF8-464D-902E-B6449B34371D}" dt="2026-06-07T03:41:32.473" v="2028" actId="1076"/>
        <pc:sldMkLst>
          <pc:docMk/>
          <pc:sldMk cId="322402986" sldId="298"/>
        </pc:sldMkLst>
        <pc:spChg chg="mod">
          <ac:chgData name="Duy Phan" userId="4a671f85c7ece164" providerId="LiveId" clId="{A441D81C-AEF8-464D-902E-B6449B34371D}" dt="2026-06-07T03:41:32.473" v="2028" actId="1076"/>
          <ac:spMkLst>
            <pc:docMk/>
            <pc:sldMk cId="322402986" sldId="298"/>
            <ac:spMk id="1112" creationId="{27E255ED-5DE2-5367-9D57-731B6348C1D7}"/>
          </ac:spMkLst>
        </pc:spChg>
        <pc:spChg chg="mod">
          <ac:chgData name="Duy Phan" userId="4a671f85c7ece164" providerId="LiveId" clId="{A441D81C-AEF8-464D-902E-B6449B34371D}" dt="2026-06-07T03:41:32.473" v="2028" actId="1076"/>
          <ac:spMkLst>
            <pc:docMk/>
            <pc:sldMk cId="322402986" sldId="298"/>
            <ac:spMk id="1113" creationId="{632B6907-D8F2-2F59-EE77-59BEB340E025}"/>
          </ac:spMkLst>
        </pc:spChg>
        <pc:grpChg chg="mod">
          <ac:chgData name="Duy Phan" userId="4a671f85c7ece164" providerId="LiveId" clId="{A441D81C-AEF8-464D-902E-B6449B34371D}" dt="2026-06-07T03:41:32.473" v="2028" actId="1076"/>
          <ac:grpSpMkLst>
            <pc:docMk/>
            <pc:sldMk cId="322402986" sldId="298"/>
            <ac:grpSpMk id="1115" creationId="{CBFED538-CE32-DB59-1821-F88D5D54E97B}"/>
          </ac:grpSpMkLst>
        </pc:grpChg>
      </pc:sldChg>
      <pc:sldChg chg="add del ord">
        <pc:chgData name="Duy Phan" userId="4a671f85c7ece164" providerId="LiveId" clId="{A441D81C-AEF8-464D-902E-B6449B34371D}" dt="2026-06-07T03:44:40.480" v="2039" actId="47"/>
        <pc:sldMkLst>
          <pc:docMk/>
          <pc:sldMk cId="57541813" sldId="299"/>
        </pc:sldMkLst>
      </pc:sldChg>
      <pc:sldChg chg="addSp delSp modSp add mod ord">
        <pc:chgData name="Duy Phan" userId="4a671f85c7ece164" providerId="LiveId" clId="{A441D81C-AEF8-464D-902E-B6449B34371D}" dt="2026-06-07T05:41:15.832" v="3954" actId="1076"/>
        <pc:sldMkLst>
          <pc:docMk/>
          <pc:sldMk cId="1576183652" sldId="299"/>
        </pc:sldMkLst>
        <pc:spChg chg="add mod">
          <ac:chgData name="Duy Phan" userId="4a671f85c7ece164" providerId="LiveId" clId="{A441D81C-AEF8-464D-902E-B6449B34371D}" dt="2026-06-07T04:49:51.492" v="2353" actId="14100"/>
          <ac:spMkLst>
            <pc:docMk/>
            <pc:sldMk cId="1576183652" sldId="299"/>
            <ac:spMk id="2" creationId="{777C2AD8-C24C-25C3-6993-1DD369786774}"/>
          </ac:spMkLst>
        </pc:spChg>
        <pc:spChg chg="add mod">
          <ac:chgData name="Duy Phan" userId="4a671f85c7ece164" providerId="LiveId" clId="{A441D81C-AEF8-464D-902E-B6449B34371D}" dt="2026-06-07T04:47:00.390" v="2243"/>
          <ac:spMkLst>
            <pc:docMk/>
            <pc:sldMk cId="1576183652" sldId="299"/>
            <ac:spMk id="3" creationId="{613A3A0D-4809-4A16-22B5-424F957A5BF3}"/>
          </ac:spMkLst>
        </pc:spChg>
        <pc:spChg chg="add mod">
          <ac:chgData name="Duy Phan" userId="4a671f85c7ece164" providerId="LiveId" clId="{A441D81C-AEF8-464D-902E-B6449B34371D}" dt="2026-06-07T04:47:02.999" v="2246"/>
          <ac:spMkLst>
            <pc:docMk/>
            <pc:sldMk cId="1576183652" sldId="299"/>
            <ac:spMk id="4" creationId="{937456EE-06E2-8537-62BD-2322D266450A}"/>
          </ac:spMkLst>
        </pc:spChg>
        <pc:spChg chg="mod">
          <ac:chgData name="Duy Phan" userId="4a671f85c7ece164" providerId="LiveId" clId="{A441D81C-AEF8-464D-902E-B6449B34371D}" dt="2026-06-07T05:41:15.832" v="3954" actId="1076"/>
          <ac:spMkLst>
            <pc:docMk/>
            <pc:sldMk cId="1576183652" sldId="299"/>
            <ac:spMk id="5" creationId="{61168AEB-6D91-5180-907F-C3A2F904984B}"/>
          </ac:spMkLst>
        </pc:spChg>
        <pc:spChg chg="add mod">
          <ac:chgData name="Duy Phan" userId="4a671f85c7ece164" providerId="LiveId" clId="{A441D81C-AEF8-464D-902E-B6449B34371D}" dt="2026-06-07T04:47:00.390" v="2243"/>
          <ac:spMkLst>
            <pc:docMk/>
            <pc:sldMk cId="1576183652" sldId="299"/>
            <ac:spMk id="6" creationId="{9EEC08AB-AECF-F6F8-53A8-6B8C7D81F8E5}"/>
          </ac:spMkLst>
        </pc:spChg>
        <pc:spChg chg="add mod">
          <ac:chgData name="Duy Phan" userId="4a671f85c7ece164" providerId="LiveId" clId="{A441D81C-AEF8-464D-902E-B6449B34371D}" dt="2026-06-07T04:47:02.999" v="2246"/>
          <ac:spMkLst>
            <pc:docMk/>
            <pc:sldMk cId="1576183652" sldId="299"/>
            <ac:spMk id="7" creationId="{C54EE093-E7A4-C1B7-9A1F-3B15827F8C68}"/>
          </ac:spMkLst>
        </pc:spChg>
        <pc:spChg chg="add mod">
          <ac:chgData name="Duy Phan" userId="4a671f85c7ece164" providerId="LiveId" clId="{A441D81C-AEF8-464D-902E-B6449B34371D}" dt="2026-06-07T04:47:21.820" v="2248" actId="1076"/>
          <ac:spMkLst>
            <pc:docMk/>
            <pc:sldMk cId="1576183652" sldId="299"/>
            <ac:spMk id="8" creationId="{73B9B763-697C-7459-21E0-7EC298F58EC7}"/>
          </ac:spMkLst>
        </pc:spChg>
        <pc:spChg chg="add mod">
          <ac:chgData name="Duy Phan" userId="4a671f85c7ece164" providerId="LiveId" clId="{A441D81C-AEF8-464D-902E-B6449B34371D}" dt="2026-06-07T04:50:56.700" v="2357" actId="255"/>
          <ac:spMkLst>
            <pc:docMk/>
            <pc:sldMk cId="1576183652" sldId="299"/>
            <ac:spMk id="9" creationId="{76BAD51C-FD64-B50E-CF9F-4236138FA9AC}"/>
          </ac:spMkLst>
        </pc:spChg>
        <pc:spChg chg="add mod">
          <ac:chgData name="Duy Phan" userId="4a671f85c7ece164" providerId="LiveId" clId="{A441D81C-AEF8-464D-902E-B6449B34371D}" dt="2026-06-07T04:48:32.945" v="2255" actId="1076"/>
          <ac:spMkLst>
            <pc:docMk/>
            <pc:sldMk cId="1576183652" sldId="299"/>
            <ac:spMk id="10" creationId="{D80A1B4C-5341-CA60-C135-404170F693BF}"/>
          </ac:spMkLst>
        </pc:spChg>
        <pc:spChg chg="add mod">
          <ac:chgData name="Duy Phan" userId="4a671f85c7ece164" providerId="LiveId" clId="{A441D81C-AEF8-464D-902E-B6449B34371D}" dt="2026-06-07T04:50:14.021" v="2354" actId="255"/>
          <ac:spMkLst>
            <pc:docMk/>
            <pc:sldMk cId="1576183652" sldId="299"/>
            <ac:spMk id="11" creationId="{3F7216D3-64D6-1E92-A9A8-33D53FDFDB07}"/>
          </ac:spMkLst>
        </pc:spChg>
        <pc:spChg chg="add mod">
          <ac:chgData name="Duy Phan" userId="4a671f85c7ece164" providerId="LiveId" clId="{A441D81C-AEF8-464D-902E-B6449B34371D}" dt="2026-06-07T04:48:32.945" v="2255" actId="1076"/>
          <ac:spMkLst>
            <pc:docMk/>
            <pc:sldMk cId="1576183652" sldId="299"/>
            <ac:spMk id="12" creationId="{D28E5C38-7AE7-6E18-DA22-7190DDFCDE15}"/>
          </ac:spMkLst>
        </pc:spChg>
        <pc:spChg chg="add mod">
          <ac:chgData name="Duy Phan" userId="4a671f85c7ece164" providerId="LiveId" clId="{A441D81C-AEF8-464D-902E-B6449B34371D}" dt="2026-06-07T04:51:06.314" v="2359" actId="255"/>
          <ac:spMkLst>
            <pc:docMk/>
            <pc:sldMk cId="1576183652" sldId="299"/>
            <ac:spMk id="13" creationId="{5104D149-5305-6F49-F61C-6FEA388F3B9B}"/>
          </ac:spMkLst>
        </pc:spChg>
        <pc:spChg chg="mod">
          <ac:chgData name="Duy Phan" userId="4a671f85c7ece164" providerId="LiveId" clId="{A441D81C-AEF8-464D-902E-B6449B34371D}" dt="2026-06-07T04:48:32.945" v="2255" actId="1076"/>
          <ac:spMkLst>
            <pc:docMk/>
            <pc:sldMk cId="1576183652" sldId="299"/>
            <ac:spMk id="14" creationId="{0012BC2C-26EF-596F-5F19-8EEC9B80D3AB}"/>
          </ac:spMkLst>
        </pc:spChg>
        <pc:spChg chg="add mod">
          <ac:chgData name="Duy Phan" userId="4a671f85c7ece164" providerId="LiveId" clId="{A441D81C-AEF8-464D-902E-B6449B34371D}" dt="2026-06-07T04:48:17.993" v="2254" actId="1076"/>
          <ac:spMkLst>
            <pc:docMk/>
            <pc:sldMk cId="1576183652" sldId="299"/>
            <ac:spMk id="15" creationId="{382ECF31-57A7-22D9-97A7-F5D8D9E659EF}"/>
          </ac:spMkLst>
        </pc:spChg>
        <pc:spChg chg="del">
          <ac:chgData name="Duy Phan" userId="4a671f85c7ece164" providerId="LiveId" clId="{A441D81C-AEF8-464D-902E-B6449B34371D}" dt="2026-06-07T04:45:51.749" v="2242" actId="478"/>
          <ac:spMkLst>
            <pc:docMk/>
            <pc:sldMk cId="1576183652" sldId="299"/>
            <ac:spMk id="18" creationId="{EB440DC8-9DE2-87EE-EBBC-7778DAA04279}"/>
          </ac:spMkLst>
        </pc:spChg>
        <pc:spChg chg="del">
          <ac:chgData name="Duy Phan" userId="4a671f85c7ece164" providerId="LiveId" clId="{A441D81C-AEF8-464D-902E-B6449B34371D}" dt="2026-06-07T04:45:51.749" v="2242" actId="478"/>
          <ac:spMkLst>
            <pc:docMk/>
            <pc:sldMk cId="1576183652" sldId="299"/>
            <ac:spMk id="19" creationId="{CF60D933-6C01-E1F6-EAAB-1ABC8844949F}"/>
          </ac:spMkLst>
        </pc:spChg>
        <pc:spChg chg="del">
          <ac:chgData name="Duy Phan" userId="4a671f85c7ece164" providerId="LiveId" clId="{A441D81C-AEF8-464D-902E-B6449B34371D}" dt="2026-06-07T04:45:51.749" v="2242" actId="478"/>
          <ac:spMkLst>
            <pc:docMk/>
            <pc:sldMk cId="1576183652" sldId="299"/>
            <ac:spMk id="20" creationId="{A9B9772D-00CD-195E-7FB2-20DA169F00BF}"/>
          </ac:spMkLst>
        </pc:spChg>
        <pc:spChg chg="del">
          <ac:chgData name="Duy Phan" userId="4a671f85c7ece164" providerId="LiveId" clId="{A441D81C-AEF8-464D-902E-B6449B34371D}" dt="2026-06-07T03:45:17.232" v="2169" actId="478"/>
          <ac:spMkLst>
            <pc:docMk/>
            <pc:sldMk cId="1576183652" sldId="299"/>
            <ac:spMk id="21" creationId="{8A3914D5-5B23-A8FE-15C2-7FD286BEF4AB}"/>
          </ac:spMkLst>
        </pc:spChg>
        <pc:spChg chg="del mod">
          <ac:chgData name="Duy Phan" userId="4a671f85c7ece164" providerId="LiveId" clId="{A441D81C-AEF8-464D-902E-B6449B34371D}" dt="2026-06-07T03:45:15.101" v="2168" actId="478"/>
          <ac:spMkLst>
            <pc:docMk/>
            <pc:sldMk cId="1576183652" sldId="299"/>
            <ac:spMk id="22" creationId="{228151AC-3B61-E89B-784B-3C0AD2A1BF96}"/>
          </ac:spMkLst>
        </pc:spChg>
        <pc:spChg chg="mod">
          <ac:chgData name="Duy Phan" userId="4a671f85c7ece164" providerId="LiveId" clId="{A441D81C-AEF8-464D-902E-B6449B34371D}" dt="2026-06-07T03:44:52.985" v="2046" actId="20577"/>
          <ac:spMkLst>
            <pc:docMk/>
            <pc:sldMk cId="1576183652" sldId="299"/>
            <ac:spMk id="23" creationId="{E49149C7-A500-F17D-AA12-4A73218A2238}"/>
          </ac:spMkLst>
        </pc:spChg>
        <pc:spChg chg="add mod">
          <ac:chgData name="Duy Phan" userId="4a671f85c7ece164" providerId="LiveId" clId="{A441D81C-AEF8-464D-902E-B6449B34371D}" dt="2026-06-07T04:50:14.021" v="2354" actId="255"/>
          <ac:spMkLst>
            <pc:docMk/>
            <pc:sldMk cId="1576183652" sldId="299"/>
            <ac:spMk id="24" creationId="{53143502-3872-B5EE-C566-D6757DD2934A}"/>
          </ac:spMkLst>
        </pc:spChg>
        <pc:spChg chg="mod">
          <ac:chgData name="Duy Phan" userId="4a671f85c7ece164" providerId="LiveId" clId="{A441D81C-AEF8-464D-902E-B6449B34371D}" dt="2026-06-07T03:44:57.315" v="2082" actId="20577"/>
          <ac:spMkLst>
            <pc:docMk/>
            <pc:sldMk cId="1576183652" sldId="299"/>
            <ac:spMk id="1039" creationId="{3574CBC3-91BC-0D1F-A3E8-EBCE2CE13824}"/>
          </ac:spMkLst>
        </pc:spChg>
        <pc:spChg chg="mod">
          <ac:chgData name="Duy Phan" userId="4a671f85c7ece164" providerId="LiveId" clId="{A441D81C-AEF8-464D-902E-B6449B34371D}" dt="2026-06-07T04:48:32.945" v="2255" actId="1076"/>
          <ac:spMkLst>
            <pc:docMk/>
            <pc:sldMk cId="1576183652" sldId="299"/>
            <ac:spMk id="1040" creationId="{AD35B4F5-7D27-9391-2B53-029427BD9499}"/>
          </ac:spMkLst>
        </pc:spChg>
        <pc:spChg chg="mod ord">
          <ac:chgData name="Duy Phan" userId="4a671f85c7ece164" providerId="LiveId" clId="{A441D81C-AEF8-464D-902E-B6449B34371D}" dt="2026-06-07T04:50:14.021" v="2354" actId="255"/>
          <ac:spMkLst>
            <pc:docMk/>
            <pc:sldMk cId="1576183652" sldId="299"/>
            <ac:spMk id="1041" creationId="{05F9B2BA-2BBA-EC0C-1E72-3AC3559F2F91}"/>
          </ac:spMkLst>
        </pc:spChg>
        <pc:grpChg chg="del">
          <ac:chgData name="Duy Phan" userId="4a671f85c7ece164" providerId="LiveId" clId="{A441D81C-AEF8-464D-902E-B6449B34371D}" dt="2026-06-07T04:45:51.749" v="2242" actId="478"/>
          <ac:grpSpMkLst>
            <pc:docMk/>
            <pc:sldMk cId="1576183652" sldId="299"/>
            <ac:grpSpMk id="1056" creationId="{7DE34EE1-FC40-FE2C-F774-F3133A4F6D51}"/>
          </ac:grpSpMkLst>
        </pc:grpChg>
        <pc:grpChg chg="del">
          <ac:chgData name="Duy Phan" userId="4a671f85c7ece164" providerId="LiveId" clId="{A441D81C-AEF8-464D-902E-B6449B34371D}" dt="2026-06-07T04:45:51.749" v="2242" actId="478"/>
          <ac:grpSpMkLst>
            <pc:docMk/>
            <pc:sldMk cId="1576183652" sldId="299"/>
            <ac:grpSpMk id="1061" creationId="{CF027DA1-D51B-56CF-523A-9E71D7CCE3BA}"/>
          </ac:grpSpMkLst>
        </pc:grpChg>
        <pc:picChg chg="mod ord">
          <ac:chgData name="Duy Phan" userId="4a671f85c7ece164" providerId="LiveId" clId="{A441D81C-AEF8-464D-902E-B6449B34371D}" dt="2026-06-07T04:45:46.305" v="2241" actId="1076"/>
          <ac:picMkLst>
            <pc:docMk/>
            <pc:sldMk cId="1576183652" sldId="299"/>
            <ac:picMk id="16" creationId="{ED3EEF30-8F66-61BB-9CD2-D1B559741034}"/>
          </ac:picMkLst>
        </pc:picChg>
        <pc:picChg chg="del">
          <ac:chgData name="Duy Phan" userId="4a671f85c7ece164" providerId="LiveId" clId="{A441D81C-AEF8-464D-902E-B6449B34371D}" dt="2026-06-07T04:45:51.749" v="2242" actId="478"/>
          <ac:picMkLst>
            <pc:docMk/>
            <pc:sldMk cId="1576183652" sldId="299"/>
            <ac:picMk id="17" creationId="{253642BD-148B-6AE4-4F98-6F2EEABB3057}"/>
          </ac:picMkLst>
        </pc:picChg>
        <pc:picChg chg="add mod ord">
          <ac:chgData name="Duy Phan" userId="4a671f85c7ece164" providerId="LiveId" clId="{A441D81C-AEF8-464D-902E-B6449B34371D}" dt="2026-06-07T04:51:14.649" v="2360" actId="1076"/>
          <ac:picMkLst>
            <pc:docMk/>
            <pc:sldMk cId="1576183652" sldId="299"/>
            <ac:picMk id="25" creationId="{F86972EF-14A4-9B26-913F-3FF4AB444BCA}"/>
          </ac:picMkLst>
        </pc:picChg>
        <pc:picChg chg="add mod">
          <ac:chgData name="Duy Phan" userId="4a671f85c7ece164" providerId="LiveId" clId="{A441D81C-AEF8-464D-902E-B6449B34371D}" dt="2026-06-07T04:52:30.766" v="2364" actId="1076"/>
          <ac:picMkLst>
            <pc:docMk/>
            <pc:sldMk cId="1576183652" sldId="299"/>
            <ac:picMk id="26" creationId="{74339BFB-A888-25F0-E0F5-90C63F095E5D}"/>
          </ac:picMkLst>
        </pc:picChg>
      </pc:sldChg>
      <pc:sldChg chg="modSp add mod ord">
        <pc:chgData name="Duy Phan" userId="4a671f85c7ece164" providerId="LiveId" clId="{A441D81C-AEF8-464D-902E-B6449B34371D}" dt="2026-06-07T05:11:29.717" v="3276" actId="1076"/>
        <pc:sldMkLst>
          <pc:docMk/>
          <pc:sldMk cId="3965838811" sldId="300"/>
        </pc:sldMkLst>
        <pc:spChg chg="mod">
          <ac:chgData name="Duy Phan" userId="4a671f85c7ece164" providerId="LiveId" clId="{A441D81C-AEF8-464D-902E-B6449B34371D}" dt="2026-06-07T05:11:29.717" v="3276" actId="1076"/>
          <ac:spMkLst>
            <pc:docMk/>
            <pc:sldMk cId="3965838811" sldId="300"/>
            <ac:spMk id="1112" creationId="{D6A5D1EF-E449-CBB4-758D-09C7D91F7A42}"/>
          </ac:spMkLst>
        </pc:spChg>
        <pc:spChg chg="mod">
          <ac:chgData name="Duy Phan" userId="4a671f85c7ece164" providerId="LiveId" clId="{A441D81C-AEF8-464D-902E-B6449B34371D}" dt="2026-06-07T05:11:29.717" v="3276" actId="1076"/>
          <ac:spMkLst>
            <pc:docMk/>
            <pc:sldMk cId="3965838811" sldId="300"/>
            <ac:spMk id="1113" creationId="{4CD4F7BF-D429-6E68-C348-DD9C941A98B2}"/>
          </ac:spMkLst>
        </pc:spChg>
        <pc:grpChg chg="mod">
          <ac:chgData name="Duy Phan" userId="4a671f85c7ece164" providerId="LiveId" clId="{A441D81C-AEF8-464D-902E-B6449B34371D}" dt="2026-06-07T05:11:29.717" v="3276" actId="1076"/>
          <ac:grpSpMkLst>
            <pc:docMk/>
            <pc:sldMk cId="3965838811" sldId="300"/>
            <ac:grpSpMk id="1115" creationId="{770EC5D1-D79E-6022-9401-6B7A833AC366}"/>
          </ac:grpSpMkLst>
        </pc:grpChg>
        <pc:grpChg chg="mod">
          <ac:chgData name="Duy Phan" userId="4a671f85c7ece164" providerId="LiveId" clId="{A441D81C-AEF8-464D-902E-B6449B34371D}" dt="2026-06-07T05:10:43.971" v="3204" actId="1076"/>
          <ac:grpSpMkLst>
            <pc:docMk/>
            <pc:sldMk cId="3965838811" sldId="300"/>
            <ac:grpSpMk id="1146" creationId="{E3ED00DD-549A-535F-3C34-D223D0A0C72D}"/>
          </ac:grpSpMkLst>
        </pc:grpChg>
      </pc:sldChg>
      <pc:sldChg chg="addSp delSp modSp add mod">
        <pc:chgData name="Duy Phan" userId="4a671f85c7ece164" providerId="LiveId" clId="{A441D81C-AEF8-464D-902E-B6449B34371D}" dt="2026-06-07T06:24:40.747" v="4797" actId="123"/>
        <pc:sldMkLst>
          <pc:docMk/>
          <pc:sldMk cId="2790324976" sldId="301"/>
        </pc:sldMkLst>
        <pc:spChg chg="mod">
          <ac:chgData name="Duy Phan" userId="4a671f85c7ece164" providerId="LiveId" clId="{A441D81C-AEF8-464D-902E-B6449B34371D}" dt="2026-06-07T06:23:07.506" v="4774" actId="1076"/>
          <ac:spMkLst>
            <pc:docMk/>
            <pc:sldMk cId="2790324976" sldId="301"/>
            <ac:spMk id="2" creationId="{95398913-00A5-66F3-14B3-2C6B96DB9362}"/>
          </ac:spMkLst>
        </pc:spChg>
        <pc:spChg chg="add mod">
          <ac:chgData name="Duy Phan" userId="4a671f85c7ece164" providerId="LiveId" clId="{A441D81C-AEF8-464D-902E-B6449B34371D}" dt="2026-06-07T06:16:41.932" v="4710" actId="1076"/>
          <ac:spMkLst>
            <pc:docMk/>
            <pc:sldMk cId="2790324976" sldId="301"/>
            <ac:spMk id="5" creationId="{B6D57A1A-F9A6-7B54-02A7-38D3937651DF}"/>
          </ac:spMkLst>
        </pc:spChg>
        <pc:spChg chg="add mod">
          <ac:chgData name="Duy Phan" userId="4a671f85c7ece164" providerId="LiveId" clId="{A441D81C-AEF8-464D-902E-B6449B34371D}" dt="2026-06-07T06:23:36.680" v="4784" actId="14100"/>
          <ac:spMkLst>
            <pc:docMk/>
            <pc:sldMk cId="2790324976" sldId="301"/>
            <ac:spMk id="7" creationId="{60F68166-2215-123C-9F99-ABA6D210680B}"/>
          </ac:spMkLst>
        </pc:spChg>
        <pc:spChg chg="del">
          <ac:chgData name="Duy Phan" userId="4a671f85c7ece164" providerId="LiveId" clId="{A441D81C-AEF8-464D-902E-B6449B34371D}" dt="2026-06-07T06:14:53.638" v="4686" actId="478"/>
          <ac:spMkLst>
            <pc:docMk/>
            <pc:sldMk cId="2790324976" sldId="301"/>
            <ac:spMk id="8" creationId="{C3B35930-5760-DBE8-8132-1A22D89616A2}"/>
          </ac:spMkLst>
        </pc:spChg>
        <pc:spChg chg="del">
          <ac:chgData name="Duy Phan" userId="4a671f85c7ece164" providerId="LiveId" clId="{A441D81C-AEF8-464D-902E-B6449B34371D}" dt="2026-06-07T06:14:53.638" v="4686" actId="478"/>
          <ac:spMkLst>
            <pc:docMk/>
            <pc:sldMk cId="2790324976" sldId="301"/>
            <ac:spMk id="9" creationId="{4D4BCC7A-1253-28DF-20E1-4C92A937E339}"/>
          </ac:spMkLst>
        </pc:spChg>
        <pc:spChg chg="del mod">
          <ac:chgData name="Duy Phan" userId="4a671f85c7ece164" providerId="LiveId" clId="{A441D81C-AEF8-464D-902E-B6449B34371D}" dt="2026-06-07T06:14:46.972" v="4684" actId="478"/>
          <ac:spMkLst>
            <pc:docMk/>
            <pc:sldMk cId="2790324976" sldId="301"/>
            <ac:spMk id="12" creationId="{4A897F70-DFA5-E9B2-27E9-DF46F63EA0F9}"/>
          </ac:spMkLst>
        </pc:spChg>
        <pc:spChg chg="add mod">
          <ac:chgData name="Duy Phan" userId="4a671f85c7ece164" providerId="LiveId" clId="{A441D81C-AEF8-464D-902E-B6449B34371D}" dt="2026-06-07T06:24:40.747" v="4797" actId="123"/>
          <ac:spMkLst>
            <pc:docMk/>
            <pc:sldMk cId="2790324976" sldId="301"/>
            <ac:spMk id="16" creationId="{DFDFD2AD-81E7-31CF-6B9F-3A1FCD3A1BE5}"/>
          </ac:spMkLst>
        </pc:spChg>
        <pc:spChg chg="add mod">
          <ac:chgData name="Duy Phan" userId="4a671f85c7ece164" providerId="LiveId" clId="{A441D81C-AEF8-464D-902E-B6449B34371D}" dt="2026-06-07T06:24:17.621" v="4792" actId="14100"/>
          <ac:spMkLst>
            <pc:docMk/>
            <pc:sldMk cId="2790324976" sldId="301"/>
            <ac:spMk id="17" creationId="{487EDA57-5F81-08AB-D023-4A34AFFCFB4F}"/>
          </ac:spMkLst>
        </pc:spChg>
        <pc:spChg chg="add mod">
          <ac:chgData name="Duy Phan" userId="4a671f85c7ece164" providerId="LiveId" clId="{A441D81C-AEF8-464D-902E-B6449B34371D}" dt="2026-06-07T06:24:40.747" v="4797" actId="123"/>
          <ac:spMkLst>
            <pc:docMk/>
            <pc:sldMk cId="2790324976" sldId="301"/>
            <ac:spMk id="19" creationId="{67403659-9D55-6881-0DCB-FA694BD82258}"/>
          </ac:spMkLst>
        </pc:spChg>
        <pc:spChg chg="mod">
          <ac:chgData name="Duy Phan" userId="4a671f85c7ece164" providerId="LiveId" clId="{A441D81C-AEF8-464D-902E-B6449B34371D}" dt="2026-06-07T06:23:07.506" v="4774" actId="1076"/>
          <ac:spMkLst>
            <pc:docMk/>
            <pc:sldMk cId="2790324976" sldId="301"/>
            <ac:spMk id="1321" creationId="{571D1E1D-AFA6-E535-3299-F20712591128}"/>
          </ac:spMkLst>
        </pc:spChg>
        <pc:spChg chg="del mod">
          <ac:chgData name="Duy Phan" userId="4a671f85c7ece164" providerId="LiveId" clId="{A441D81C-AEF8-464D-902E-B6449B34371D}" dt="2026-06-07T06:14:46.972" v="4684" actId="478"/>
          <ac:spMkLst>
            <pc:docMk/>
            <pc:sldMk cId="2790324976" sldId="301"/>
            <ac:spMk id="1324" creationId="{AF20E9A4-E475-4414-16A7-0F59D28C3D3C}"/>
          </ac:spMkLst>
        </pc:spChg>
        <pc:spChg chg="del mod">
          <ac:chgData name="Duy Phan" userId="4a671f85c7ece164" providerId="LiveId" clId="{A441D81C-AEF8-464D-902E-B6449B34371D}" dt="2026-06-07T06:14:46.972" v="4684" actId="478"/>
          <ac:spMkLst>
            <pc:docMk/>
            <pc:sldMk cId="2790324976" sldId="301"/>
            <ac:spMk id="1327" creationId="{B30CCFA1-4CCE-9AB2-6FC0-37C43C5FA5C2}"/>
          </ac:spMkLst>
        </pc:spChg>
        <pc:spChg chg="del mod">
          <ac:chgData name="Duy Phan" userId="4a671f85c7ece164" providerId="LiveId" clId="{A441D81C-AEF8-464D-902E-B6449B34371D}" dt="2026-06-07T06:14:46.972" v="4684" actId="478"/>
          <ac:spMkLst>
            <pc:docMk/>
            <pc:sldMk cId="2790324976" sldId="301"/>
            <ac:spMk id="1328" creationId="{F4A15EE8-9E7D-F53B-185B-299306E7ED22}"/>
          </ac:spMkLst>
        </pc:spChg>
        <pc:spChg chg="del mod">
          <ac:chgData name="Duy Phan" userId="4a671f85c7ece164" providerId="LiveId" clId="{A441D81C-AEF8-464D-902E-B6449B34371D}" dt="2026-06-07T06:14:46.972" v="4684" actId="478"/>
          <ac:spMkLst>
            <pc:docMk/>
            <pc:sldMk cId="2790324976" sldId="301"/>
            <ac:spMk id="1329" creationId="{3EB4D8D6-E922-1B53-D6C8-52BD91CE12CB}"/>
          </ac:spMkLst>
        </pc:spChg>
        <pc:spChg chg="del mod">
          <ac:chgData name="Duy Phan" userId="4a671f85c7ece164" providerId="LiveId" clId="{A441D81C-AEF8-464D-902E-B6449B34371D}" dt="2026-06-07T06:14:46.972" v="4684" actId="478"/>
          <ac:spMkLst>
            <pc:docMk/>
            <pc:sldMk cId="2790324976" sldId="301"/>
            <ac:spMk id="1330" creationId="{C4ABADA2-7727-16ED-D90A-B72E548357E1}"/>
          </ac:spMkLst>
        </pc:spChg>
        <pc:spChg chg="del mod">
          <ac:chgData name="Duy Phan" userId="4a671f85c7ece164" providerId="LiveId" clId="{A441D81C-AEF8-464D-902E-B6449B34371D}" dt="2026-06-07T06:14:46.972" v="4684" actId="478"/>
          <ac:spMkLst>
            <pc:docMk/>
            <pc:sldMk cId="2790324976" sldId="301"/>
            <ac:spMk id="1331" creationId="{EC1C6756-2BEC-9733-7767-3BC31A61C7F0}"/>
          </ac:spMkLst>
        </pc:spChg>
        <pc:spChg chg="del">
          <ac:chgData name="Duy Phan" userId="4a671f85c7ece164" providerId="LiveId" clId="{A441D81C-AEF8-464D-902E-B6449B34371D}" dt="2026-06-07T06:14:53.638" v="4686" actId="478"/>
          <ac:spMkLst>
            <pc:docMk/>
            <pc:sldMk cId="2790324976" sldId="301"/>
            <ac:spMk id="1334" creationId="{1866C498-62C0-910C-9D32-4CD77A7762C2}"/>
          </ac:spMkLst>
        </pc:spChg>
        <pc:spChg chg="mod">
          <ac:chgData name="Duy Phan" userId="4a671f85c7ece164" providerId="LiveId" clId="{A441D81C-AEF8-464D-902E-B6449B34371D}" dt="2026-06-07T06:23:24.267" v="4780" actId="14100"/>
          <ac:spMkLst>
            <pc:docMk/>
            <pc:sldMk cId="2790324976" sldId="301"/>
            <ac:spMk id="1335" creationId="{4FE65DAB-B49C-9573-BC1B-AB9E5E712E49}"/>
          </ac:spMkLst>
        </pc:spChg>
        <pc:spChg chg="mod">
          <ac:chgData name="Duy Phan" userId="4a671f85c7ece164" providerId="LiveId" clId="{A441D81C-AEF8-464D-902E-B6449B34371D}" dt="2026-06-07T06:24:40.747" v="4797" actId="123"/>
          <ac:spMkLst>
            <pc:docMk/>
            <pc:sldMk cId="2790324976" sldId="301"/>
            <ac:spMk id="1337" creationId="{6B7BBBED-E28C-EA01-ABD1-A390D3886DF3}"/>
          </ac:spMkLst>
        </pc:spChg>
        <pc:spChg chg="mod">
          <ac:chgData name="Duy Phan" userId="4a671f85c7ece164" providerId="LiveId" clId="{A441D81C-AEF8-464D-902E-B6449B34371D}" dt="2026-06-07T06:23:07.506" v="4774" actId="1076"/>
          <ac:spMkLst>
            <pc:docMk/>
            <pc:sldMk cId="2790324976" sldId="301"/>
            <ac:spMk id="1343" creationId="{9E13D2A4-6C4E-4E11-2616-64DB1B1B4A50}"/>
          </ac:spMkLst>
        </pc:spChg>
        <pc:grpChg chg="mod">
          <ac:chgData name="Duy Phan" userId="4a671f85c7ece164" providerId="LiveId" clId="{A441D81C-AEF8-464D-902E-B6449B34371D}" dt="2026-06-07T06:23:07.506" v="4774" actId="1076"/>
          <ac:grpSpMkLst>
            <pc:docMk/>
            <pc:sldMk cId="2790324976" sldId="301"/>
            <ac:grpSpMk id="1344" creationId="{DF736459-AF7B-F637-BEAB-E936E611B5D4}"/>
          </ac:grpSpMkLst>
        </pc:grpChg>
        <pc:picChg chg="add mod">
          <ac:chgData name="Duy Phan" userId="4a671f85c7ece164" providerId="LiveId" clId="{A441D81C-AEF8-464D-902E-B6449B34371D}" dt="2026-06-07T06:23:17.441" v="4777" actId="14100"/>
          <ac:picMkLst>
            <pc:docMk/>
            <pc:sldMk cId="2790324976" sldId="301"/>
            <ac:picMk id="4" creationId="{333C2610-119E-65DF-5514-5C5780543BAA}"/>
          </ac:picMkLst>
        </pc:picChg>
        <pc:picChg chg="add mod">
          <ac:chgData name="Duy Phan" userId="4a671f85c7ece164" providerId="LiveId" clId="{A441D81C-AEF8-464D-902E-B6449B34371D}" dt="2026-06-07T06:16:38.156" v="4706"/>
          <ac:picMkLst>
            <pc:docMk/>
            <pc:sldMk cId="2790324976" sldId="301"/>
            <ac:picMk id="6" creationId="{969C3542-F42D-8159-5C9C-5088F558C5CA}"/>
          </ac:picMkLst>
        </pc:picChg>
        <pc:picChg chg="add del mod">
          <ac:chgData name="Duy Phan" userId="4a671f85c7ece164" providerId="LiveId" clId="{A441D81C-AEF8-464D-902E-B6449B34371D}" dt="2026-06-07T06:17:28.219" v="4722" actId="478"/>
          <ac:picMkLst>
            <pc:docMk/>
            <pc:sldMk cId="2790324976" sldId="301"/>
            <ac:picMk id="10" creationId="{8F9832A8-A633-F482-105C-5B5AC2BAF116}"/>
          </ac:picMkLst>
        </pc:picChg>
        <pc:picChg chg="add mod">
          <ac:chgData name="Duy Phan" userId="4a671f85c7ece164" providerId="LiveId" clId="{A441D81C-AEF8-464D-902E-B6449B34371D}" dt="2026-06-07T06:23:17.441" v="4777" actId="14100"/>
          <ac:picMkLst>
            <pc:docMk/>
            <pc:sldMk cId="2790324976" sldId="301"/>
            <ac:picMk id="13" creationId="{ED278943-25AA-B284-E0C9-613AFBCC78C9}"/>
          </ac:picMkLst>
        </pc:picChg>
        <pc:picChg chg="add del">
          <ac:chgData name="Duy Phan" userId="4a671f85c7ece164" providerId="LiveId" clId="{A441D81C-AEF8-464D-902E-B6449B34371D}" dt="2026-06-07T06:18:20.821" v="4734" actId="22"/>
          <ac:picMkLst>
            <pc:docMk/>
            <pc:sldMk cId="2790324976" sldId="301"/>
            <ac:picMk id="15" creationId="{04FEEAD8-A606-4279-362F-53598F69EDF2}"/>
          </ac:picMkLst>
        </pc:picChg>
        <pc:picChg chg="add del mod">
          <ac:chgData name="Duy Phan" userId="4a671f85c7ece164" providerId="LiveId" clId="{A441D81C-AEF8-464D-902E-B6449B34371D}" dt="2026-06-07T06:21:33.711" v="4754" actId="478"/>
          <ac:picMkLst>
            <pc:docMk/>
            <pc:sldMk cId="2790324976" sldId="301"/>
            <ac:picMk id="18" creationId="{7407DFD4-D7B5-7DEE-72D7-69EE6446E480}"/>
          </ac:picMkLst>
        </pc:picChg>
        <pc:picChg chg="add mod">
          <ac:chgData name="Duy Phan" userId="4a671f85c7ece164" providerId="LiveId" clId="{A441D81C-AEF8-464D-902E-B6449B34371D}" dt="2026-06-07T06:23:17.441" v="4777" actId="14100"/>
          <ac:picMkLst>
            <pc:docMk/>
            <pc:sldMk cId="2790324976" sldId="301"/>
            <ac:picMk id="21" creationId="{91DF848B-B775-D514-35E6-E92B63517883}"/>
          </ac:picMkLst>
        </pc:picChg>
        <pc:picChg chg="del">
          <ac:chgData name="Duy Phan" userId="4a671f85c7ece164" providerId="LiveId" clId="{A441D81C-AEF8-464D-902E-B6449B34371D}" dt="2026-06-07T06:14:41.775" v="4682" actId="478"/>
          <ac:picMkLst>
            <pc:docMk/>
            <pc:sldMk cId="2790324976" sldId="301"/>
            <ac:picMk id="1326" creationId="{CFAF33E5-6556-B8E8-1C32-F42C3E5867F3}"/>
          </ac:picMkLst>
        </pc:picChg>
        <pc:picChg chg="del">
          <ac:chgData name="Duy Phan" userId="4a671f85c7ece164" providerId="LiveId" clId="{A441D81C-AEF8-464D-902E-B6449B34371D}" dt="2026-06-07T06:14:49.883" v="4685" actId="478"/>
          <ac:picMkLst>
            <pc:docMk/>
            <pc:sldMk cId="2790324976" sldId="301"/>
            <ac:picMk id="1333" creationId="{EDB774B7-4BB9-0A80-4DF5-4E7200A7C41B}"/>
          </ac:picMkLst>
        </pc:picChg>
      </pc:sldChg>
      <pc:sldChg chg="addSp delSp modSp add mod ord">
        <pc:chgData name="Duy Phan" userId="4a671f85c7ece164" providerId="LiveId" clId="{A441D81C-AEF8-464D-902E-B6449B34371D}" dt="2026-06-08T03:05:33.382" v="5859" actId="1076"/>
        <pc:sldMkLst>
          <pc:docMk/>
          <pc:sldMk cId="2041865058" sldId="302"/>
        </pc:sldMkLst>
        <pc:spChg chg="mod">
          <ac:chgData name="Duy Phan" userId="4a671f85c7ece164" providerId="LiveId" clId="{A441D81C-AEF8-464D-902E-B6449B34371D}" dt="2026-06-07T06:42:53.465" v="5081" actId="1076"/>
          <ac:spMkLst>
            <pc:docMk/>
            <pc:sldMk cId="2041865058" sldId="302"/>
            <ac:spMk id="2" creationId="{A4ECB6B4-7C98-FAD6-8030-802484E9BFBF}"/>
          </ac:spMkLst>
        </pc:spChg>
        <pc:spChg chg="add mod">
          <ac:chgData name="Duy Phan" userId="4a671f85c7ece164" providerId="LiveId" clId="{A441D81C-AEF8-464D-902E-B6449B34371D}" dt="2026-06-07T06:42:53.465" v="5081" actId="1076"/>
          <ac:spMkLst>
            <pc:docMk/>
            <pc:sldMk cId="2041865058" sldId="302"/>
            <ac:spMk id="3" creationId="{4AB9C8A5-29AC-1C60-238F-F39AC851C712}"/>
          </ac:spMkLst>
        </pc:spChg>
        <pc:spChg chg="add mod">
          <ac:chgData name="Duy Phan" userId="4a671f85c7ece164" providerId="LiveId" clId="{A441D81C-AEF8-464D-902E-B6449B34371D}" dt="2026-06-07T06:42:53.465" v="5081" actId="1076"/>
          <ac:spMkLst>
            <pc:docMk/>
            <pc:sldMk cId="2041865058" sldId="302"/>
            <ac:spMk id="4" creationId="{C762B90D-D38E-BC8B-0074-5B5F00828B93}"/>
          </ac:spMkLst>
        </pc:spChg>
        <pc:spChg chg="mod">
          <ac:chgData name="Duy Phan" userId="4a671f85c7ece164" providerId="LiveId" clId="{A441D81C-AEF8-464D-902E-B6449B34371D}" dt="2026-06-07T06:48:12.604" v="5085" actId="20577"/>
          <ac:spMkLst>
            <pc:docMk/>
            <pc:sldMk cId="2041865058" sldId="302"/>
            <ac:spMk id="5" creationId="{6492A583-BA95-3989-7DF2-6F1DDA768829}"/>
          </ac:spMkLst>
        </pc:spChg>
        <pc:spChg chg="add mod">
          <ac:chgData name="Duy Phan" userId="4a671f85c7ece164" providerId="LiveId" clId="{A441D81C-AEF8-464D-902E-B6449B34371D}" dt="2026-06-07T06:42:53.465" v="5081" actId="1076"/>
          <ac:spMkLst>
            <pc:docMk/>
            <pc:sldMk cId="2041865058" sldId="302"/>
            <ac:spMk id="6" creationId="{A7551EE9-D616-D56D-E34B-5C1298242E79}"/>
          </ac:spMkLst>
        </pc:spChg>
        <pc:spChg chg="add mod">
          <ac:chgData name="Duy Phan" userId="4a671f85c7ece164" providerId="LiveId" clId="{A441D81C-AEF8-464D-902E-B6449B34371D}" dt="2026-06-07T06:35:55.666" v="4994" actId="14100"/>
          <ac:spMkLst>
            <pc:docMk/>
            <pc:sldMk cId="2041865058" sldId="302"/>
            <ac:spMk id="7" creationId="{1769CE81-058B-C695-0E42-3E7702A5FB56}"/>
          </ac:spMkLst>
        </pc:spChg>
        <pc:spChg chg="del">
          <ac:chgData name="Duy Phan" userId="4a671f85c7ece164" providerId="LiveId" clId="{A441D81C-AEF8-464D-902E-B6449B34371D}" dt="2026-06-07T06:30:09.646" v="4926" actId="478"/>
          <ac:spMkLst>
            <pc:docMk/>
            <pc:sldMk cId="2041865058" sldId="302"/>
            <ac:spMk id="8" creationId="{2317496E-6ECF-610A-90F3-CCFF01F484AD}"/>
          </ac:spMkLst>
        </pc:spChg>
        <pc:spChg chg="del">
          <ac:chgData name="Duy Phan" userId="4a671f85c7ece164" providerId="LiveId" clId="{A441D81C-AEF8-464D-902E-B6449B34371D}" dt="2026-06-07T06:30:09.646" v="4926" actId="478"/>
          <ac:spMkLst>
            <pc:docMk/>
            <pc:sldMk cId="2041865058" sldId="302"/>
            <ac:spMk id="9" creationId="{D4D34DA9-433D-DA10-3EB5-2A6D35D9B0E3}"/>
          </ac:spMkLst>
        </pc:spChg>
        <pc:spChg chg="del">
          <ac:chgData name="Duy Phan" userId="4a671f85c7ece164" providerId="LiveId" clId="{A441D81C-AEF8-464D-902E-B6449B34371D}" dt="2026-06-07T06:30:09.646" v="4926" actId="478"/>
          <ac:spMkLst>
            <pc:docMk/>
            <pc:sldMk cId="2041865058" sldId="302"/>
            <ac:spMk id="10" creationId="{D850A22E-56F3-1D2F-11D4-39887A91509E}"/>
          </ac:spMkLst>
        </pc:spChg>
        <pc:spChg chg="del">
          <ac:chgData name="Duy Phan" userId="4a671f85c7ece164" providerId="LiveId" clId="{A441D81C-AEF8-464D-902E-B6449B34371D}" dt="2026-06-07T06:30:09.646" v="4926" actId="478"/>
          <ac:spMkLst>
            <pc:docMk/>
            <pc:sldMk cId="2041865058" sldId="302"/>
            <ac:spMk id="11" creationId="{411668DA-0432-CF80-9A46-BAD18E53A9DF}"/>
          </ac:spMkLst>
        </pc:spChg>
        <pc:spChg chg="del">
          <ac:chgData name="Duy Phan" userId="4a671f85c7ece164" providerId="LiveId" clId="{A441D81C-AEF8-464D-902E-B6449B34371D}" dt="2026-06-07T06:30:09.646" v="4926" actId="478"/>
          <ac:spMkLst>
            <pc:docMk/>
            <pc:sldMk cId="2041865058" sldId="302"/>
            <ac:spMk id="12" creationId="{2A79FF37-65C8-36C8-1F9E-56C365962AF4}"/>
          </ac:spMkLst>
        </pc:spChg>
        <pc:spChg chg="del">
          <ac:chgData name="Duy Phan" userId="4a671f85c7ece164" providerId="LiveId" clId="{A441D81C-AEF8-464D-902E-B6449B34371D}" dt="2026-06-07T06:30:09.646" v="4926" actId="478"/>
          <ac:spMkLst>
            <pc:docMk/>
            <pc:sldMk cId="2041865058" sldId="302"/>
            <ac:spMk id="13" creationId="{7937ECE7-4863-D3BE-F69C-83304EECF30F}"/>
          </ac:spMkLst>
        </pc:spChg>
        <pc:spChg chg="mod">
          <ac:chgData name="Duy Phan" userId="4a671f85c7ece164" providerId="LiveId" clId="{A441D81C-AEF8-464D-902E-B6449B34371D}" dt="2026-06-07T06:42:53.465" v="5081" actId="1076"/>
          <ac:spMkLst>
            <pc:docMk/>
            <pc:sldMk cId="2041865058" sldId="302"/>
            <ac:spMk id="14" creationId="{2D05161E-17B5-0135-F51B-95BEACD7A8D7}"/>
          </ac:spMkLst>
        </pc:spChg>
        <pc:spChg chg="del">
          <ac:chgData name="Duy Phan" userId="4a671f85c7ece164" providerId="LiveId" clId="{A441D81C-AEF8-464D-902E-B6449B34371D}" dt="2026-06-07T06:30:09.646" v="4926" actId="478"/>
          <ac:spMkLst>
            <pc:docMk/>
            <pc:sldMk cId="2041865058" sldId="302"/>
            <ac:spMk id="15" creationId="{0144C3D9-4312-CE63-3EDB-4A9F1B2AC89E}"/>
          </ac:spMkLst>
        </pc:spChg>
        <pc:spChg chg="add del">
          <ac:chgData name="Duy Phan" userId="4a671f85c7ece164" providerId="LiveId" clId="{A441D81C-AEF8-464D-902E-B6449B34371D}" dt="2026-06-07T06:36:20.929" v="4996" actId="22"/>
          <ac:spMkLst>
            <pc:docMk/>
            <pc:sldMk cId="2041865058" sldId="302"/>
            <ac:spMk id="18" creationId="{9F09AA8E-42E3-204C-7CA3-93120A09099B}"/>
          </ac:spMkLst>
        </pc:spChg>
        <pc:spChg chg="add del mod">
          <ac:chgData name="Duy Phan" userId="4a671f85c7ece164" providerId="LiveId" clId="{A441D81C-AEF8-464D-902E-B6449B34371D}" dt="2026-06-07T06:42:53.465" v="5081" actId="1076"/>
          <ac:spMkLst>
            <pc:docMk/>
            <pc:sldMk cId="2041865058" sldId="302"/>
            <ac:spMk id="20" creationId="{7595718B-70AF-F0B5-3ED1-D78E2160CFBB}"/>
          </ac:spMkLst>
        </pc:spChg>
        <pc:spChg chg="mod">
          <ac:chgData name="Duy Phan" userId="4a671f85c7ece164" providerId="LiveId" clId="{A441D81C-AEF8-464D-902E-B6449B34371D}" dt="2026-06-07T06:25:18.956" v="4802" actId="20577"/>
          <ac:spMkLst>
            <pc:docMk/>
            <pc:sldMk cId="2041865058" sldId="302"/>
            <ac:spMk id="23" creationId="{73679B9D-8112-81C8-A393-FCAD067046DE}"/>
          </ac:spMkLst>
        </pc:spChg>
        <pc:spChg chg="del">
          <ac:chgData name="Duy Phan" userId="4a671f85c7ece164" providerId="LiveId" clId="{A441D81C-AEF8-464D-902E-B6449B34371D}" dt="2026-06-07T06:30:09.646" v="4926" actId="478"/>
          <ac:spMkLst>
            <pc:docMk/>
            <pc:sldMk cId="2041865058" sldId="302"/>
            <ac:spMk id="24" creationId="{42B36666-E5D1-FEF7-5DC1-6041B192939B}"/>
          </ac:spMkLst>
        </pc:spChg>
        <pc:spChg chg="add mod">
          <ac:chgData name="Duy Phan" userId="4a671f85c7ece164" providerId="LiveId" clId="{A441D81C-AEF8-464D-902E-B6449B34371D}" dt="2026-06-07T06:39:25.484" v="5034"/>
          <ac:spMkLst>
            <pc:docMk/>
            <pc:sldMk cId="2041865058" sldId="302"/>
            <ac:spMk id="1029" creationId="{1EE99D0E-5A99-E49B-4AB4-D18EE2AEDE02}"/>
          </ac:spMkLst>
        </pc:spChg>
        <pc:spChg chg="add mod">
          <ac:chgData name="Duy Phan" userId="4a671f85c7ece164" providerId="LiveId" clId="{A441D81C-AEF8-464D-902E-B6449B34371D}" dt="2026-06-07T06:39:25.484" v="5034"/>
          <ac:spMkLst>
            <pc:docMk/>
            <pc:sldMk cId="2041865058" sldId="302"/>
            <ac:spMk id="1030" creationId="{27AB57FE-239B-96F3-950E-C6AC25E1CE7F}"/>
          </ac:spMkLst>
        </pc:spChg>
        <pc:spChg chg="add mod">
          <ac:chgData name="Duy Phan" userId="4a671f85c7ece164" providerId="LiveId" clId="{A441D81C-AEF8-464D-902E-B6449B34371D}" dt="2026-06-07T06:39:25.484" v="5034"/>
          <ac:spMkLst>
            <pc:docMk/>
            <pc:sldMk cId="2041865058" sldId="302"/>
            <ac:spMk id="1031" creationId="{B71C559F-D6F4-1D3A-7E20-8ED19EC220C8}"/>
          </ac:spMkLst>
        </pc:spChg>
        <pc:spChg chg="add mod">
          <ac:chgData name="Duy Phan" userId="4a671f85c7ece164" providerId="LiveId" clId="{A441D81C-AEF8-464D-902E-B6449B34371D}" dt="2026-06-07T06:39:31.508" v="5039" actId="1076"/>
          <ac:spMkLst>
            <pc:docMk/>
            <pc:sldMk cId="2041865058" sldId="302"/>
            <ac:spMk id="1032" creationId="{69321CD7-C4E0-4998-B5BC-97156FBDE847}"/>
          </ac:spMkLst>
        </pc:spChg>
        <pc:spChg chg="add mod">
          <ac:chgData name="Duy Phan" userId="4a671f85c7ece164" providerId="LiveId" clId="{A441D81C-AEF8-464D-902E-B6449B34371D}" dt="2026-06-07T06:39:31.508" v="5039" actId="1076"/>
          <ac:spMkLst>
            <pc:docMk/>
            <pc:sldMk cId="2041865058" sldId="302"/>
            <ac:spMk id="1033" creationId="{F47CD408-F579-A3BF-B74D-3953CA03805D}"/>
          </ac:spMkLst>
        </pc:spChg>
        <pc:spChg chg="add mod">
          <ac:chgData name="Duy Phan" userId="4a671f85c7ece164" providerId="LiveId" clId="{A441D81C-AEF8-464D-902E-B6449B34371D}" dt="2026-06-07T06:39:31.508" v="5039" actId="1076"/>
          <ac:spMkLst>
            <pc:docMk/>
            <pc:sldMk cId="2041865058" sldId="302"/>
            <ac:spMk id="1034" creationId="{23C6204E-BB6D-577C-65DF-6A9FD2AC8F62}"/>
          </ac:spMkLst>
        </pc:spChg>
        <pc:spChg chg="add mod">
          <ac:chgData name="Duy Phan" userId="4a671f85c7ece164" providerId="LiveId" clId="{A441D81C-AEF8-464D-902E-B6449B34371D}" dt="2026-06-07T06:42:53.465" v="5081" actId="1076"/>
          <ac:spMkLst>
            <pc:docMk/>
            <pc:sldMk cId="2041865058" sldId="302"/>
            <ac:spMk id="1035" creationId="{AB76F39F-1E99-30FD-4D82-071328DC7703}"/>
          </ac:spMkLst>
        </pc:spChg>
        <pc:spChg chg="add mod">
          <ac:chgData name="Duy Phan" userId="4a671f85c7ece164" providerId="LiveId" clId="{A441D81C-AEF8-464D-902E-B6449B34371D}" dt="2026-06-07T06:41:25.315" v="5061" actId="113"/>
          <ac:spMkLst>
            <pc:docMk/>
            <pc:sldMk cId="2041865058" sldId="302"/>
            <ac:spMk id="1036" creationId="{14EC205C-2F58-B0BB-EBDD-F9F4EED98079}"/>
          </ac:spMkLst>
        </pc:spChg>
        <pc:spChg chg="add mod">
          <ac:chgData name="Duy Phan" userId="4a671f85c7ece164" providerId="LiveId" clId="{A441D81C-AEF8-464D-902E-B6449B34371D}" dt="2026-06-07T06:42:53.465" v="5081" actId="1076"/>
          <ac:spMkLst>
            <pc:docMk/>
            <pc:sldMk cId="2041865058" sldId="302"/>
            <ac:spMk id="1037" creationId="{5A9A5B15-8F47-E019-FADA-F43F0B3EFA52}"/>
          </ac:spMkLst>
        </pc:spChg>
        <pc:spChg chg="add mod">
          <ac:chgData name="Duy Phan" userId="4a671f85c7ece164" providerId="LiveId" clId="{A441D81C-AEF8-464D-902E-B6449B34371D}" dt="2026-06-07T06:42:53.465" v="5081" actId="1076"/>
          <ac:spMkLst>
            <pc:docMk/>
            <pc:sldMk cId="2041865058" sldId="302"/>
            <ac:spMk id="1038" creationId="{2532D09B-27FC-94B9-1FD8-70716BB3F357}"/>
          </ac:spMkLst>
        </pc:spChg>
        <pc:spChg chg="mod">
          <ac:chgData name="Duy Phan" userId="4a671f85c7ece164" providerId="LiveId" clId="{A441D81C-AEF8-464D-902E-B6449B34371D}" dt="2026-06-08T03:05:33.382" v="5859" actId="1076"/>
          <ac:spMkLst>
            <pc:docMk/>
            <pc:sldMk cId="2041865058" sldId="302"/>
            <ac:spMk id="1039" creationId="{E97EC089-085C-D046-64F7-AF5CD515586E}"/>
          </ac:spMkLst>
        </pc:spChg>
        <pc:spChg chg="mod">
          <ac:chgData name="Duy Phan" userId="4a671f85c7ece164" providerId="LiveId" clId="{A441D81C-AEF8-464D-902E-B6449B34371D}" dt="2026-06-07T06:34:25.784" v="4969" actId="255"/>
          <ac:spMkLst>
            <pc:docMk/>
            <pc:sldMk cId="2041865058" sldId="302"/>
            <ac:spMk id="1040" creationId="{ED0F1695-CAD7-B582-BD34-CE206826B9B0}"/>
          </ac:spMkLst>
        </pc:spChg>
        <pc:spChg chg="mod">
          <ac:chgData name="Duy Phan" userId="4a671f85c7ece164" providerId="LiveId" clId="{A441D81C-AEF8-464D-902E-B6449B34371D}" dt="2026-06-07T06:42:53.465" v="5081" actId="1076"/>
          <ac:spMkLst>
            <pc:docMk/>
            <pc:sldMk cId="2041865058" sldId="302"/>
            <ac:spMk id="1041" creationId="{571423E4-55BA-496E-FD4C-7315CB258AC5}"/>
          </ac:spMkLst>
        </pc:spChg>
        <pc:picChg chg="del">
          <ac:chgData name="Duy Phan" userId="4a671f85c7ece164" providerId="LiveId" clId="{A441D81C-AEF8-464D-902E-B6449B34371D}" dt="2026-06-07T06:26:08.192" v="4902" actId="478"/>
          <ac:picMkLst>
            <pc:docMk/>
            <pc:sldMk cId="2041865058" sldId="302"/>
            <ac:picMk id="16" creationId="{547EE857-69E3-BAAA-E132-10F7BB1030E2}"/>
          </ac:picMkLst>
        </pc:picChg>
        <pc:picChg chg="del">
          <ac:chgData name="Duy Phan" userId="4a671f85c7ece164" providerId="LiveId" clId="{A441D81C-AEF8-464D-902E-B6449B34371D}" dt="2026-06-07T06:26:08.192" v="4902" actId="478"/>
          <ac:picMkLst>
            <pc:docMk/>
            <pc:sldMk cId="2041865058" sldId="302"/>
            <ac:picMk id="25" creationId="{2C1D0B58-BE48-8D35-B643-77598C0DA00A}"/>
          </ac:picMkLst>
        </pc:picChg>
        <pc:picChg chg="del">
          <ac:chgData name="Duy Phan" userId="4a671f85c7ece164" providerId="LiveId" clId="{A441D81C-AEF8-464D-902E-B6449B34371D}" dt="2026-06-07T06:26:08.192" v="4902" actId="478"/>
          <ac:picMkLst>
            <pc:docMk/>
            <pc:sldMk cId="2041865058" sldId="302"/>
            <ac:picMk id="26" creationId="{A8262F0B-6CEF-C564-9234-11BC0CE3A323}"/>
          </ac:picMkLst>
        </pc:picChg>
        <pc:cxnChg chg="add mod">
          <ac:chgData name="Duy Phan" userId="4a671f85c7ece164" providerId="LiveId" clId="{A441D81C-AEF8-464D-902E-B6449B34371D}" dt="2026-06-07T06:42:02.517" v="5074" actId="14100"/>
          <ac:cxnSpMkLst>
            <pc:docMk/>
            <pc:sldMk cId="2041865058" sldId="302"/>
            <ac:cxnSpMk id="22" creationId="{C091F237-E9D6-B2AB-CEA6-AF49C8A8402F}"/>
          </ac:cxnSpMkLst>
        </pc:cxnChg>
        <pc:cxnChg chg="add mod">
          <ac:chgData name="Duy Phan" userId="4a671f85c7ece164" providerId="LiveId" clId="{A441D81C-AEF8-464D-902E-B6449B34371D}" dt="2026-06-07T06:42:05.575" v="5075" actId="14100"/>
          <ac:cxnSpMkLst>
            <pc:docMk/>
            <pc:sldMk cId="2041865058" sldId="302"/>
            <ac:cxnSpMk id="1025" creationId="{7A24595E-4BB0-E950-4D0B-EF7388E0F350}"/>
          </ac:cxnSpMkLst>
        </pc:cxnChg>
        <pc:cxnChg chg="add del mod">
          <ac:chgData name="Duy Phan" userId="4a671f85c7ece164" providerId="LiveId" clId="{A441D81C-AEF8-464D-902E-B6449B34371D}" dt="2026-06-07T06:41:44.113" v="5067" actId="478"/>
          <ac:cxnSpMkLst>
            <pc:docMk/>
            <pc:sldMk cId="2041865058" sldId="302"/>
            <ac:cxnSpMk id="1048" creationId="{E8B1A53E-8100-6286-7E31-84F29C3BDF44}"/>
          </ac:cxnSpMkLst>
        </pc:cxnChg>
        <pc:cxnChg chg="add mod">
          <ac:chgData name="Duy Phan" userId="4a671f85c7ece164" providerId="LiveId" clId="{A441D81C-AEF8-464D-902E-B6449B34371D}" dt="2026-06-07T06:42:41.668" v="5080" actId="14100"/>
          <ac:cxnSpMkLst>
            <pc:docMk/>
            <pc:sldMk cId="2041865058" sldId="302"/>
            <ac:cxnSpMk id="1056" creationId="{ECECDCF5-BD98-ABE7-B1A5-00AC7D48A550}"/>
          </ac:cxnSpMkLst>
        </pc:cxnChg>
      </pc:sldChg>
      <pc:sldChg chg="addSp delSp modSp add mod ord">
        <pc:chgData name="Duy Phan" userId="4a671f85c7ece164" providerId="LiveId" clId="{A441D81C-AEF8-464D-902E-B6449B34371D}" dt="2026-06-07T07:10:39.462" v="5397" actId="14100"/>
        <pc:sldMkLst>
          <pc:docMk/>
          <pc:sldMk cId="2673035856" sldId="303"/>
        </pc:sldMkLst>
        <pc:spChg chg="mod">
          <ac:chgData name="Duy Phan" userId="4a671f85c7ece164" providerId="LiveId" clId="{A441D81C-AEF8-464D-902E-B6449B34371D}" dt="2026-06-07T07:06:19.357" v="5330" actId="1076"/>
          <ac:spMkLst>
            <pc:docMk/>
            <pc:sldMk cId="2673035856" sldId="303"/>
            <ac:spMk id="2" creationId="{018B16C6-19F8-C6D1-6AFB-1135B3CBF2E7}"/>
          </ac:spMkLst>
        </pc:spChg>
        <pc:spChg chg="add mod">
          <ac:chgData name="Duy Phan" userId="4a671f85c7ece164" providerId="LiveId" clId="{A441D81C-AEF8-464D-902E-B6449B34371D}" dt="2026-06-07T07:06:02.259" v="5325" actId="1076"/>
          <ac:spMkLst>
            <pc:docMk/>
            <pc:sldMk cId="2673035856" sldId="303"/>
            <ac:spMk id="3" creationId="{E8C16012-553B-D8E4-E61C-462C2FA960EB}"/>
          </ac:spMkLst>
        </pc:spChg>
        <pc:spChg chg="add mod ord">
          <ac:chgData name="Duy Phan" userId="4a671f85c7ece164" providerId="LiveId" clId="{A441D81C-AEF8-464D-902E-B6449B34371D}" dt="2026-06-07T07:06:41.851" v="5335" actId="14100"/>
          <ac:spMkLst>
            <pc:docMk/>
            <pc:sldMk cId="2673035856" sldId="303"/>
            <ac:spMk id="5" creationId="{AB97D44A-C861-551F-49AB-EF626A7F2424}"/>
          </ac:spMkLst>
        </pc:spChg>
        <pc:spChg chg="add mod">
          <ac:chgData name="Duy Phan" userId="4a671f85c7ece164" providerId="LiveId" clId="{A441D81C-AEF8-464D-902E-B6449B34371D}" dt="2026-06-07T06:50:05.793" v="5111" actId="1076"/>
          <ac:spMkLst>
            <pc:docMk/>
            <pc:sldMk cId="2673035856" sldId="303"/>
            <ac:spMk id="6" creationId="{90630D92-D4B4-789C-8C66-4A9DE04F88B5}"/>
          </ac:spMkLst>
        </pc:spChg>
        <pc:spChg chg="del">
          <ac:chgData name="Duy Phan" userId="4a671f85c7ece164" providerId="LiveId" clId="{A441D81C-AEF8-464D-902E-B6449B34371D}" dt="2026-06-07T06:48:21.575" v="5088" actId="478"/>
          <ac:spMkLst>
            <pc:docMk/>
            <pc:sldMk cId="2673035856" sldId="303"/>
            <ac:spMk id="7" creationId="{65C34D0F-02C6-AFCC-00B4-71F57BD61858}"/>
          </ac:spMkLst>
        </pc:spChg>
        <pc:spChg chg="add del mod">
          <ac:chgData name="Duy Phan" userId="4a671f85c7ece164" providerId="LiveId" clId="{A441D81C-AEF8-464D-902E-B6449B34371D}" dt="2026-06-07T06:50:15.429" v="5116" actId="478"/>
          <ac:spMkLst>
            <pc:docMk/>
            <pc:sldMk cId="2673035856" sldId="303"/>
            <ac:spMk id="8" creationId="{82CD9B60-9255-72A4-4209-4BB16C0D3115}"/>
          </ac:spMkLst>
        </pc:spChg>
        <pc:spChg chg="del mod topLvl">
          <ac:chgData name="Duy Phan" userId="4a671f85c7ece164" providerId="LiveId" clId="{A441D81C-AEF8-464D-902E-B6449B34371D}" dt="2026-06-07T06:52:44.958" v="5161" actId="478"/>
          <ac:spMkLst>
            <pc:docMk/>
            <pc:sldMk cId="2673035856" sldId="303"/>
            <ac:spMk id="11" creationId="{93E4E69C-EE80-A25B-259C-EC26EC2670F5}"/>
          </ac:spMkLst>
        </pc:spChg>
        <pc:spChg chg="add del mod">
          <ac:chgData name="Duy Phan" userId="4a671f85c7ece164" providerId="LiveId" clId="{A441D81C-AEF8-464D-902E-B6449B34371D}" dt="2026-06-07T06:51:14.841" v="5141" actId="478"/>
          <ac:spMkLst>
            <pc:docMk/>
            <pc:sldMk cId="2673035856" sldId="303"/>
            <ac:spMk id="12" creationId="{30275DA1-17A3-3B51-7C48-7571A12CE322}"/>
          </ac:spMkLst>
        </pc:spChg>
        <pc:spChg chg="mod">
          <ac:chgData name="Duy Phan" userId="4a671f85c7ece164" providerId="LiveId" clId="{A441D81C-AEF8-464D-902E-B6449B34371D}" dt="2026-06-07T06:56:45.929" v="5215" actId="208"/>
          <ac:spMkLst>
            <pc:docMk/>
            <pc:sldMk cId="2673035856" sldId="303"/>
            <ac:spMk id="15" creationId="{6C0A51F9-F664-D736-392F-28BB887E1B97}"/>
          </ac:spMkLst>
        </pc:spChg>
        <pc:spChg chg="del">
          <ac:chgData name="Duy Phan" userId="4a671f85c7ece164" providerId="LiveId" clId="{A441D81C-AEF8-464D-902E-B6449B34371D}" dt="2026-06-07T06:52:58.703" v="5164" actId="478"/>
          <ac:spMkLst>
            <pc:docMk/>
            <pc:sldMk cId="2673035856" sldId="303"/>
            <ac:spMk id="16" creationId="{7B56F0DB-F0B0-CBF1-D6D0-1DF07291A302}"/>
          </ac:spMkLst>
        </pc:spChg>
        <pc:spChg chg="del">
          <ac:chgData name="Duy Phan" userId="4a671f85c7ece164" providerId="LiveId" clId="{A441D81C-AEF8-464D-902E-B6449B34371D}" dt="2026-06-07T06:48:27.212" v="5089" actId="478"/>
          <ac:spMkLst>
            <pc:docMk/>
            <pc:sldMk cId="2673035856" sldId="303"/>
            <ac:spMk id="17" creationId="{4AC0B7F4-117E-5BAF-2018-F29AAA3240E4}"/>
          </ac:spMkLst>
        </pc:spChg>
        <pc:spChg chg="del">
          <ac:chgData name="Duy Phan" userId="4a671f85c7ece164" providerId="LiveId" clId="{A441D81C-AEF8-464D-902E-B6449B34371D}" dt="2026-06-07T06:52:59.610" v="5165" actId="478"/>
          <ac:spMkLst>
            <pc:docMk/>
            <pc:sldMk cId="2673035856" sldId="303"/>
            <ac:spMk id="19" creationId="{B4B7C3CB-0356-9E3A-3528-EBE365D27B99}"/>
          </ac:spMkLst>
        </pc:spChg>
        <pc:spChg chg="add del mod topLvl">
          <ac:chgData name="Duy Phan" userId="4a671f85c7ece164" providerId="LiveId" clId="{A441D81C-AEF8-464D-902E-B6449B34371D}" dt="2026-06-07T06:53:42.051" v="5177" actId="478"/>
          <ac:spMkLst>
            <pc:docMk/>
            <pc:sldMk cId="2673035856" sldId="303"/>
            <ac:spMk id="27" creationId="{63D34FBA-73E0-EDE9-97A9-F5690FF6CA32}"/>
          </ac:spMkLst>
        </pc:spChg>
        <pc:spChg chg="add mod">
          <ac:chgData name="Duy Phan" userId="4a671f85c7ece164" providerId="LiveId" clId="{A441D81C-AEF8-464D-902E-B6449B34371D}" dt="2026-06-07T07:06:28.769" v="5332" actId="1076"/>
          <ac:spMkLst>
            <pc:docMk/>
            <pc:sldMk cId="2673035856" sldId="303"/>
            <ac:spMk id="28" creationId="{E3A5FE5A-23A5-A294-5164-0D63534DDE6C}"/>
          </ac:spMkLst>
        </pc:spChg>
        <pc:spChg chg="add mod">
          <ac:chgData name="Duy Phan" userId="4a671f85c7ece164" providerId="LiveId" clId="{A441D81C-AEF8-464D-902E-B6449B34371D}" dt="2026-06-07T07:06:38.342" v="5334" actId="14100"/>
          <ac:spMkLst>
            <pc:docMk/>
            <pc:sldMk cId="2673035856" sldId="303"/>
            <ac:spMk id="29" creationId="{0198DC88-C8B6-14C8-7AB1-362FCBBF5CB5}"/>
          </ac:spMkLst>
        </pc:spChg>
        <pc:spChg chg="add mod">
          <ac:chgData name="Duy Phan" userId="4a671f85c7ece164" providerId="LiveId" clId="{A441D81C-AEF8-464D-902E-B6449B34371D}" dt="2026-06-07T07:07:05.121" v="5339" actId="1076"/>
          <ac:spMkLst>
            <pc:docMk/>
            <pc:sldMk cId="2673035856" sldId="303"/>
            <ac:spMk id="1315" creationId="{0020FB27-8841-69FD-CEF4-9D69FCC4CA6E}"/>
          </ac:spMkLst>
        </pc:spChg>
        <pc:spChg chg="add mod">
          <ac:chgData name="Duy Phan" userId="4a671f85c7ece164" providerId="LiveId" clId="{A441D81C-AEF8-464D-902E-B6449B34371D}" dt="2026-06-07T07:07:05.121" v="5339" actId="1076"/>
          <ac:spMkLst>
            <pc:docMk/>
            <pc:sldMk cId="2673035856" sldId="303"/>
            <ac:spMk id="1316" creationId="{F6D75A7F-7DE7-03D5-321B-4B40A82ED4FB}"/>
          </ac:spMkLst>
        </pc:spChg>
        <pc:spChg chg="mod">
          <ac:chgData name="Duy Phan" userId="4a671f85c7ece164" providerId="LiveId" clId="{A441D81C-AEF8-464D-902E-B6449B34371D}" dt="2026-06-07T07:01:32.534" v="5279"/>
          <ac:spMkLst>
            <pc:docMk/>
            <pc:sldMk cId="2673035856" sldId="303"/>
            <ac:spMk id="1319" creationId="{F77F5799-D560-6247-EB01-A717B070CD08}"/>
          </ac:spMkLst>
        </pc:spChg>
        <pc:spChg chg="add mod">
          <ac:chgData name="Duy Phan" userId="4a671f85c7ece164" providerId="LiveId" clId="{A441D81C-AEF8-464D-902E-B6449B34371D}" dt="2026-06-07T07:10:39.462" v="5397" actId="14100"/>
          <ac:spMkLst>
            <pc:docMk/>
            <pc:sldMk cId="2673035856" sldId="303"/>
            <ac:spMk id="1320" creationId="{ED5BA9A0-D4D3-38C0-455C-0051D64218C5}"/>
          </ac:spMkLst>
        </pc:spChg>
        <pc:spChg chg="mod">
          <ac:chgData name="Duy Phan" userId="4a671f85c7ece164" providerId="LiveId" clId="{A441D81C-AEF8-464D-902E-B6449B34371D}" dt="2026-06-07T07:06:19.357" v="5330" actId="1076"/>
          <ac:spMkLst>
            <pc:docMk/>
            <pc:sldMk cId="2673035856" sldId="303"/>
            <ac:spMk id="1321" creationId="{69F8F0FB-6BE9-0E0E-1C1D-671BF2EACA9F}"/>
          </ac:spMkLst>
        </pc:spChg>
        <pc:spChg chg="add mod">
          <ac:chgData name="Duy Phan" userId="4a671f85c7ece164" providerId="LiveId" clId="{A441D81C-AEF8-464D-902E-B6449B34371D}" dt="2026-06-07T07:10:06.456" v="5390" actId="14100"/>
          <ac:spMkLst>
            <pc:docMk/>
            <pc:sldMk cId="2673035856" sldId="303"/>
            <ac:spMk id="1330" creationId="{0930CB21-9E72-A424-F146-4E042E33A779}"/>
          </ac:spMkLst>
        </pc:spChg>
        <pc:spChg chg="add mod">
          <ac:chgData name="Duy Phan" userId="4a671f85c7ece164" providerId="LiveId" clId="{A441D81C-AEF8-464D-902E-B6449B34371D}" dt="2026-06-07T07:10:28.381" v="5394" actId="1076"/>
          <ac:spMkLst>
            <pc:docMk/>
            <pc:sldMk cId="2673035856" sldId="303"/>
            <ac:spMk id="1331" creationId="{8E5D774F-718C-4422-165A-A014176D7B59}"/>
          </ac:spMkLst>
        </pc:spChg>
        <pc:spChg chg="add mod">
          <ac:chgData name="Duy Phan" userId="4a671f85c7ece164" providerId="LiveId" clId="{A441D81C-AEF8-464D-902E-B6449B34371D}" dt="2026-06-07T07:10:29.933" v="5395" actId="20577"/>
          <ac:spMkLst>
            <pc:docMk/>
            <pc:sldMk cId="2673035856" sldId="303"/>
            <ac:spMk id="1332" creationId="{A528DC69-2B01-B06E-7353-5CEB709D571A}"/>
          </ac:spMkLst>
        </pc:spChg>
        <pc:spChg chg="del">
          <ac:chgData name="Duy Phan" userId="4a671f85c7ece164" providerId="LiveId" clId="{A441D81C-AEF8-464D-902E-B6449B34371D}" dt="2026-06-07T06:48:21.043" v="5087" actId="478"/>
          <ac:spMkLst>
            <pc:docMk/>
            <pc:sldMk cId="2673035856" sldId="303"/>
            <ac:spMk id="1335" creationId="{D1D6257F-2EEC-23C1-BEEE-491D64FC8D6B}"/>
          </ac:spMkLst>
        </pc:spChg>
        <pc:spChg chg="mod">
          <ac:chgData name="Duy Phan" userId="4a671f85c7ece164" providerId="LiveId" clId="{A441D81C-AEF8-464D-902E-B6449B34371D}" dt="2026-06-07T07:10:22.353" v="5393"/>
          <ac:spMkLst>
            <pc:docMk/>
            <pc:sldMk cId="2673035856" sldId="303"/>
            <ac:spMk id="1336" creationId="{5726DCDC-9403-D58E-F0C9-53EECE40EAF1}"/>
          </ac:spMkLst>
        </pc:spChg>
        <pc:spChg chg="mod">
          <ac:chgData name="Duy Phan" userId="4a671f85c7ece164" providerId="LiveId" clId="{A441D81C-AEF8-464D-902E-B6449B34371D}" dt="2026-06-07T07:10:12.893" v="5391" actId="14100"/>
          <ac:spMkLst>
            <pc:docMk/>
            <pc:sldMk cId="2673035856" sldId="303"/>
            <ac:spMk id="1337" creationId="{5EA82DFC-D762-A093-80F7-425FF18CAF0A}"/>
          </ac:spMkLst>
        </pc:spChg>
        <pc:spChg chg="mod">
          <ac:chgData name="Duy Phan" userId="4a671f85c7ece164" providerId="LiveId" clId="{A441D81C-AEF8-464D-902E-B6449B34371D}" dt="2026-06-07T07:06:19.357" v="5330" actId="1076"/>
          <ac:spMkLst>
            <pc:docMk/>
            <pc:sldMk cId="2673035856" sldId="303"/>
            <ac:spMk id="1343" creationId="{732AC0C5-1743-AEC0-57CC-D672C6E44A0F}"/>
          </ac:spMkLst>
        </pc:spChg>
        <pc:spChg chg="mod">
          <ac:chgData name="Duy Phan" userId="4a671f85c7ece164" providerId="LiveId" clId="{A441D81C-AEF8-464D-902E-B6449B34371D}" dt="2026-06-07T06:57:16.376" v="5222"/>
          <ac:spMkLst>
            <pc:docMk/>
            <pc:sldMk cId="2673035856" sldId="303"/>
            <ac:spMk id="1369" creationId="{0AA728AD-4A99-A5D8-E2F6-A50D77404A40}"/>
          </ac:spMkLst>
        </pc:spChg>
        <pc:spChg chg="add mod">
          <ac:chgData name="Duy Phan" userId="4a671f85c7ece164" providerId="LiveId" clId="{A441D81C-AEF8-464D-902E-B6449B34371D}" dt="2026-06-07T07:10:16.811" v="5392" actId="14100"/>
          <ac:spMkLst>
            <pc:docMk/>
            <pc:sldMk cId="2673035856" sldId="303"/>
            <ac:spMk id="1370" creationId="{11A2CD80-92E6-A2C0-2699-A783D4423BC3}"/>
          </ac:spMkLst>
        </pc:spChg>
        <pc:grpChg chg="add del mod">
          <ac:chgData name="Duy Phan" userId="4a671f85c7ece164" providerId="LiveId" clId="{A441D81C-AEF8-464D-902E-B6449B34371D}" dt="2026-06-07T06:52:44.958" v="5161" actId="478"/>
          <ac:grpSpMkLst>
            <pc:docMk/>
            <pc:sldMk cId="2673035856" sldId="303"/>
            <ac:grpSpMk id="9" creationId="{28AFBF52-4715-8DD8-3D06-91C61D5A7294}"/>
          </ac:grpSpMkLst>
        </pc:grpChg>
        <pc:grpChg chg="mod ord topLvl">
          <ac:chgData name="Duy Phan" userId="4a671f85c7ece164" providerId="LiveId" clId="{A441D81C-AEF8-464D-902E-B6449B34371D}" dt="2026-06-07T07:06:02.259" v="5325" actId="1076"/>
          <ac:grpSpMkLst>
            <pc:docMk/>
            <pc:sldMk cId="2673035856" sldId="303"/>
            <ac:grpSpMk id="10" creationId="{B7144BAC-855E-AD43-E9C8-82CFDFC1505D}"/>
          </ac:grpSpMkLst>
        </pc:grpChg>
        <pc:grpChg chg="add del mod">
          <ac:chgData name="Duy Phan" userId="4a671f85c7ece164" providerId="LiveId" clId="{A441D81C-AEF8-464D-902E-B6449B34371D}" dt="2026-06-07T06:53:42.051" v="5177" actId="478"/>
          <ac:grpSpMkLst>
            <pc:docMk/>
            <pc:sldMk cId="2673035856" sldId="303"/>
            <ac:grpSpMk id="25" creationId="{2CD4166B-FE5D-8261-C6A1-1F725BE2C4B8}"/>
          </ac:grpSpMkLst>
        </pc:grpChg>
        <pc:grpChg chg="add mod">
          <ac:chgData name="Duy Phan" userId="4a671f85c7ece164" providerId="LiveId" clId="{A441D81C-AEF8-464D-902E-B6449B34371D}" dt="2026-06-07T07:07:05.121" v="5339" actId="1076"/>
          <ac:grpSpMkLst>
            <pc:docMk/>
            <pc:sldMk cId="2673035856" sldId="303"/>
            <ac:grpSpMk id="1317" creationId="{50350BB5-A642-0BC1-6A96-668DEAEEC2E0}"/>
          </ac:grpSpMkLst>
        </pc:grpChg>
        <pc:grpChg chg="add mod">
          <ac:chgData name="Duy Phan" userId="4a671f85c7ece164" providerId="LiveId" clId="{A441D81C-AEF8-464D-902E-B6449B34371D}" dt="2026-06-07T07:10:28.381" v="5394" actId="1076"/>
          <ac:grpSpMkLst>
            <pc:docMk/>
            <pc:sldMk cId="2673035856" sldId="303"/>
            <ac:grpSpMk id="1333" creationId="{21379493-848F-76BB-8C95-8954B5759011}"/>
          </ac:grpSpMkLst>
        </pc:grpChg>
        <pc:grpChg chg="mod">
          <ac:chgData name="Duy Phan" userId="4a671f85c7ece164" providerId="LiveId" clId="{A441D81C-AEF8-464D-902E-B6449B34371D}" dt="2026-06-07T07:06:19.357" v="5330" actId="1076"/>
          <ac:grpSpMkLst>
            <pc:docMk/>
            <pc:sldMk cId="2673035856" sldId="303"/>
            <ac:grpSpMk id="1344" creationId="{15DAB9AD-1AC5-A4C0-FB3A-B1FB104F89B0}"/>
          </ac:grpSpMkLst>
        </pc:grpChg>
        <pc:grpChg chg="add mod">
          <ac:chgData name="Duy Phan" userId="4a671f85c7ece164" providerId="LiveId" clId="{A441D81C-AEF8-464D-902E-B6449B34371D}" dt="2026-06-07T07:06:28.769" v="5332" actId="1076"/>
          <ac:grpSpMkLst>
            <pc:docMk/>
            <pc:sldMk cId="2673035856" sldId="303"/>
            <ac:grpSpMk id="1367" creationId="{C6B0E223-97E2-0974-A163-92A2F11B5447}"/>
          </ac:grpSpMkLst>
        </pc:grpChg>
        <pc:picChg chg="add del mod">
          <ac:chgData name="Duy Phan" userId="4a671f85c7ece164" providerId="LiveId" clId="{A441D81C-AEF8-464D-902E-B6449B34371D}" dt="2026-06-07T06:50:53.668" v="5131" actId="478"/>
          <ac:picMkLst>
            <pc:docMk/>
            <pc:sldMk cId="2673035856" sldId="303"/>
            <ac:picMk id="4" creationId="{3E971831-24FC-DC6E-2B38-ED2B0A6A9CAB}"/>
          </ac:picMkLst>
        </pc:picChg>
        <pc:picChg chg="del">
          <ac:chgData name="Duy Phan" userId="4a671f85c7ece164" providerId="LiveId" clId="{A441D81C-AEF8-464D-902E-B6449B34371D}" dt="2026-06-07T06:48:29.268" v="5090" actId="478"/>
          <ac:picMkLst>
            <pc:docMk/>
            <pc:sldMk cId="2673035856" sldId="303"/>
            <ac:picMk id="13" creationId="{54C24953-C45C-CE59-2E99-E79E07DBE713}"/>
          </ac:picMkLst>
        </pc:picChg>
        <pc:picChg chg="del">
          <ac:chgData name="Duy Phan" userId="4a671f85c7ece164" providerId="LiveId" clId="{A441D81C-AEF8-464D-902E-B6449B34371D}" dt="2026-06-07T06:48:29.764" v="5091" actId="478"/>
          <ac:picMkLst>
            <pc:docMk/>
            <pc:sldMk cId="2673035856" sldId="303"/>
            <ac:picMk id="21" creationId="{843CE4E3-410B-5FC7-E9EA-353CE706E55A}"/>
          </ac:picMkLst>
        </pc:picChg>
        <pc:picChg chg="add mod">
          <ac:chgData name="Duy Phan" userId="4a671f85c7ece164" providerId="LiveId" clId="{A441D81C-AEF8-464D-902E-B6449B34371D}" dt="2026-06-07T07:06:21.195" v="5331" actId="1076"/>
          <ac:picMkLst>
            <pc:docMk/>
            <pc:sldMk cId="2673035856" sldId="303"/>
            <ac:picMk id="23" creationId="{74A8B42C-5D76-46D9-4351-D71A966A26DE}"/>
          </ac:picMkLst>
        </pc:picChg>
        <pc:picChg chg="add mod">
          <ac:chgData name="Duy Phan" userId="4a671f85c7ece164" providerId="LiveId" clId="{A441D81C-AEF8-464D-902E-B6449B34371D}" dt="2026-06-07T07:06:48.846" v="5337" actId="14100"/>
          <ac:picMkLst>
            <pc:docMk/>
            <pc:sldMk cId="2673035856" sldId="303"/>
            <ac:picMk id="31" creationId="{4C6E132E-6B8D-6C9A-4C2B-6EBE5ADB6411}"/>
          </ac:picMkLst>
        </pc:picChg>
        <pc:picChg chg="add mod">
          <ac:chgData name="Duy Phan" userId="4a671f85c7ece164" providerId="LiveId" clId="{A441D81C-AEF8-464D-902E-B6449B34371D}" dt="2026-06-07T07:07:10.791" v="5341" actId="14100"/>
          <ac:picMkLst>
            <pc:docMk/>
            <pc:sldMk cId="2673035856" sldId="303"/>
            <ac:picMk id="1313" creationId="{D35F832B-2309-B14B-319D-CE902F1546B7}"/>
          </ac:picMkLst>
        </pc:picChg>
        <pc:picChg chg="add mod">
          <ac:chgData name="Duy Phan" userId="4a671f85c7ece164" providerId="LiveId" clId="{A441D81C-AEF8-464D-902E-B6449B34371D}" dt="2026-06-07T07:07:37.579" v="5352" actId="1076"/>
          <ac:picMkLst>
            <pc:docMk/>
            <pc:sldMk cId="2673035856" sldId="303"/>
            <ac:picMk id="1325" creationId="{990F7017-8C11-B880-B511-B7AAA40813E6}"/>
          </ac:picMkLst>
        </pc:picChg>
        <pc:picChg chg="add del">
          <ac:chgData name="Duy Phan" userId="4a671f85c7ece164" providerId="LiveId" clId="{A441D81C-AEF8-464D-902E-B6449B34371D}" dt="2026-06-07T07:07:34.066" v="5349" actId="22"/>
          <ac:picMkLst>
            <pc:docMk/>
            <pc:sldMk cId="2673035856" sldId="303"/>
            <ac:picMk id="1329" creationId="{83F09B8B-D713-301B-1E66-43AFBA8BE0A0}"/>
          </ac:picMkLst>
        </pc:picChg>
        <pc:cxnChg chg="mod">
          <ac:chgData name="Duy Phan" userId="4a671f85c7ece164" providerId="LiveId" clId="{A441D81C-AEF8-464D-902E-B6449B34371D}" dt="2026-06-07T06:56:45.929" v="5215" actId="208"/>
          <ac:cxnSpMkLst>
            <pc:docMk/>
            <pc:sldMk cId="2673035856" sldId="303"/>
            <ac:cxnSpMk id="14" creationId="{A1411C70-6A42-E64C-9B49-87305A294257}"/>
          </ac:cxnSpMkLst>
        </pc:cxnChg>
        <pc:cxnChg chg="mod ord topLvl">
          <ac:chgData name="Duy Phan" userId="4a671f85c7ece164" providerId="LiveId" clId="{A441D81C-AEF8-464D-902E-B6449B34371D}" dt="2026-06-07T07:10:31.858" v="5396" actId="14100"/>
          <ac:cxnSpMkLst>
            <pc:docMk/>
            <pc:sldMk cId="2673035856" sldId="303"/>
            <ac:cxnSpMk id="26" creationId="{BA6BFEA8-AC8B-2EA5-7DB9-BD87C13A0132}"/>
          </ac:cxnSpMkLst>
        </pc:cxnChg>
        <pc:cxnChg chg="add del mod ord">
          <ac:chgData name="Duy Phan" userId="4a671f85c7ece164" providerId="LiveId" clId="{A441D81C-AEF8-464D-902E-B6449B34371D}" dt="2026-06-07T07:04:30.290" v="5307" actId="478"/>
          <ac:cxnSpMkLst>
            <pc:docMk/>
            <pc:sldMk cId="2673035856" sldId="303"/>
            <ac:cxnSpMk id="1314" creationId="{70695835-8084-DADA-3196-C04FCC2F8957}"/>
          </ac:cxnSpMkLst>
        </pc:cxnChg>
        <pc:cxnChg chg="mod">
          <ac:chgData name="Duy Phan" userId="4a671f85c7ece164" providerId="LiveId" clId="{A441D81C-AEF8-464D-902E-B6449B34371D}" dt="2026-06-07T07:01:32.534" v="5279"/>
          <ac:cxnSpMkLst>
            <pc:docMk/>
            <pc:sldMk cId="2673035856" sldId="303"/>
            <ac:cxnSpMk id="1318" creationId="{4629579A-1C51-F5CA-C1FD-2B118318CA84}"/>
          </ac:cxnSpMkLst>
        </pc:cxnChg>
        <pc:cxnChg chg="mod">
          <ac:chgData name="Duy Phan" userId="4a671f85c7ece164" providerId="LiveId" clId="{A441D81C-AEF8-464D-902E-B6449B34371D}" dt="2026-06-07T07:10:22.353" v="5393"/>
          <ac:cxnSpMkLst>
            <pc:docMk/>
            <pc:sldMk cId="2673035856" sldId="303"/>
            <ac:cxnSpMk id="1334" creationId="{803D42CF-6231-C8FB-4225-3B56D71E4B21}"/>
          </ac:cxnSpMkLst>
        </pc:cxnChg>
        <pc:cxnChg chg="mod">
          <ac:chgData name="Duy Phan" userId="4a671f85c7ece164" providerId="LiveId" clId="{A441D81C-AEF8-464D-902E-B6449B34371D}" dt="2026-06-07T06:57:16.376" v="5222"/>
          <ac:cxnSpMkLst>
            <pc:docMk/>
            <pc:sldMk cId="2673035856" sldId="303"/>
            <ac:cxnSpMk id="1368" creationId="{2AEC6291-1477-F8B7-AA80-C70BE05014F8}"/>
          </ac:cxnSpMkLst>
        </pc:cxnChg>
      </pc:sldChg>
      <pc:sldChg chg="addSp delSp modSp add mod ord">
        <pc:chgData name="Duy Phan" userId="4a671f85c7ece164" providerId="LiveId" clId="{A441D81C-AEF8-464D-902E-B6449B34371D}" dt="2026-06-08T03:05:51.511" v="5860" actId="1076"/>
        <pc:sldMkLst>
          <pc:docMk/>
          <pc:sldMk cId="971089199" sldId="304"/>
        </pc:sldMkLst>
        <pc:spChg chg="mod">
          <ac:chgData name="Duy Phan" userId="4a671f85c7ece164" providerId="LiveId" clId="{A441D81C-AEF8-464D-902E-B6449B34371D}" dt="2026-06-08T03:05:51.511" v="5860" actId="1076"/>
          <ac:spMkLst>
            <pc:docMk/>
            <pc:sldMk cId="971089199" sldId="304"/>
            <ac:spMk id="2" creationId="{62BF3C25-4E35-8F84-46EC-87F02378DE2F}"/>
          </ac:spMkLst>
        </pc:spChg>
        <pc:spChg chg="add mod">
          <ac:chgData name="Duy Phan" userId="4a671f85c7ece164" providerId="LiveId" clId="{A441D81C-AEF8-464D-902E-B6449B34371D}" dt="2026-06-07T07:19:56.392" v="5620" actId="1076"/>
          <ac:spMkLst>
            <pc:docMk/>
            <pc:sldMk cId="971089199" sldId="304"/>
            <ac:spMk id="5" creationId="{6AB125CF-91D5-31B2-9253-8F4F77A83DC4}"/>
          </ac:spMkLst>
        </pc:spChg>
        <pc:spChg chg="add mod">
          <ac:chgData name="Duy Phan" userId="4a671f85c7ece164" providerId="LiveId" clId="{A441D81C-AEF8-464D-902E-B6449B34371D}" dt="2026-06-07T07:19:56.392" v="5620" actId="1076"/>
          <ac:spMkLst>
            <pc:docMk/>
            <pc:sldMk cId="971089199" sldId="304"/>
            <ac:spMk id="6" creationId="{2745453E-B138-FA80-57CE-4B070AB44EF2}"/>
          </ac:spMkLst>
        </pc:spChg>
        <pc:spChg chg="mod">
          <ac:chgData name="Duy Phan" userId="4a671f85c7ece164" providerId="LiveId" clId="{A441D81C-AEF8-464D-902E-B6449B34371D}" dt="2026-06-07T07:19:39.316" v="5616" actId="14100"/>
          <ac:spMkLst>
            <pc:docMk/>
            <pc:sldMk cId="971089199" sldId="304"/>
            <ac:spMk id="8" creationId="{365A7E74-6427-8649-6CCB-77BBE53E7506}"/>
          </ac:spMkLst>
        </pc:spChg>
        <pc:spChg chg="del">
          <ac:chgData name="Duy Phan" userId="4a671f85c7ece164" providerId="LiveId" clId="{A441D81C-AEF8-464D-902E-B6449B34371D}" dt="2026-06-07T07:17:43.128" v="5596" actId="478"/>
          <ac:spMkLst>
            <pc:docMk/>
            <pc:sldMk cId="971089199" sldId="304"/>
            <ac:spMk id="9" creationId="{BDB4FE3B-3AF9-041B-3425-C55BBBF85555}"/>
          </ac:spMkLst>
        </pc:spChg>
        <pc:spChg chg="add del">
          <ac:chgData name="Duy Phan" userId="4a671f85c7ece164" providerId="LiveId" clId="{A441D81C-AEF8-464D-902E-B6449B34371D}" dt="2026-06-07T07:18:07.055" v="5602" actId="22"/>
          <ac:spMkLst>
            <pc:docMk/>
            <pc:sldMk cId="971089199" sldId="304"/>
            <ac:spMk id="10" creationId="{DEA387A7-F57C-1FA3-E91E-EA995D8ED47C}"/>
          </ac:spMkLst>
        </pc:spChg>
        <pc:spChg chg="del">
          <ac:chgData name="Duy Phan" userId="4a671f85c7ece164" providerId="LiveId" clId="{A441D81C-AEF8-464D-902E-B6449B34371D}" dt="2026-06-07T07:13:16.774" v="5468" actId="478"/>
          <ac:spMkLst>
            <pc:docMk/>
            <pc:sldMk cId="971089199" sldId="304"/>
            <ac:spMk id="12" creationId="{2A203488-DB70-D914-F9DE-50C7EA6651BD}"/>
          </ac:spMkLst>
        </pc:spChg>
        <pc:spChg chg="add mod">
          <ac:chgData name="Duy Phan" userId="4a671f85c7ece164" providerId="LiveId" clId="{A441D81C-AEF8-464D-902E-B6449B34371D}" dt="2026-06-07T07:19:56.392" v="5620" actId="1076"/>
          <ac:spMkLst>
            <pc:docMk/>
            <pc:sldMk cId="971089199" sldId="304"/>
            <ac:spMk id="13" creationId="{F7E9C781-3631-3736-01A6-702E0457ED21}"/>
          </ac:spMkLst>
        </pc:spChg>
        <pc:spChg chg="mod">
          <ac:chgData name="Duy Phan" userId="4a671f85c7ece164" providerId="LiveId" clId="{A441D81C-AEF8-464D-902E-B6449B34371D}" dt="2026-06-08T03:05:51.511" v="5860" actId="1076"/>
          <ac:spMkLst>
            <pc:docMk/>
            <pc:sldMk cId="971089199" sldId="304"/>
            <ac:spMk id="1321" creationId="{F4943A6C-45E7-B0E8-48B2-590BC75C1C45}"/>
          </ac:spMkLst>
        </pc:spChg>
        <pc:spChg chg="mod">
          <ac:chgData name="Duy Phan" userId="4a671f85c7ece164" providerId="LiveId" clId="{A441D81C-AEF8-464D-902E-B6449B34371D}" dt="2026-06-07T07:19:56.392" v="5620" actId="1076"/>
          <ac:spMkLst>
            <pc:docMk/>
            <pc:sldMk cId="971089199" sldId="304"/>
            <ac:spMk id="1324" creationId="{614CC484-D689-4A8D-89CD-0B879147B480}"/>
          </ac:spMkLst>
        </pc:spChg>
        <pc:spChg chg="del">
          <ac:chgData name="Duy Phan" userId="4a671f85c7ece164" providerId="LiveId" clId="{A441D81C-AEF8-464D-902E-B6449B34371D}" dt="2026-06-07T07:13:25.684" v="5476" actId="478"/>
          <ac:spMkLst>
            <pc:docMk/>
            <pc:sldMk cId="971089199" sldId="304"/>
            <ac:spMk id="1327" creationId="{1D0493A9-9596-6224-5676-041ADA2C9EE9}"/>
          </ac:spMkLst>
        </pc:spChg>
        <pc:spChg chg="del">
          <ac:chgData name="Duy Phan" userId="4a671f85c7ece164" providerId="LiveId" clId="{A441D81C-AEF8-464D-902E-B6449B34371D}" dt="2026-06-07T07:13:21.005" v="5473" actId="478"/>
          <ac:spMkLst>
            <pc:docMk/>
            <pc:sldMk cId="971089199" sldId="304"/>
            <ac:spMk id="1328" creationId="{BCFD6238-A400-BEC8-DF49-660D14B9424E}"/>
          </ac:spMkLst>
        </pc:spChg>
        <pc:spChg chg="del mod">
          <ac:chgData name="Duy Phan" userId="4a671f85c7ece164" providerId="LiveId" clId="{A441D81C-AEF8-464D-902E-B6449B34371D}" dt="2026-06-07T07:13:21.961" v="5474" actId="478"/>
          <ac:spMkLst>
            <pc:docMk/>
            <pc:sldMk cId="971089199" sldId="304"/>
            <ac:spMk id="1329" creationId="{6ADE630C-DE7A-B739-5C84-7A4876BE3215}"/>
          </ac:spMkLst>
        </pc:spChg>
        <pc:spChg chg="del">
          <ac:chgData name="Duy Phan" userId="4a671f85c7ece164" providerId="LiveId" clId="{A441D81C-AEF8-464D-902E-B6449B34371D}" dt="2026-06-07T07:13:17.374" v="5469" actId="478"/>
          <ac:spMkLst>
            <pc:docMk/>
            <pc:sldMk cId="971089199" sldId="304"/>
            <ac:spMk id="1330" creationId="{0543BF51-0FC5-ACAA-7CFA-A3C9AAD0E89D}"/>
          </ac:spMkLst>
        </pc:spChg>
        <pc:spChg chg="del">
          <ac:chgData name="Duy Phan" userId="4a671f85c7ece164" providerId="LiveId" clId="{A441D81C-AEF8-464D-902E-B6449B34371D}" dt="2026-06-07T07:13:18.518" v="5471" actId="478"/>
          <ac:spMkLst>
            <pc:docMk/>
            <pc:sldMk cId="971089199" sldId="304"/>
            <ac:spMk id="1331" creationId="{614B4199-53AE-2503-0F59-4536175B51F0}"/>
          </ac:spMkLst>
        </pc:spChg>
        <pc:spChg chg="mod">
          <ac:chgData name="Duy Phan" userId="4a671f85c7ece164" providerId="LiveId" clId="{A441D81C-AEF8-464D-902E-B6449B34371D}" dt="2026-06-07T07:20:20.112" v="5621"/>
          <ac:spMkLst>
            <pc:docMk/>
            <pc:sldMk cId="971089199" sldId="304"/>
            <ac:spMk id="1334" creationId="{1DD1F33C-16ED-B721-BE65-BC5B6E0294A8}"/>
          </ac:spMkLst>
        </pc:spChg>
        <pc:spChg chg="del">
          <ac:chgData name="Duy Phan" userId="4a671f85c7ece164" providerId="LiveId" clId="{A441D81C-AEF8-464D-902E-B6449B34371D}" dt="2026-06-07T07:15:43.394" v="5485" actId="478"/>
          <ac:spMkLst>
            <pc:docMk/>
            <pc:sldMk cId="971089199" sldId="304"/>
            <ac:spMk id="1335" creationId="{99D2290A-C138-9F9D-E592-228CBA3620F5}"/>
          </ac:spMkLst>
        </pc:spChg>
        <pc:spChg chg="del">
          <ac:chgData name="Duy Phan" userId="4a671f85c7ece164" providerId="LiveId" clId="{A441D81C-AEF8-464D-902E-B6449B34371D}" dt="2026-06-07T07:15:41.683" v="5484" actId="478"/>
          <ac:spMkLst>
            <pc:docMk/>
            <pc:sldMk cId="971089199" sldId="304"/>
            <ac:spMk id="1337" creationId="{0171641E-C056-ADFC-C3B6-8CDF2C1F4810}"/>
          </ac:spMkLst>
        </pc:spChg>
        <pc:spChg chg="mod">
          <ac:chgData name="Duy Phan" userId="4a671f85c7ece164" providerId="LiveId" clId="{A441D81C-AEF8-464D-902E-B6449B34371D}" dt="2026-06-08T03:05:51.511" v="5860" actId="1076"/>
          <ac:spMkLst>
            <pc:docMk/>
            <pc:sldMk cId="971089199" sldId="304"/>
            <ac:spMk id="1343" creationId="{7DCF9F62-B00F-4B1A-58C0-07E9775EA51D}"/>
          </ac:spMkLst>
        </pc:spChg>
        <pc:grpChg chg="mod">
          <ac:chgData name="Duy Phan" userId="4a671f85c7ece164" providerId="LiveId" clId="{A441D81C-AEF8-464D-902E-B6449B34371D}" dt="2026-06-08T03:05:51.511" v="5860" actId="1076"/>
          <ac:grpSpMkLst>
            <pc:docMk/>
            <pc:sldMk cId="971089199" sldId="304"/>
            <ac:grpSpMk id="1344" creationId="{6E99D6FF-5341-A72A-3C27-AD44B00E7D96}"/>
          </ac:grpSpMkLst>
        </pc:grpChg>
        <pc:picChg chg="add mod ord">
          <ac:chgData name="Duy Phan" userId="4a671f85c7ece164" providerId="LiveId" clId="{A441D81C-AEF8-464D-902E-B6449B34371D}" dt="2026-06-07T07:19:56.392" v="5620" actId="1076"/>
          <ac:picMkLst>
            <pc:docMk/>
            <pc:sldMk cId="971089199" sldId="304"/>
            <ac:picMk id="4" creationId="{92E94545-9864-3A75-41BC-A3D38228BD31}"/>
          </ac:picMkLst>
        </pc:picChg>
        <pc:picChg chg="del">
          <ac:chgData name="Duy Phan" userId="4a671f85c7ece164" providerId="LiveId" clId="{A441D81C-AEF8-464D-902E-B6449B34371D}" dt="2026-06-07T07:13:17.841" v="5470" actId="478"/>
          <ac:picMkLst>
            <pc:docMk/>
            <pc:sldMk cId="971089199" sldId="304"/>
            <ac:picMk id="1326" creationId="{76C07D1B-58F1-35CE-2D16-D5E5FB03649C}"/>
          </ac:picMkLst>
        </pc:picChg>
        <pc:picChg chg="del">
          <ac:chgData name="Duy Phan" userId="4a671f85c7ece164" providerId="LiveId" clId="{A441D81C-AEF8-464D-902E-B6449B34371D}" dt="2026-06-07T07:13:23.633" v="5475" actId="478"/>
          <ac:picMkLst>
            <pc:docMk/>
            <pc:sldMk cId="971089199" sldId="304"/>
            <ac:picMk id="1333" creationId="{72344CAA-0E49-271A-C372-57A260799524}"/>
          </ac:picMkLst>
        </pc:picChg>
      </pc:sldChg>
      <pc:sldChg chg="addSp delSp modSp add mod ord">
        <pc:chgData name="Duy Phan" userId="4a671f85c7ece164" providerId="LiveId" clId="{A441D81C-AEF8-464D-902E-B6449B34371D}" dt="2026-06-08T03:02:20.380" v="5804" actId="207"/>
        <pc:sldMkLst>
          <pc:docMk/>
          <pc:sldMk cId="3639140833" sldId="305"/>
        </pc:sldMkLst>
        <pc:spChg chg="add mod ord">
          <ac:chgData name="Duy Phan" userId="4a671f85c7ece164" providerId="LiveId" clId="{A441D81C-AEF8-464D-902E-B6449B34371D}" dt="2026-06-08T03:00:36.581" v="5798" actId="14100"/>
          <ac:spMkLst>
            <pc:docMk/>
            <pc:sldMk cId="3639140833" sldId="305"/>
            <ac:spMk id="3" creationId="{EF5A464A-6B97-1039-EFCA-21574CA19EE6}"/>
          </ac:spMkLst>
        </pc:spChg>
        <pc:spChg chg="add mod ord">
          <ac:chgData name="Duy Phan" userId="4a671f85c7ece164" providerId="LiveId" clId="{A441D81C-AEF8-464D-902E-B6449B34371D}" dt="2026-06-07T07:43:00.196" v="5776" actId="14100"/>
          <ac:spMkLst>
            <pc:docMk/>
            <pc:sldMk cId="3639140833" sldId="305"/>
            <ac:spMk id="6" creationId="{D995CB7D-8BA6-2901-4B21-139B134AB683}"/>
          </ac:spMkLst>
        </pc:spChg>
        <pc:spChg chg="add del">
          <ac:chgData name="Duy Phan" userId="4a671f85c7ece164" providerId="LiveId" clId="{A441D81C-AEF8-464D-902E-B6449B34371D}" dt="2026-06-07T07:25:15.448" v="5628" actId="478"/>
          <ac:spMkLst>
            <pc:docMk/>
            <pc:sldMk cId="3639140833" sldId="305"/>
            <ac:spMk id="7" creationId="{C30CF813-B45B-C69C-CA5C-45E30CA71AE4}"/>
          </ac:spMkLst>
        </pc:spChg>
        <pc:spChg chg="add mod">
          <ac:chgData name="Duy Phan" userId="4a671f85c7ece164" providerId="LiveId" clId="{A441D81C-AEF8-464D-902E-B6449B34371D}" dt="2026-06-08T03:02:20.380" v="5804" actId="207"/>
          <ac:spMkLst>
            <pc:docMk/>
            <pc:sldMk cId="3639140833" sldId="305"/>
            <ac:spMk id="10" creationId="{5F89D6EA-8E68-D792-3B85-FE9D85E6B22C}"/>
          </ac:spMkLst>
        </pc:spChg>
        <pc:spChg chg="add mod">
          <ac:chgData name="Duy Phan" userId="4a671f85c7ece164" providerId="LiveId" clId="{A441D81C-AEF8-464D-902E-B6449B34371D}" dt="2026-06-08T03:02:20.033" v="5803" actId="207"/>
          <ac:spMkLst>
            <pc:docMk/>
            <pc:sldMk cId="3639140833" sldId="305"/>
            <ac:spMk id="11" creationId="{4CDCB625-BDFB-E7C1-F45C-27CC336677BD}"/>
          </ac:spMkLst>
        </pc:spChg>
        <pc:spChg chg="del mod">
          <ac:chgData name="Duy Phan" userId="4a671f85c7ece164" providerId="LiveId" clId="{A441D81C-AEF8-464D-902E-B6449B34371D}" dt="2026-06-07T07:36:40.644" v="5695" actId="478"/>
          <ac:spMkLst>
            <pc:docMk/>
            <pc:sldMk cId="3639140833" sldId="305"/>
            <ac:spMk id="16" creationId="{EE5A1C1E-AF2E-1CF1-17DB-505235C1797D}"/>
          </ac:spMkLst>
        </pc:spChg>
        <pc:spChg chg="add del">
          <ac:chgData name="Duy Phan" userId="4a671f85c7ece164" providerId="LiveId" clId="{A441D81C-AEF8-464D-902E-B6449B34371D}" dt="2026-06-07T07:25:15.448" v="5628" actId="478"/>
          <ac:spMkLst>
            <pc:docMk/>
            <pc:sldMk cId="3639140833" sldId="305"/>
            <ac:spMk id="17" creationId="{D069C719-0DD1-5A70-36CB-01A835E96661}"/>
          </ac:spMkLst>
        </pc:spChg>
        <pc:spChg chg="add del mod">
          <ac:chgData name="Duy Phan" userId="4a671f85c7ece164" providerId="LiveId" clId="{A441D81C-AEF8-464D-902E-B6449B34371D}" dt="2026-06-07T07:37:02.969" v="5701" actId="478"/>
          <ac:spMkLst>
            <pc:docMk/>
            <pc:sldMk cId="3639140833" sldId="305"/>
            <ac:spMk id="19" creationId="{FC3E1D1C-E15C-4811-C7C9-DBC817F2EC13}"/>
          </ac:spMkLst>
        </pc:spChg>
        <pc:spChg chg="add del mod">
          <ac:chgData name="Duy Phan" userId="4a671f85c7ece164" providerId="LiveId" clId="{A441D81C-AEF8-464D-902E-B6449B34371D}" dt="2026-06-07T07:39:04.023" v="5723" actId="478"/>
          <ac:spMkLst>
            <pc:docMk/>
            <pc:sldMk cId="3639140833" sldId="305"/>
            <ac:spMk id="20" creationId="{E08D1FFE-7391-E6DD-13FE-CADAA01DDC76}"/>
          </ac:spMkLst>
        </pc:spChg>
        <pc:spChg chg="add mod">
          <ac:chgData name="Duy Phan" userId="4a671f85c7ece164" providerId="LiveId" clId="{A441D81C-AEF8-464D-902E-B6449B34371D}" dt="2026-06-07T07:42:50.042" v="5773" actId="1076"/>
          <ac:spMkLst>
            <pc:docMk/>
            <pc:sldMk cId="3639140833" sldId="305"/>
            <ac:spMk id="22" creationId="{568EAB82-0341-0180-44E5-1383D43EA70E}"/>
          </ac:spMkLst>
        </pc:spChg>
        <pc:spChg chg="add mod">
          <ac:chgData name="Duy Phan" userId="4a671f85c7ece164" providerId="LiveId" clId="{A441D81C-AEF8-464D-902E-B6449B34371D}" dt="2026-06-07T07:43:38.786" v="5783" actId="20577"/>
          <ac:spMkLst>
            <pc:docMk/>
            <pc:sldMk cId="3639140833" sldId="305"/>
            <ac:spMk id="23" creationId="{58AA321F-4527-293C-FA4C-F70EA080F120}"/>
          </ac:spMkLst>
        </pc:spChg>
        <pc:spChg chg="mod">
          <ac:chgData name="Duy Phan" userId="4a671f85c7ece164" providerId="LiveId" clId="{A441D81C-AEF8-464D-902E-B6449B34371D}" dt="2026-06-07T07:34:09.285" v="5642"/>
          <ac:spMkLst>
            <pc:docMk/>
            <pc:sldMk cId="3639140833" sldId="305"/>
            <ac:spMk id="1321" creationId="{F79D42A5-69BE-C0C6-CEFB-DE09046EAE9D}"/>
          </ac:spMkLst>
        </pc:spChg>
        <pc:spChg chg="del">
          <ac:chgData name="Duy Phan" userId="4a671f85c7ece164" providerId="LiveId" clId="{A441D81C-AEF8-464D-902E-B6449B34371D}" dt="2026-06-07T07:25:03.408" v="5625" actId="478"/>
          <ac:spMkLst>
            <pc:docMk/>
            <pc:sldMk cId="3639140833" sldId="305"/>
            <ac:spMk id="1335" creationId="{B56FE1BF-A215-FCCD-F8CC-C20752B116D8}"/>
          </ac:spMkLst>
        </pc:spChg>
        <pc:spChg chg="mod">
          <ac:chgData name="Duy Phan" userId="4a671f85c7ece164" providerId="LiveId" clId="{A441D81C-AEF8-464D-902E-B6449B34371D}" dt="2026-06-07T07:43:07.050" v="5777" actId="14100"/>
          <ac:spMkLst>
            <pc:docMk/>
            <pc:sldMk cId="3639140833" sldId="305"/>
            <ac:spMk id="1337" creationId="{40CA253F-29FD-6608-7DBD-CB54C26D5982}"/>
          </ac:spMkLst>
        </pc:spChg>
        <pc:picChg chg="del">
          <ac:chgData name="Duy Phan" userId="4a671f85c7ece164" providerId="LiveId" clId="{A441D81C-AEF8-464D-902E-B6449B34371D}" dt="2026-06-07T07:33:35.867" v="5629" actId="478"/>
          <ac:picMkLst>
            <pc:docMk/>
            <pc:sldMk cId="3639140833" sldId="305"/>
            <ac:picMk id="4" creationId="{A3C14781-EE2F-BEDE-95C3-771C5B42704C}"/>
          </ac:picMkLst>
        </pc:picChg>
        <pc:picChg chg="add mod">
          <ac:chgData name="Duy Phan" userId="4a671f85c7ece164" providerId="LiveId" clId="{A441D81C-AEF8-464D-902E-B6449B34371D}" dt="2026-06-07T07:42:50.042" v="5773" actId="1076"/>
          <ac:picMkLst>
            <pc:docMk/>
            <pc:sldMk cId="3639140833" sldId="305"/>
            <ac:picMk id="5" creationId="{F2A37C3A-E16D-DAD4-36F9-E34F78287AB6}"/>
          </ac:picMkLst>
        </pc:picChg>
        <pc:picChg chg="add mod">
          <ac:chgData name="Duy Phan" userId="4a671f85c7ece164" providerId="LiveId" clId="{A441D81C-AEF8-464D-902E-B6449B34371D}" dt="2026-06-07T07:42:50.042" v="5773" actId="1076"/>
          <ac:picMkLst>
            <pc:docMk/>
            <pc:sldMk cId="3639140833" sldId="305"/>
            <ac:picMk id="9" creationId="{075FDD4D-9435-8F56-8CDE-CC0C35EFCC6B}"/>
          </ac:picMkLst>
        </pc:picChg>
        <pc:picChg chg="del">
          <ac:chgData name="Duy Phan" userId="4a671f85c7ece164" providerId="LiveId" clId="{A441D81C-AEF8-464D-902E-B6449B34371D}" dt="2026-06-07T07:33:35.867" v="5629" actId="478"/>
          <ac:picMkLst>
            <pc:docMk/>
            <pc:sldMk cId="3639140833" sldId="305"/>
            <ac:picMk id="13" creationId="{48A2D740-C40B-4A9A-F3A3-1F2025D779AE}"/>
          </ac:picMkLst>
        </pc:picChg>
        <pc:picChg chg="add del">
          <ac:chgData name="Duy Phan" userId="4a671f85c7ece164" providerId="LiveId" clId="{A441D81C-AEF8-464D-902E-B6449B34371D}" dt="2026-06-07T07:37:59.694" v="5710" actId="478"/>
          <ac:picMkLst>
            <pc:docMk/>
            <pc:sldMk cId="3639140833" sldId="305"/>
            <ac:picMk id="14" creationId="{A4C43B0B-3813-A67E-17F1-59BFADD68FFC}"/>
          </ac:picMkLst>
        </pc:picChg>
        <pc:picChg chg="add mod">
          <ac:chgData name="Duy Phan" userId="4a671f85c7ece164" providerId="LiveId" clId="{A441D81C-AEF8-464D-902E-B6449B34371D}" dt="2026-06-07T07:42:50.042" v="5773" actId="1076"/>
          <ac:picMkLst>
            <pc:docMk/>
            <pc:sldMk cId="3639140833" sldId="305"/>
            <ac:picMk id="18" creationId="{28FBB702-7D33-AFC3-D52B-FAFA36AA0B88}"/>
          </ac:picMkLst>
        </pc:picChg>
        <pc:picChg chg="del">
          <ac:chgData name="Duy Phan" userId="4a671f85c7ece164" providerId="LiveId" clId="{A441D81C-AEF8-464D-902E-B6449B34371D}" dt="2026-06-07T07:33:35.867" v="5629" actId="478"/>
          <ac:picMkLst>
            <pc:docMk/>
            <pc:sldMk cId="3639140833" sldId="305"/>
            <ac:picMk id="21" creationId="{0B28D1E6-A020-8B7B-85D8-AE991F9D2CB1}"/>
          </ac:picMkLst>
        </pc:picChg>
      </pc:sldChg>
      <pc:sldChg chg="modSp add mod ord">
        <pc:chgData name="Duy Phan" userId="4a671f85c7ece164" providerId="LiveId" clId="{A441D81C-AEF8-464D-902E-B6449B34371D}" dt="2026-06-08T03:04:22.672" v="5854" actId="20577"/>
        <pc:sldMkLst>
          <pc:docMk/>
          <pc:sldMk cId="1296669840" sldId="306"/>
        </pc:sldMkLst>
        <pc:spChg chg="mod">
          <ac:chgData name="Duy Phan" userId="4a671f85c7ece164" providerId="LiveId" clId="{A441D81C-AEF8-464D-902E-B6449B34371D}" dt="2026-06-08T03:04:10.470" v="5808" actId="20577"/>
          <ac:spMkLst>
            <pc:docMk/>
            <pc:sldMk cId="1296669840" sldId="306"/>
            <ac:spMk id="1112" creationId="{A8102F34-CB54-3D9C-8453-52095210E5A4}"/>
          </ac:spMkLst>
        </pc:spChg>
        <pc:spChg chg="mod">
          <ac:chgData name="Duy Phan" userId="4a671f85c7ece164" providerId="LiveId" clId="{A441D81C-AEF8-464D-902E-B6449B34371D}" dt="2026-06-08T03:04:22.672" v="5854" actId="20577"/>
          <ac:spMkLst>
            <pc:docMk/>
            <pc:sldMk cId="1296669840" sldId="306"/>
            <ac:spMk id="1113" creationId="{A59BC4A1-DF3D-6B0C-6B53-3DE133104AD4}"/>
          </ac:spMkLst>
        </pc:spChg>
      </pc:sldChg>
      <pc:sldChg chg="addSp delSp modSp add mod ord">
        <pc:chgData name="Duy Phan" userId="4a671f85c7ece164" providerId="LiveId" clId="{A441D81C-AEF8-464D-902E-B6449B34371D}" dt="2026-06-08T03:44:20.322" v="6640" actId="14100"/>
        <pc:sldMkLst>
          <pc:docMk/>
          <pc:sldMk cId="2807933170" sldId="307"/>
        </pc:sldMkLst>
        <pc:spChg chg="mod">
          <ac:chgData name="Duy Phan" userId="4a671f85c7ece164" providerId="LiveId" clId="{A441D81C-AEF8-464D-902E-B6449B34371D}" dt="2026-06-08T03:08:35.099" v="5868"/>
          <ac:spMkLst>
            <pc:docMk/>
            <pc:sldMk cId="2807933170" sldId="307"/>
            <ac:spMk id="2" creationId="{573BE302-ECE4-FE46-5F76-61F79CD1FBCA}"/>
          </ac:spMkLst>
        </pc:spChg>
        <pc:spChg chg="del">
          <ac:chgData name="Duy Phan" userId="4a671f85c7ece164" providerId="LiveId" clId="{A441D81C-AEF8-464D-902E-B6449B34371D}" dt="2026-06-08T03:09:56.016" v="5951" actId="478"/>
          <ac:spMkLst>
            <pc:docMk/>
            <pc:sldMk cId="2807933170" sldId="307"/>
            <ac:spMk id="5" creationId="{007332A9-9B98-3494-7C94-220EF3AABE53}"/>
          </ac:spMkLst>
        </pc:spChg>
        <pc:spChg chg="del mod">
          <ac:chgData name="Duy Phan" userId="4a671f85c7ece164" providerId="LiveId" clId="{A441D81C-AEF8-464D-902E-B6449B34371D}" dt="2026-06-08T03:23:02.311" v="6304" actId="478"/>
          <ac:spMkLst>
            <pc:docMk/>
            <pc:sldMk cId="2807933170" sldId="307"/>
            <ac:spMk id="6" creationId="{89528376-5048-3F62-2D9D-44C782E6B241}"/>
          </ac:spMkLst>
        </pc:spChg>
        <pc:spChg chg="del">
          <ac:chgData name="Duy Phan" userId="4a671f85c7ece164" providerId="LiveId" clId="{A441D81C-AEF8-464D-902E-B6449B34371D}" dt="2026-06-08T03:09:52.813" v="5950" actId="478"/>
          <ac:spMkLst>
            <pc:docMk/>
            <pc:sldMk cId="2807933170" sldId="307"/>
            <ac:spMk id="8" creationId="{D51C3EDE-876E-426D-4A20-7D8D5F365A67}"/>
          </ac:spMkLst>
        </pc:spChg>
        <pc:spChg chg="add del mod">
          <ac:chgData name="Duy Phan" userId="4a671f85c7ece164" providerId="LiveId" clId="{A441D81C-AEF8-464D-902E-B6449B34371D}" dt="2026-06-08T03:23:02.311" v="6304" actId="478"/>
          <ac:spMkLst>
            <pc:docMk/>
            <pc:sldMk cId="2807933170" sldId="307"/>
            <ac:spMk id="10" creationId="{B68E9456-B28B-8B55-621D-4C3145E5A31C}"/>
          </ac:spMkLst>
        </pc:spChg>
        <pc:spChg chg="add mod">
          <ac:chgData name="Duy Phan" userId="4a671f85c7ece164" providerId="LiveId" clId="{A441D81C-AEF8-464D-902E-B6449B34371D}" dt="2026-06-08T03:26:51.195" v="6373" actId="1076"/>
          <ac:spMkLst>
            <pc:docMk/>
            <pc:sldMk cId="2807933170" sldId="307"/>
            <ac:spMk id="11" creationId="{86987578-9592-D6DB-9B0F-52A14E257ABB}"/>
          </ac:spMkLst>
        </pc:spChg>
        <pc:spChg chg="add del mod">
          <ac:chgData name="Duy Phan" userId="4a671f85c7ece164" providerId="LiveId" clId="{A441D81C-AEF8-464D-902E-B6449B34371D}" dt="2026-06-08T03:23:02.311" v="6304" actId="478"/>
          <ac:spMkLst>
            <pc:docMk/>
            <pc:sldMk cId="2807933170" sldId="307"/>
            <ac:spMk id="12" creationId="{01F09F8D-9355-8A5C-BFE4-0315DFC4A3E6}"/>
          </ac:spMkLst>
        </pc:spChg>
        <pc:spChg chg="del">
          <ac:chgData name="Duy Phan" userId="4a671f85c7ece164" providerId="LiveId" clId="{A441D81C-AEF8-464D-902E-B6449B34371D}" dt="2026-06-08T03:09:50.906" v="5949" actId="478"/>
          <ac:spMkLst>
            <pc:docMk/>
            <pc:sldMk cId="2807933170" sldId="307"/>
            <ac:spMk id="13" creationId="{E95D39A4-AA7B-0891-9895-1ECEB242EFC4}"/>
          </ac:spMkLst>
        </pc:spChg>
        <pc:spChg chg="add mod">
          <ac:chgData name="Duy Phan" userId="4a671f85c7ece164" providerId="LiveId" clId="{A441D81C-AEF8-464D-902E-B6449B34371D}" dt="2026-06-08T03:26:28.449" v="6366" actId="1076"/>
          <ac:spMkLst>
            <pc:docMk/>
            <pc:sldMk cId="2807933170" sldId="307"/>
            <ac:spMk id="14" creationId="{A54A4B9D-709B-A5B1-2E77-EC12D5523755}"/>
          </ac:spMkLst>
        </pc:spChg>
        <pc:spChg chg="add mod">
          <ac:chgData name="Duy Phan" userId="4a671f85c7ece164" providerId="LiveId" clId="{A441D81C-AEF8-464D-902E-B6449B34371D}" dt="2026-06-08T03:26:51.195" v="6373" actId="1076"/>
          <ac:spMkLst>
            <pc:docMk/>
            <pc:sldMk cId="2807933170" sldId="307"/>
            <ac:spMk id="17" creationId="{D470367B-C845-94A5-02AE-DE959D1E46CE}"/>
          </ac:spMkLst>
        </pc:spChg>
        <pc:spChg chg="add mod">
          <ac:chgData name="Duy Phan" userId="4a671f85c7ece164" providerId="LiveId" clId="{A441D81C-AEF8-464D-902E-B6449B34371D}" dt="2026-06-08T03:27:03.471" v="6376" actId="1076"/>
          <ac:spMkLst>
            <pc:docMk/>
            <pc:sldMk cId="2807933170" sldId="307"/>
            <ac:spMk id="18" creationId="{FA1BCC96-586A-374C-6357-092AB24D5CD6}"/>
          </ac:spMkLst>
        </pc:spChg>
        <pc:spChg chg="add mod">
          <ac:chgData name="Duy Phan" userId="4a671f85c7ece164" providerId="LiveId" clId="{A441D81C-AEF8-464D-902E-B6449B34371D}" dt="2026-06-08T03:27:03.471" v="6376" actId="1076"/>
          <ac:spMkLst>
            <pc:docMk/>
            <pc:sldMk cId="2807933170" sldId="307"/>
            <ac:spMk id="19" creationId="{0530467E-8A20-170F-BA7B-FAE5404D8B2A}"/>
          </ac:spMkLst>
        </pc:spChg>
        <pc:spChg chg="add mod ord">
          <ac:chgData name="Duy Phan" userId="4a671f85c7ece164" providerId="LiveId" clId="{A441D81C-AEF8-464D-902E-B6449B34371D}" dt="2026-06-08T03:44:20.322" v="6640" actId="14100"/>
          <ac:spMkLst>
            <pc:docMk/>
            <pc:sldMk cId="2807933170" sldId="307"/>
            <ac:spMk id="20" creationId="{0E1F307E-5A0C-FBFA-6156-FE5F606EA96E}"/>
          </ac:spMkLst>
        </pc:spChg>
        <pc:spChg chg="mod">
          <ac:chgData name="Duy Phan" userId="4a671f85c7ece164" providerId="LiveId" clId="{A441D81C-AEF8-464D-902E-B6449B34371D}" dt="2026-06-08T03:23:26.141" v="6308"/>
          <ac:spMkLst>
            <pc:docMk/>
            <pc:sldMk cId="2807933170" sldId="307"/>
            <ac:spMk id="1321" creationId="{9287BA59-B2DA-D0DE-5C1B-3CB81BF1386B}"/>
          </ac:spMkLst>
        </pc:spChg>
        <pc:spChg chg="del">
          <ac:chgData name="Duy Phan" userId="4a671f85c7ece164" providerId="LiveId" clId="{A441D81C-AEF8-464D-902E-B6449B34371D}" dt="2026-06-08T03:09:56.016" v="5951" actId="478"/>
          <ac:spMkLst>
            <pc:docMk/>
            <pc:sldMk cId="2807933170" sldId="307"/>
            <ac:spMk id="1324" creationId="{7E139A44-5AAA-8C43-54B4-6AFD09D0DFE6}"/>
          </ac:spMkLst>
        </pc:spChg>
        <pc:spChg chg="del">
          <ac:chgData name="Duy Phan" userId="4a671f85c7ece164" providerId="LiveId" clId="{A441D81C-AEF8-464D-902E-B6449B34371D}" dt="2026-06-08T03:09:52.813" v="5950" actId="478"/>
          <ac:spMkLst>
            <pc:docMk/>
            <pc:sldMk cId="2807933170" sldId="307"/>
            <ac:spMk id="1334" creationId="{C611FDD6-86E9-AEAA-D17F-A94146CEDD2C}"/>
          </ac:spMkLst>
        </pc:spChg>
        <pc:spChg chg="mod">
          <ac:chgData name="Duy Phan" userId="4a671f85c7ece164" providerId="LiveId" clId="{A441D81C-AEF8-464D-902E-B6449B34371D}" dt="2026-06-08T03:08:54.038" v="5945" actId="20577"/>
          <ac:spMkLst>
            <pc:docMk/>
            <pc:sldMk cId="2807933170" sldId="307"/>
            <ac:spMk id="1343" creationId="{E05FC752-8CA5-A328-6479-D2FA3EF53185}"/>
          </ac:spMkLst>
        </pc:spChg>
        <pc:picChg chg="add del mod">
          <ac:chgData name="Duy Phan" userId="4a671f85c7ece164" providerId="LiveId" clId="{A441D81C-AEF8-464D-902E-B6449B34371D}" dt="2026-06-08T03:12:30.497" v="5973" actId="478"/>
          <ac:picMkLst>
            <pc:docMk/>
            <pc:sldMk cId="2807933170" sldId="307"/>
            <ac:picMk id="3" creationId="{951403DD-B301-90C3-83DF-233CD3F87E52}"/>
          </ac:picMkLst>
        </pc:picChg>
        <pc:picChg chg="del">
          <ac:chgData name="Duy Phan" userId="4a671f85c7ece164" providerId="LiveId" clId="{A441D81C-AEF8-464D-902E-B6449B34371D}" dt="2026-06-08T03:09:47.374" v="5948" actId="478"/>
          <ac:picMkLst>
            <pc:docMk/>
            <pc:sldMk cId="2807933170" sldId="307"/>
            <ac:picMk id="4" creationId="{1AC85D79-9DF5-AE40-97E3-E3D21EDB48E0}"/>
          </ac:picMkLst>
        </pc:picChg>
        <pc:picChg chg="add del mod">
          <ac:chgData name="Duy Phan" userId="4a671f85c7ece164" providerId="LiveId" clId="{A441D81C-AEF8-464D-902E-B6449B34371D}" dt="2026-06-08T03:20:25.729" v="6293" actId="478"/>
          <ac:picMkLst>
            <pc:docMk/>
            <pc:sldMk cId="2807933170" sldId="307"/>
            <ac:picMk id="9" creationId="{F0166C41-7041-664D-EED4-5492A224D45D}"/>
          </ac:picMkLst>
        </pc:picChg>
        <pc:picChg chg="add mod">
          <ac:chgData name="Duy Phan" userId="4a671f85c7ece164" providerId="LiveId" clId="{A441D81C-AEF8-464D-902E-B6449B34371D}" dt="2026-06-08T03:26:46.337" v="6372" actId="1076"/>
          <ac:picMkLst>
            <pc:docMk/>
            <pc:sldMk cId="2807933170" sldId="307"/>
            <ac:picMk id="16" creationId="{8D0C9042-98C8-B162-12C2-35605E1AB70A}"/>
          </ac:picMkLst>
        </pc:picChg>
      </pc:sldChg>
      <pc:sldChg chg="addSp delSp modSp add mod ord">
        <pc:chgData name="Duy Phan" userId="4a671f85c7ece164" providerId="LiveId" clId="{A441D81C-AEF8-464D-902E-B6449B34371D}" dt="2026-06-08T03:21:00.556" v="6299" actId="255"/>
        <pc:sldMkLst>
          <pc:docMk/>
          <pc:sldMk cId="1523973626" sldId="308"/>
        </pc:sldMkLst>
        <pc:spChg chg="add mod">
          <ac:chgData name="Duy Phan" userId="4a671f85c7ece164" providerId="LiveId" clId="{A441D81C-AEF8-464D-902E-B6449B34371D}" dt="2026-06-08T03:19:29.506" v="6289" actId="20577"/>
          <ac:spMkLst>
            <pc:docMk/>
            <pc:sldMk cId="1523973626" sldId="308"/>
            <ac:spMk id="5" creationId="{76DD32A8-F256-49A4-8439-EC1504F078E2}"/>
          </ac:spMkLst>
        </pc:spChg>
        <pc:spChg chg="mod">
          <ac:chgData name="Duy Phan" userId="4a671f85c7ece164" providerId="LiveId" clId="{A441D81C-AEF8-464D-902E-B6449B34371D}" dt="2026-06-08T03:18:21.603" v="6130" actId="1076"/>
          <ac:spMkLst>
            <pc:docMk/>
            <pc:sldMk cId="1523973626" sldId="308"/>
            <ac:spMk id="6" creationId="{B288754E-E9FD-D77C-D60E-F43C6F502205}"/>
          </ac:spMkLst>
        </pc:spChg>
        <pc:spChg chg="add mod">
          <ac:chgData name="Duy Phan" userId="4a671f85c7ece164" providerId="LiveId" clId="{A441D81C-AEF8-464D-902E-B6449B34371D}" dt="2026-06-08T03:18:44.847" v="6137" actId="1076"/>
          <ac:spMkLst>
            <pc:docMk/>
            <pc:sldMk cId="1523973626" sldId="308"/>
            <ac:spMk id="7" creationId="{0493D554-D95C-86E9-8053-46A26B676C70}"/>
          </ac:spMkLst>
        </pc:spChg>
        <pc:spChg chg="mod">
          <ac:chgData name="Duy Phan" userId="4a671f85c7ece164" providerId="LiveId" clId="{A441D81C-AEF8-464D-902E-B6449B34371D}" dt="2026-06-08T03:18:21.603" v="6130" actId="1076"/>
          <ac:spMkLst>
            <pc:docMk/>
            <pc:sldMk cId="1523973626" sldId="308"/>
            <ac:spMk id="10" creationId="{FB22F6D2-4805-05A5-C5B2-DD5077ED2839}"/>
          </ac:spMkLst>
        </pc:spChg>
        <pc:spChg chg="mod">
          <ac:chgData name="Duy Phan" userId="4a671f85c7ece164" providerId="LiveId" clId="{A441D81C-AEF8-464D-902E-B6449B34371D}" dt="2026-06-08T03:19:32.547" v="6290" actId="20577"/>
          <ac:spMkLst>
            <pc:docMk/>
            <pc:sldMk cId="1523973626" sldId="308"/>
            <ac:spMk id="11" creationId="{9E9D5000-F965-7B54-5BB3-96E10AFD38FB}"/>
          </ac:spMkLst>
        </pc:spChg>
        <pc:spChg chg="mod">
          <ac:chgData name="Duy Phan" userId="4a671f85c7ece164" providerId="LiveId" clId="{A441D81C-AEF8-464D-902E-B6449B34371D}" dt="2026-06-08T03:18:35.002" v="6133" actId="1076"/>
          <ac:spMkLst>
            <pc:docMk/>
            <pc:sldMk cId="1523973626" sldId="308"/>
            <ac:spMk id="12" creationId="{320A5780-13C2-BE38-1051-5D20CF8A1C3C}"/>
          </ac:spMkLst>
        </pc:spChg>
        <pc:spChg chg="mod">
          <ac:chgData name="Duy Phan" userId="4a671f85c7ece164" providerId="LiveId" clId="{A441D81C-AEF8-464D-902E-B6449B34371D}" dt="2026-06-08T03:21:00.556" v="6299" actId="255"/>
          <ac:spMkLst>
            <pc:docMk/>
            <pc:sldMk cId="1523973626" sldId="308"/>
            <ac:spMk id="14" creationId="{AAD308C2-42DD-49C4-06B7-36FF65EDECBF}"/>
          </ac:spMkLst>
        </pc:spChg>
        <pc:picChg chg="add mod">
          <ac:chgData name="Duy Phan" userId="4a671f85c7ece164" providerId="LiveId" clId="{A441D81C-AEF8-464D-902E-B6449B34371D}" dt="2026-06-08T03:18:14.629" v="6129" actId="1076"/>
          <ac:picMkLst>
            <pc:docMk/>
            <pc:sldMk cId="1523973626" sldId="308"/>
            <ac:picMk id="4" creationId="{3CBCE3B0-B188-8FC0-1D14-61642C128A7B}"/>
          </ac:picMkLst>
        </pc:picChg>
        <pc:picChg chg="del">
          <ac:chgData name="Duy Phan" userId="4a671f85c7ece164" providerId="LiveId" clId="{A441D81C-AEF8-464D-902E-B6449B34371D}" dt="2026-06-08T03:18:00.190" v="6123" actId="478"/>
          <ac:picMkLst>
            <pc:docMk/>
            <pc:sldMk cId="1523973626" sldId="308"/>
            <ac:picMk id="9" creationId="{6908EF94-1C0A-F845-274D-9C34E3137D59}"/>
          </ac:picMkLst>
        </pc:picChg>
      </pc:sldChg>
      <pc:sldChg chg="addSp delSp modSp add mod">
        <pc:chgData name="Duy Phan" userId="4a671f85c7ece164" providerId="LiveId" clId="{A441D81C-AEF8-464D-902E-B6449B34371D}" dt="2026-06-08T03:31:38.114" v="6507" actId="1076"/>
        <pc:sldMkLst>
          <pc:docMk/>
          <pc:sldMk cId="984365508" sldId="309"/>
        </pc:sldMkLst>
        <pc:spChg chg="add mod">
          <ac:chgData name="Duy Phan" userId="4a671f85c7ece164" providerId="LiveId" clId="{A441D81C-AEF8-464D-902E-B6449B34371D}" dt="2026-06-08T03:28:59.605" v="6434" actId="20577"/>
          <ac:spMkLst>
            <pc:docMk/>
            <pc:sldMk cId="984365508" sldId="309"/>
            <ac:spMk id="5" creationId="{17F99133-84AC-EC74-35AC-C1C157FDB989}"/>
          </ac:spMkLst>
        </pc:spChg>
        <pc:spChg chg="add mod">
          <ac:chgData name="Duy Phan" userId="4a671f85c7ece164" providerId="LiveId" clId="{A441D81C-AEF8-464D-902E-B6449B34371D}" dt="2026-06-08T03:28:49.500" v="6395" actId="1076"/>
          <ac:spMkLst>
            <pc:docMk/>
            <pc:sldMk cId="984365508" sldId="309"/>
            <ac:spMk id="6" creationId="{9ADF4F04-7E30-4E8F-16C0-0D9A1EA54167}"/>
          </ac:spMkLst>
        </pc:spChg>
        <pc:spChg chg="add mod">
          <ac:chgData name="Duy Phan" userId="4a671f85c7ece164" providerId="LiveId" clId="{A441D81C-AEF8-464D-902E-B6449B34371D}" dt="2026-06-08T03:31:38.114" v="6507" actId="1076"/>
          <ac:spMkLst>
            <pc:docMk/>
            <pc:sldMk cId="984365508" sldId="309"/>
            <ac:spMk id="9" creationId="{8D055C0B-9592-343B-523A-B8D7106C8552}"/>
          </ac:spMkLst>
        </pc:spChg>
        <pc:spChg chg="add mod">
          <ac:chgData name="Duy Phan" userId="4a671f85c7ece164" providerId="LiveId" clId="{A441D81C-AEF8-464D-902E-B6449B34371D}" dt="2026-06-08T03:31:20.215" v="6504" actId="688"/>
          <ac:spMkLst>
            <pc:docMk/>
            <pc:sldMk cId="984365508" sldId="309"/>
            <ac:spMk id="10" creationId="{9D8D4F2E-0284-4BA4-F021-942822510B3A}"/>
          </ac:spMkLst>
        </pc:spChg>
        <pc:spChg chg="del mod">
          <ac:chgData name="Duy Phan" userId="4a671f85c7ece164" providerId="LiveId" clId="{A441D81C-AEF8-464D-902E-B6449B34371D}" dt="2026-06-08T03:28:43.249" v="6394" actId="478"/>
          <ac:spMkLst>
            <pc:docMk/>
            <pc:sldMk cId="984365508" sldId="309"/>
            <ac:spMk id="11" creationId="{E160EEB9-198C-5A72-C5EB-B50F16BABDA3}"/>
          </ac:spMkLst>
        </pc:spChg>
        <pc:spChg chg="del mod">
          <ac:chgData name="Duy Phan" userId="4a671f85c7ece164" providerId="LiveId" clId="{A441D81C-AEF8-464D-902E-B6449B34371D}" dt="2026-06-08T03:28:19.425" v="6386" actId="478"/>
          <ac:spMkLst>
            <pc:docMk/>
            <pc:sldMk cId="984365508" sldId="309"/>
            <ac:spMk id="17" creationId="{D5C47C2A-B569-32F4-952C-8CD18889861C}"/>
          </ac:spMkLst>
        </pc:spChg>
        <pc:spChg chg="del">
          <ac:chgData name="Duy Phan" userId="4a671f85c7ece164" providerId="LiveId" clId="{A441D81C-AEF8-464D-902E-B6449B34371D}" dt="2026-06-08T03:28:10.354" v="6381" actId="478"/>
          <ac:spMkLst>
            <pc:docMk/>
            <pc:sldMk cId="984365508" sldId="309"/>
            <ac:spMk id="18" creationId="{95407C16-E004-03A4-97FE-F3CA18264F8F}"/>
          </ac:spMkLst>
        </pc:spChg>
        <pc:spChg chg="add del">
          <ac:chgData name="Duy Phan" userId="4a671f85c7ece164" providerId="LiveId" clId="{A441D81C-AEF8-464D-902E-B6449B34371D}" dt="2026-06-08T03:28:09.142" v="6380" actId="478"/>
          <ac:spMkLst>
            <pc:docMk/>
            <pc:sldMk cId="984365508" sldId="309"/>
            <ac:spMk id="19" creationId="{AFDD5D6B-71B8-DD54-5B32-52E1A9000398}"/>
          </ac:spMkLst>
        </pc:spChg>
        <pc:picChg chg="add mod">
          <ac:chgData name="Duy Phan" userId="4a671f85c7ece164" providerId="LiveId" clId="{A441D81C-AEF8-464D-902E-B6449B34371D}" dt="2026-06-08T03:29:11.974" v="6438" actId="1582"/>
          <ac:picMkLst>
            <pc:docMk/>
            <pc:sldMk cId="984365508" sldId="309"/>
            <ac:picMk id="4" creationId="{507701F2-5CAD-C2F4-6ED6-A74D17E4A3EC}"/>
          </ac:picMkLst>
        </pc:picChg>
        <pc:picChg chg="add mod modCrop">
          <ac:chgData name="Duy Phan" userId="4a671f85c7ece164" providerId="LiveId" clId="{A441D81C-AEF8-464D-902E-B6449B34371D}" dt="2026-06-08T03:30:49.231" v="6452" actId="1076"/>
          <ac:picMkLst>
            <pc:docMk/>
            <pc:sldMk cId="984365508" sldId="309"/>
            <ac:picMk id="8" creationId="{D29BD5E3-51C6-7EC0-A611-AC32636C06F0}"/>
          </ac:picMkLst>
        </pc:picChg>
        <pc:picChg chg="del">
          <ac:chgData name="Duy Phan" userId="4a671f85c7ece164" providerId="LiveId" clId="{A441D81C-AEF8-464D-902E-B6449B34371D}" dt="2026-06-08T03:28:11.521" v="6382" actId="478"/>
          <ac:picMkLst>
            <pc:docMk/>
            <pc:sldMk cId="984365508" sldId="309"/>
            <ac:picMk id="16" creationId="{ABD82C9F-DF02-2E90-6755-93D56E06191E}"/>
          </ac:picMkLst>
        </pc:picChg>
      </pc:sldChg>
      <pc:sldChg chg="addSp delSp modSp add mod ord">
        <pc:chgData name="Duy Phan" userId="4a671f85c7ece164" providerId="LiveId" clId="{A441D81C-AEF8-464D-902E-B6449B34371D}" dt="2026-06-08T03:44:39.153" v="6645" actId="14100"/>
        <pc:sldMkLst>
          <pc:docMk/>
          <pc:sldMk cId="4119380639" sldId="310"/>
        </pc:sldMkLst>
        <pc:spChg chg="add mod ord">
          <ac:chgData name="Duy Phan" userId="4a671f85c7ece164" providerId="LiveId" clId="{A441D81C-AEF8-464D-902E-B6449B34371D}" dt="2026-06-08T03:44:39.153" v="6645" actId="14100"/>
          <ac:spMkLst>
            <pc:docMk/>
            <pc:sldMk cId="4119380639" sldId="310"/>
            <ac:spMk id="5" creationId="{98630153-1172-1345-BFF7-77DD909F3CB1}"/>
          </ac:spMkLst>
        </pc:spChg>
        <pc:spChg chg="mod">
          <ac:chgData name="Duy Phan" userId="4a671f85c7ece164" providerId="LiveId" clId="{A441D81C-AEF8-464D-902E-B6449B34371D}" dt="2026-06-08T03:39:45.253" v="6629" actId="113"/>
          <ac:spMkLst>
            <pc:docMk/>
            <pc:sldMk cId="4119380639" sldId="310"/>
            <ac:spMk id="11" creationId="{B99C8C8C-E60A-8BC3-1BF0-6216863A4929}"/>
          </ac:spMkLst>
        </pc:spChg>
        <pc:spChg chg="mod">
          <ac:chgData name="Duy Phan" userId="4a671f85c7ece164" providerId="LiveId" clId="{A441D81C-AEF8-464D-902E-B6449B34371D}" dt="2026-06-08T03:39:03.064" v="6624" actId="1076"/>
          <ac:spMkLst>
            <pc:docMk/>
            <pc:sldMk cId="4119380639" sldId="310"/>
            <ac:spMk id="17" creationId="{0DF810C0-6F7E-0DBF-F110-2B9965C855FA}"/>
          </ac:spMkLst>
        </pc:spChg>
        <pc:spChg chg="mod">
          <ac:chgData name="Duy Phan" userId="4a671f85c7ece164" providerId="LiveId" clId="{A441D81C-AEF8-464D-902E-B6449B34371D}" dt="2026-06-08T03:39:59.823" v="6631"/>
          <ac:spMkLst>
            <pc:docMk/>
            <pc:sldMk cId="4119380639" sldId="310"/>
            <ac:spMk id="19" creationId="{362468A8-02DF-C49D-DE70-069C322137CB}"/>
          </ac:spMkLst>
        </pc:spChg>
        <pc:spChg chg="mod">
          <ac:chgData name="Duy Phan" userId="4a671f85c7ece164" providerId="LiveId" clId="{A441D81C-AEF8-464D-902E-B6449B34371D}" dt="2026-06-08T03:35:29.868" v="6595" actId="20577"/>
          <ac:spMkLst>
            <pc:docMk/>
            <pc:sldMk cId="4119380639" sldId="310"/>
            <ac:spMk id="1321" creationId="{DFFD2DAF-FE0D-A2E3-EF90-211598DBB7BF}"/>
          </ac:spMkLst>
        </pc:spChg>
        <pc:picChg chg="add mod">
          <ac:chgData name="Duy Phan" userId="4a671f85c7ece164" providerId="LiveId" clId="{A441D81C-AEF8-464D-902E-B6449B34371D}" dt="2026-06-08T03:38:53.241" v="6623" actId="1076"/>
          <ac:picMkLst>
            <pc:docMk/>
            <pc:sldMk cId="4119380639" sldId="310"/>
            <ac:picMk id="4" creationId="{C1FF1362-C945-3F43-F4CB-6C6B1D6686D5}"/>
          </ac:picMkLst>
        </pc:picChg>
        <pc:picChg chg="del">
          <ac:chgData name="Duy Phan" userId="4a671f85c7ece164" providerId="LiveId" clId="{A441D81C-AEF8-464D-902E-B6449B34371D}" dt="2026-06-08T03:37:00.764" v="6596" actId="478"/>
          <ac:picMkLst>
            <pc:docMk/>
            <pc:sldMk cId="4119380639" sldId="310"/>
            <ac:picMk id="16" creationId="{E1C90F33-AF3A-4D91-1471-723E97B33A9F}"/>
          </ac:picMkLst>
        </pc:picChg>
      </pc:sldChg>
      <pc:sldChg chg="addSp delSp modSp add mod ord">
        <pc:chgData name="Duy Phan" userId="4a671f85c7ece164" providerId="LiveId" clId="{A441D81C-AEF8-464D-902E-B6449B34371D}" dt="2026-06-08T03:54:09.352" v="6883" actId="14100"/>
        <pc:sldMkLst>
          <pc:docMk/>
          <pc:sldMk cId="1448239824" sldId="311"/>
        </pc:sldMkLst>
        <pc:spChg chg="mod">
          <ac:chgData name="Duy Phan" userId="4a671f85c7ece164" providerId="LiveId" clId="{A441D81C-AEF8-464D-902E-B6449B34371D}" dt="2026-06-08T03:54:03.106" v="6881" actId="1076"/>
          <ac:spMkLst>
            <pc:docMk/>
            <pc:sldMk cId="1448239824" sldId="311"/>
            <ac:spMk id="5" creationId="{74047EB9-F22D-3E5E-1CE5-A89A5FF9AC9C}"/>
          </ac:spMkLst>
        </pc:spChg>
        <pc:spChg chg="mod ord">
          <ac:chgData name="Duy Phan" userId="4a671f85c7ece164" providerId="LiveId" clId="{A441D81C-AEF8-464D-902E-B6449B34371D}" dt="2026-06-08T03:53:59.435" v="6880" actId="14100"/>
          <ac:spMkLst>
            <pc:docMk/>
            <pc:sldMk cId="1448239824" sldId="311"/>
            <ac:spMk id="6" creationId="{EB9EAED6-C619-B662-8A1D-A984D16450F3}"/>
          </ac:spMkLst>
        </pc:spChg>
        <pc:spChg chg="add del">
          <ac:chgData name="Duy Phan" userId="4a671f85c7ece164" providerId="LiveId" clId="{A441D81C-AEF8-464D-902E-B6449B34371D}" dt="2026-06-08T03:45:39.106" v="6653" actId="22"/>
          <ac:spMkLst>
            <pc:docMk/>
            <pc:sldMk cId="1448239824" sldId="311"/>
            <ac:spMk id="7" creationId="{7DA4071C-6ACF-8E16-BC2E-F93B807FA5B1}"/>
          </ac:spMkLst>
        </pc:spChg>
        <pc:spChg chg="del">
          <ac:chgData name="Duy Phan" userId="4a671f85c7ece164" providerId="LiveId" clId="{A441D81C-AEF8-464D-902E-B6449B34371D}" dt="2026-06-08T03:45:36.108" v="6650" actId="478"/>
          <ac:spMkLst>
            <pc:docMk/>
            <pc:sldMk cId="1448239824" sldId="311"/>
            <ac:spMk id="9" creationId="{5D38617D-CBAA-1930-AAA9-B39315A4B144}"/>
          </ac:spMkLst>
        </pc:spChg>
        <pc:spChg chg="del">
          <ac:chgData name="Duy Phan" userId="4a671f85c7ece164" providerId="LiveId" clId="{A441D81C-AEF8-464D-902E-B6449B34371D}" dt="2026-06-08T03:45:36.108" v="6650" actId="478"/>
          <ac:spMkLst>
            <pc:docMk/>
            <pc:sldMk cId="1448239824" sldId="311"/>
            <ac:spMk id="10" creationId="{A98DB7C9-4D3E-03DA-6C60-C8CA6B22D41F}"/>
          </ac:spMkLst>
        </pc:spChg>
        <pc:spChg chg="add mod ord">
          <ac:chgData name="Duy Phan" userId="4a671f85c7ece164" providerId="LiveId" clId="{A441D81C-AEF8-464D-902E-B6449B34371D}" dt="2026-06-08T03:54:09.352" v="6883" actId="14100"/>
          <ac:spMkLst>
            <pc:docMk/>
            <pc:sldMk cId="1448239824" sldId="311"/>
            <ac:spMk id="13" creationId="{6D650FCB-8F4A-8080-F088-EB9B98011CCD}"/>
          </ac:spMkLst>
        </pc:spChg>
        <pc:spChg chg="mod">
          <ac:chgData name="Duy Phan" userId="4a671f85c7ece164" providerId="LiveId" clId="{A441D81C-AEF8-464D-902E-B6449B34371D}" dt="2026-06-08T03:45:02.698" v="6649"/>
          <ac:spMkLst>
            <pc:docMk/>
            <pc:sldMk cId="1448239824" sldId="311"/>
            <ac:spMk id="1321" creationId="{C04BFA1B-8B87-64BD-0BCF-4FF53C4FEE5D}"/>
          </ac:spMkLst>
        </pc:spChg>
        <pc:picChg chg="del">
          <ac:chgData name="Duy Phan" userId="4a671f85c7ece164" providerId="LiveId" clId="{A441D81C-AEF8-464D-902E-B6449B34371D}" dt="2026-06-08T03:45:38.010" v="6651" actId="478"/>
          <ac:picMkLst>
            <pc:docMk/>
            <pc:sldMk cId="1448239824" sldId="311"/>
            <ac:picMk id="4" creationId="{90BB9B66-E390-A381-E264-A866662D2A93}"/>
          </ac:picMkLst>
        </pc:picChg>
        <pc:picChg chg="del">
          <ac:chgData name="Duy Phan" userId="4a671f85c7ece164" providerId="LiveId" clId="{A441D81C-AEF8-464D-902E-B6449B34371D}" dt="2026-06-08T03:45:36.108" v="6650" actId="478"/>
          <ac:picMkLst>
            <pc:docMk/>
            <pc:sldMk cId="1448239824" sldId="311"/>
            <ac:picMk id="8" creationId="{2B690316-C8CF-9CC7-D7E2-29C15C971A48}"/>
          </ac:picMkLst>
        </pc:picChg>
        <pc:picChg chg="add mod">
          <ac:chgData name="Duy Phan" userId="4a671f85c7ece164" providerId="LiveId" clId="{A441D81C-AEF8-464D-902E-B6449B34371D}" dt="2026-06-08T03:46:49.755" v="6672" actId="1076"/>
          <ac:picMkLst>
            <pc:docMk/>
            <pc:sldMk cId="1448239824" sldId="311"/>
            <ac:picMk id="12" creationId="{9ABDF674-1706-017F-D1C6-A7FCC8ECD77C}"/>
          </ac:picMkLst>
        </pc:picChg>
      </pc:sldChg>
      <pc:sldChg chg="addSp delSp modSp add mod ord">
        <pc:chgData name="Duy Phan" userId="4a671f85c7ece164" providerId="LiveId" clId="{A441D81C-AEF8-464D-902E-B6449B34371D}" dt="2026-06-08T03:58:23.538" v="6910" actId="208"/>
        <pc:sldMkLst>
          <pc:docMk/>
          <pc:sldMk cId="659210709" sldId="312"/>
        </pc:sldMkLst>
        <pc:spChg chg="add del mod">
          <ac:chgData name="Duy Phan" userId="4a671f85c7ece164" providerId="LiveId" clId="{A441D81C-AEF8-464D-902E-B6449B34371D}" dt="2026-06-08T03:53:00.274" v="6871" actId="478"/>
          <ac:spMkLst>
            <pc:docMk/>
            <pc:sldMk cId="659210709" sldId="312"/>
            <ac:spMk id="5" creationId="{B1553B29-1645-3471-5A66-5B30F09864F0}"/>
          </ac:spMkLst>
        </pc:spChg>
        <pc:spChg chg="add mod">
          <ac:chgData name="Duy Phan" userId="4a671f85c7ece164" providerId="LiveId" clId="{A441D81C-AEF8-464D-902E-B6449B34371D}" dt="2026-06-08T03:55:02.245" v="6884" actId="1076"/>
          <ac:spMkLst>
            <pc:docMk/>
            <pc:sldMk cId="659210709" sldId="312"/>
            <ac:spMk id="6" creationId="{78DFCC30-C428-2279-BF2F-0CEC6212CD5A}"/>
          </ac:spMkLst>
        </pc:spChg>
        <pc:spChg chg="mod">
          <ac:chgData name="Duy Phan" userId="4a671f85c7ece164" providerId="LiveId" clId="{A441D81C-AEF8-464D-902E-B6449B34371D}" dt="2026-06-08T03:55:02.245" v="6884" actId="1076"/>
          <ac:spMkLst>
            <pc:docMk/>
            <pc:sldMk cId="659210709" sldId="312"/>
            <ac:spMk id="11" creationId="{A0DD2E56-0232-6633-E437-DEB807763EC8}"/>
          </ac:spMkLst>
        </pc:spChg>
        <pc:spChg chg="del">
          <ac:chgData name="Duy Phan" userId="4a671f85c7ece164" providerId="LiveId" clId="{A441D81C-AEF8-464D-902E-B6449B34371D}" dt="2026-06-08T03:50:48.701" v="6817" actId="478"/>
          <ac:spMkLst>
            <pc:docMk/>
            <pc:sldMk cId="659210709" sldId="312"/>
            <ac:spMk id="17" creationId="{C5F9AE05-6ADB-900E-CA68-B52AAE2008C0}"/>
          </ac:spMkLst>
        </pc:spChg>
        <pc:spChg chg="del">
          <ac:chgData name="Duy Phan" userId="4a671f85c7ece164" providerId="LiveId" clId="{A441D81C-AEF8-464D-902E-B6449B34371D}" dt="2026-06-08T03:51:47.864" v="6860" actId="478"/>
          <ac:spMkLst>
            <pc:docMk/>
            <pc:sldMk cId="659210709" sldId="312"/>
            <ac:spMk id="18" creationId="{0156B01F-BB52-305B-2555-FF903C714706}"/>
          </ac:spMkLst>
        </pc:spChg>
        <pc:spChg chg="del mod">
          <ac:chgData name="Duy Phan" userId="4a671f85c7ece164" providerId="LiveId" clId="{A441D81C-AEF8-464D-902E-B6449B34371D}" dt="2026-06-08T03:51:46.285" v="6859" actId="478"/>
          <ac:spMkLst>
            <pc:docMk/>
            <pc:sldMk cId="659210709" sldId="312"/>
            <ac:spMk id="19" creationId="{1A89F73A-1684-67D6-002C-82753E5053B8}"/>
          </ac:spMkLst>
        </pc:spChg>
        <pc:spChg chg="mod">
          <ac:chgData name="Duy Phan" userId="4a671f85c7ece164" providerId="LiveId" clId="{A441D81C-AEF8-464D-902E-B6449B34371D}" dt="2026-06-08T03:55:02.245" v="6884" actId="1076"/>
          <ac:spMkLst>
            <pc:docMk/>
            <pc:sldMk cId="659210709" sldId="312"/>
            <ac:spMk id="20" creationId="{3294B876-5805-6BD3-6770-4087910B6E3E}"/>
          </ac:spMkLst>
        </pc:spChg>
        <pc:spChg chg="mod">
          <ac:chgData name="Duy Phan" userId="4a671f85c7ece164" providerId="LiveId" clId="{A441D81C-AEF8-464D-902E-B6449B34371D}" dt="2026-06-08T03:49:06.345" v="6802"/>
          <ac:spMkLst>
            <pc:docMk/>
            <pc:sldMk cId="659210709" sldId="312"/>
            <ac:spMk id="1321" creationId="{39A87169-C927-EDF1-8418-60DFCC9B6735}"/>
          </ac:spMkLst>
        </pc:spChg>
        <pc:picChg chg="add mod">
          <ac:chgData name="Duy Phan" userId="4a671f85c7ece164" providerId="LiveId" clId="{A441D81C-AEF8-464D-902E-B6449B34371D}" dt="2026-06-08T03:56:09.972" v="6890" actId="14100"/>
          <ac:picMkLst>
            <pc:docMk/>
            <pc:sldMk cId="659210709" sldId="312"/>
            <ac:picMk id="4" creationId="{0A5CFDFC-E007-7B09-E58B-B94B1BD19787}"/>
          </ac:picMkLst>
        </pc:picChg>
        <pc:picChg chg="add del mod">
          <ac:chgData name="Duy Phan" userId="4a671f85c7ece164" providerId="LiveId" clId="{A441D81C-AEF8-464D-902E-B6449B34371D}" dt="2026-06-08T03:56:19.139" v="6894" actId="478"/>
          <ac:picMkLst>
            <pc:docMk/>
            <pc:sldMk cId="659210709" sldId="312"/>
            <ac:picMk id="8" creationId="{CD432785-5CBC-8F5C-41AC-1DFD7E936AC0}"/>
          </ac:picMkLst>
        </pc:picChg>
        <pc:picChg chg="add mod">
          <ac:chgData name="Duy Phan" userId="4a671f85c7ece164" providerId="LiveId" clId="{A441D81C-AEF8-464D-902E-B6449B34371D}" dt="2026-06-08T03:57:59.221" v="6905" actId="1076"/>
          <ac:picMkLst>
            <pc:docMk/>
            <pc:sldMk cId="659210709" sldId="312"/>
            <ac:picMk id="10" creationId="{A2EF50D9-E626-5E9D-FA44-4F1D060A9023}"/>
          </ac:picMkLst>
        </pc:picChg>
        <pc:picChg chg="del">
          <ac:chgData name="Duy Phan" userId="4a671f85c7ece164" providerId="LiveId" clId="{A441D81C-AEF8-464D-902E-B6449B34371D}" dt="2026-06-08T03:49:45.189" v="6803" actId="478"/>
          <ac:picMkLst>
            <pc:docMk/>
            <pc:sldMk cId="659210709" sldId="312"/>
            <ac:picMk id="16" creationId="{1335798B-86B3-9AE7-B666-798FD4B7524F}"/>
          </ac:picMkLst>
        </pc:picChg>
        <pc:cxnChg chg="add mod">
          <ac:chgData name="Duy Phan" userId="4a671f85c7ece164" providerId="LiveId" clId="{A441D81C-AEF8-464D-902E-B6449B34371D}" dt="2026-06-08T03:58:23.538" v="6910" actId="208"/>
          <ac:cxnSpMkLst>
            <pc:docMk/>
            <pc:sldMk cId="659210709" sldId="312"/>
            <ac:cxnSpMk id="13" creationId="{B9E3D5CD-2B08-0440-0BE2-C8ABFDBB3832}"/>
          </ac:cxnSpMkLst>
        </pc:cxnChg>
      </pc:sldChg>
      <pc:sldChg chg="add del ord">
        <pc:chgData name="Duy Phan" userId="4a671f85c7ece164" providerId="LiveId" clId="{A441D81C-AEF8-464D-902E-B6449B34371D}" dt="2026-06-08T03:48:42.452" v="6783" actId="47"/>
        <pc:sldMkLst>
          <pc:docMk/>
          <pc:sldMk cId="1137178463" sldId="312"/>
        </pc:sldMkLst>
      </pc:sldChg>
      <pc:sldChg chg="add ord">
        <pc:chgData name="Duy Phan" userId="4a671f85c7ece164" providerId="LiveId" clId="{A441D81C-AEF8-464D-902E-B6449B34371D}" dt="2026-06-08T03:58:51.544" v="6913"/>
        <pc:sldMkLst>
          <pc:docMk/>
          <pc:sldMk cId="1714930558" sldId="313"/>
        </pc:sldMkLst>
      </pc:sldChg>
      <pc:sldMasterChg chg="modSldLayout">
        <pc:chgData name="Duy Phan" userId="4a671f85c7ece164" providerId="LiveId" clId="{A441D81C-AEF8-464D-902E-B6449B34371D}" dt="2026-06-08T03:39:24.073" v="6625" actId="1076"/>
        <pc:sldMasterMkLst>
          <pc:docMk/>
          <pc:sldMasterMk cId="0" sldId="2147483673"/>
        </pc:sldMasterMkLst>
        <pc:sldLayoutChg chg="modSp mod">
          <pc:chgData name="Duy Phan" userId="4a671f85c7ece164" providerId="LiveId" clId="{A441D81C-AEF8-464D-902E-B6449B34371D}" dt="2026-06-08T03:39:24.073" v="6625" actId="1076"/>
          <pc:sldLayoutMkLst>
            <pc:docMk/>
            <pc:sldMasterMk cId="0" sldId="2147483673"/>
            <pc:sldLayoutMk cId="0" sldId="2147483661"/>
          </pc:sldLayoutMkLst>
          <pc:grpChg chg="mod">
            <ac:chgData name="Duy Phan" userId="4a671f85c7ece164" providerId="LiveId" clId="{A441D81C-AEF8-464D-902E-B6449B34371D}" dt="2026-06-08T03:39:24.073" v="6625" actId="1076"/>
            <ac:grpSpMkLst>
              <pc:docMk/>
              <pc:sldMasterMk cId="0" sldId="2147483673"/>
              <pc:sldLayoutMk cId="0" sldId="2147483661"/>
              <ac:grpSpMk id="492" creationId="{00000000-0000-0000-0000-000000000000}"/>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11f682941b8_0_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11f682941b8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0"/>
        <p:cNvGrpSpPr/>
        <p:nvPr/>
      </p:nvGrpSpPr>
      <p:grpSpPr>
        <a:xfrm>
          <a:off x="0" y="0"/>
          <a:ext cx="0" cy="0"/>
          <a:chOff x="0" y="0"/>
          <a:chExt cx="0" cy="0"/>
        </a:xfrm>
      </p:grpSpPr>
      <p:sp>
        <p:nvSpPr>
          <p:cNvPr id="981" name="Google Shape;981;g11f3b086d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2" name="Google Shape;982;g11f3b086d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11efcb08b7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g11efcb08b7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78A2F126-7827-6A43-4D3C-3C7C0C76C465}"/>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797443F4-ADD9-5532-7818-AA89D0839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D114E6DE-4800-6CD7-1D76-C822FF4F5E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161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95A6C7A-8C87-9430-3BD7-DEE152D2D79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9B22720F-50E3-1713-5979-D93A487590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6DB7F7C-F741-F1AB-4645-0897B86654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139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00025741-BDE7-82C7-08A4-C10475928985}"/>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FFD6E58E-6B5F-17C0-603E-45C4BA5FB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66E054D3-0C95-169E-1F88-12CC389B28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08807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8"/>
        <p:cNvGrpSpPr/>
        <p:nvPr/>
      </p:nvGrpSpPr>
      <p:grpSpPr>
        <a:xfrm>
          <a:off x="0" y="0"/>
          <a:ext cx="0" cy="0"/>
          <a:chOff x="0" y="0"/>
          <a:chExt cx="0" cy="0"/>
        </a:xfrm>
      </p:grpSpPr>
      <p:sp>
        <p:nvSpPr>
          <p:cNvPr id="1249" name="Google Shape;1249;g11efcb08b7f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0" name="Google Shape;1250;g11efcb08b7f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11efcb08b7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FBA243E-9483-F76D-A1C0-97E07228E43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5D82315-58F8-97D6-30A3-B5A3FCF270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46C60998-E0BB-B77C-BB57-E498DFAE83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02456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B7D63AB8-1645-4350-A5FE-40759F48434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38708747-ECC9-31E5-8390-38FB22CD9A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AB47AE2-5CC2-139E-3BE6-41B569872B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40374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5803FBA7-DF4D-F116-5A93-04FB6136775C}"/>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BBDD8A20-108E-E8B6-FF75-6D1D7AD8BA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9FF0C70C-C08F-BC86-8C36-1B6EA44C5D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63494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E51B11A5-6A2D-8AE8-B862-EB438CA79497}"/>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6E237E0C-ACE7-6EE6-B1BF-062F16DADC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E721C204-9243-B60F-A8B3-03B7F882A5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85086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1B14C26-247A-7239-3102-F078C8B3DA7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EEFD883-CD3A-C1CC-0BD6-E65A916742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D3F80698-15A8-2BA6-6015-FC6696B970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38205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B742F0C9-7198-22DE-03D6-062AD8CA038A}"/>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3C611B4B-8E3C-9496-83D7-35FDE7B2EE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F5CD46F4-2C71-E74F-F4DB-82E29783EC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9507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ABCD982-DDE3-5EE0-381D-FE264472246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7469BBCA-D873-8088-0384-73BCC61E29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04D413B-AB2C-11E5-A22E-74FAE07F35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20068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2C1F8924-CEFA-2FEE-5228-D313EB810305}"/>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621F2C5-3EBF-720F-AEAA-B712C64600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7EBC0465-3FB3-9428-159C-A60C47922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14398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6A3515D7-D5C6-0711-BC60-7267743EB801}"/>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A7E482B0-1456-E5C4-A4D6-CA20E8AFF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A8484413-54A5-342C-7296-2ADCDF01B8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42548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827A6EEC-E1BE-0241-BA49-0D5B9652466D}"/>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03B6C526-64D1-69E1-2CE1-D3965DE3F0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1AA88782-C373-5A80-7F6E-A1D739D296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13248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F804D810-5167-0BBD-3FCB-115537D2299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FD85FFE-2580-E22A-9302-93274169D6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C9C1183-03AB-88DF-C564-9973FBCF99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0441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3F314688-75EF-D270-5468-FB9D1E6BF6A6}"/>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3B7B607A-5A9A-24CA-75FB-649086055E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86CD6A5-4A92-2F8A-4ADD-D33E062896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643359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B7BFC9E-6C88-14E9-B537-366EA5F17CDF}"/>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957E0FE-1143-D150-6AF3-0E503FC73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C59D3AB5-E543-BD36-8507-F1D81315BF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62244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11f3b086d1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11f3b086d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2"/>
        <p:cNvGrpSpPr/>
        <p:nvPr/>
      </p:nvGrpSpPr>
      <p:grpSpPr>
        <a:xfrm>
          <a:off x="0" y="0"/>
          <a:ext cx="0" cy="0"/>
          <a:chOff x="0" y="0"/>
          <a:chExt cx="0" cy="0"/>
        </a:xfrm>
      </p:grpSpPr>
      <p:sp>
        <p:nvSpPr>
          <p:cNvPr id="1153" name="Google Shape;1153;g11efcb08b7f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4" name="Google Shape;1154;g11efcb08b7f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11efcb08b7f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11efcb08b7f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0"/>
        <p:cNvGrpSpPr/>
        <p:nvPr/>
      </p:nvGrpSpPr>
      <p:grpSpPr>
        <a:xfrm>
          <a:off x="0" y="0"/>
          <a:ext cx="0" cy="0"/>
          <a:chOff x="0" y="0"/>
          <a:chExt cx="0" cy="0"/>
        </a:xfrm>
      </p:grpSpPr>
      <p:sp>
        <p:nvSpPr>
          <p:cNvPr id="1261" name="Google Shape;1261;g11efcb08b7f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2" name="Google Shape;1262;g11efcb08b7f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4"/>
        <p:cNvGrpSpPr/>
        <p:nvPr/>
      </p:nvGrpSpPr>
      <p:grpSpPr>
        <a:xfrm>
          <a:off x="0" y="0"/>
          <a:ext cx="0" cy="0"/>
          <a:chOff x="0" y="0"/>
          <a:chExt cx="0" cy="0"/>
        </a:xfrm>
      </p:grpSpPr>
      <p:sp>
        <p:nvSpPr>
          <p:cNvPr id="1315" name="Google Shape;1315;g11efcb08b7f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6" name="Google Shape;1316;g11efcb08b7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9"/>
        <p:cNvGrpSpPr/>
        <p:nvPr/>
      </p:nvGrpSpPr>
      <p:grpSpPr>
        <a:xfrm>
          <a:off x="0" y="0"/>
          <a:ext cx="0" cy="0"/>
          <a:chOff x="0" y="0"/>
          <a:chExt cx="0" cy="0"/>
        </a:xfrm>
      </p:grpSpPr>
      <p:sp>
        <p:nvSpPr>
          <p:cNvPr id="1370" name="Google Shape;1370;g11efcb08b7f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1" name="Google Shape;1371;g11efcb08b7f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0"/>
        <p:cNvGrpSpPr/>
        <p:nvPr/>
      </p:nvGrpSpPr>
      <p:grpSpPr>
        <a:xfrm>
          <a:off x="0" y="0"/>
          <a:ext cx="0" cy="0"/>
          <a:chOff x="0" y="0"/>
          <a:chExt cx="0" cy="0"/>
        </a:xfrm>
      </p:grpSpPr>
      <p:sp>
        <p:nvSpPr>
          <p:cNvPr id="1421" name="Google Shape;1421;g11efcb08b7f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2" name="Google Shape;1422;g11efcb08b7f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g11efcb08b7f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11efcb08b7f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3"/>
        <p:cNvGrpSpPr/>
        <p:nvPr/>
      </p:nvGrpSpPr>
      <p:grpSpPr>
        <a:xfrm>
          <a:off x="0" y="0"/>
          <a:ext cx="0" cy="0"/>
          <a:chOff x="0" y="0"/>
          <a:chExt cx="0" cy="0"/>
        </a:xfrm>
      </p:grpSpPr>
      <p:sp>
        <p:nvSpPr>
          <p:cNvPr id="1494" name="Google Shape;1494;g11efcb08b7f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5" name="Google Shape;1495;g11efcb08b7f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g11f3b086d1c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9" name="Google Shape;1539;g11f3b086d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3"/>
        <p:cNvGrpSpPr/>
        <p:nvPr/>
      </p:nvGrpSpPr>
      <p:grpSpPr>
        <a:xfrm>
          <a:off x="0" y="0"/>
          <a:ext cx="0" cy="0"/>
          <a:chOff x="0" y="0"/>
          <a:chExt cx="0" cy="0"/>
        </a:xfrm>
      </p:grpSpPr>
      <p:sp>
        <p:nvSpPr>
          <p:cNvPr id="1544" name="Google Shape;1544;g11efcb08b7f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5" name="Google Shape;1545;g11efcb08b7f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11efcb08b7f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11efcb08b7f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4"/>
        <p:cNvGrpSpPr/>
        <p:nvPr/>
      </p:nvGrpSpPr>
      <p:grpSpPr>
        <a:xfrm>
          <a:off x="0" y="0"/>
          <a:ext cx="0" cy="0"/>
          <a:chOff x="0" y="0"/>
          <a:chExt cx="0" cy="0"/>
        </a:xfrm>
      </p:grpSpPr>
      <p:sp>
        <p:nvSpPr>
          <p:cNvPr id="1635" name="Google Shape;1635;g11efcb08b7f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6" name="Google Shape;1636;g11efcb08b7f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11efcb08b7f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11efcb08b7f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5"/>
        <p:cNvGrpSpPr/>
        <p:nvPr/>
      </p:nvGrpSpPr>
      <p:grpSpPr>
        <a:xfrm>
          <a:off x="0" y="0"/>
          <a:ext cx="0" cy="0"/>
          <a:chOff x="0" y="0"/>
          <a:chExt cx="0" cy="0"/>
        </a:xfrm>
      </p:grpSpPr>
      <p:sp>
        <p:nvSpPr>
          <p:cNvPr id="1686" name="Google Shape;1686;g11f3b086d1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7" name="Google Shape;1687;g11f3b086d1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3"/>
        <p:cNvGrpSpPr/>
        <p:nvPr/>
      </p:nvGrpSpPr>
      <p:grpSpPr>
        <a:xfrm>
          <a:off x="0" y="0"/>
          <a:ext cx="0" cy="0"/>
          <a:chOff x="0" y="0"/>
          <a:chExt cx="0" cy="0"/>
        </a:xfrm>
      </p:grpSpPr>
      <p:sp>
        <p:nvSpPr>
          <p:cNvPr id="1704" name="Google Shape;1704;g11efcb08b7f_10_1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5" name="Google Shape;1705;g11efcb08b7f_10_1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7"/>
        <p:cNvGrpSpPr/>
        <p:nvPr/>
      </p:nvGrpSpPr>
      <p:grpSpPr>
        <a:xfrm>
          <a:off x="0" y="0"/>
          <a:ext cx="0" cy="0"/>
          <a:chOff x="0" y="0"/>
          <a:chExt cx="0" cy="0"/>
        </a:xfrm>
      </p:grpSpPr>
      <p:sp>
        <p:nvSpPr>
          <p:cNvPr id="1718" name="Google Shape;1718;g11efcb08b7f_10_1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9" name="Google Shape;1719;g11efcb08b7f_10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0"/>
        <p:cNvGrpSpPr/>
        <p:nvPr/>
      </p:nvGrpSpPr>
      <p:grpSpPr>
        <a:xfrm>
          <a:off x="0" y="0"/>
          <a:ext cx="0" cy="0"/>
          <a:chOff x="0" y="0"/>
          <a:chExt cx="0" cy="0"/>
        </a:xfrm>
      </p:grpSpPr>
      <p:sp>
        <p:nvSpPr>
          <p:cNvPr id="1731" name="Google Shape;1731;g11efcb08b7f_0_14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2" name="Google Shape;1732;g11efcb08b7f_0_14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7"/>
        <p:cNvGrpSpPr/>
        <p:nvPr/>
      </p:nvGrpSpPr>
      <p:grpSpPr>
        <a:xfrm>
          <a:off x="0" y="0"/>
          <a:ext cx="0" cy="0"/>
          <a:chOff x="0" y="0"/>
          <a:chExt cx="0" cy="0"/>
        </a:xfrm>
      </p:grpSpPr>
      <p:sp>
        <p:nvSpPr>
          <p:cNvPr id="1738" name="Google Shape;1738;g11efcb08b7f_0_14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9" name="Google Shape;1739;g11efcb08b7f_0_14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4"/>
        <p:cNvGrpSpPr/>
        <p:nvPr/>
      </p:nvGrpSpPr>
      <p:grpSpPr>
        <a:xfrm>
          <a:off x="0" y="0"/>
          <a:ext cx="0" cy="0"/>
          <a:chOff x="0" y="0"/>
          <a:chExt cx="0" cy="0"/>
        </a:xfrm>
      </p:grpSpPr>
      <p:sp>
        <p:nvSpPr>
          <p:cNvPr id="1745" name="Google Shape;1745;g11efcb08b7f_0_141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6" name="Google Shape;1746;g11efcb08b7f_0_14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5"/>
        <p:cNvGrpSpPr/>
        <p:nvPr/>
      </p:nvGrpSpPr>
      <p:grpSpPr>
        <a:xfrm>
          <a:off x="0" y="0"/>
          <a:ext cx="0" cy="0"/>
          <a:chOff x="0" y="0"/>
          <a:chExt cx="0" cy="0"/>
        </a:xfrm>
      </p:grpSpPr>
      <p:sp>
        <p:nvSpPr>
          <p:cNvPr id="1756" name="Google Shape;1756;g11efcb08b7f_0_14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7" name="Google Shape;1757;g11efcb08b7f_0_14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1"/>
        <p:cNvGrpSpPr/>
        <p:nvPr/>
      </p:nvGrpSpPr>
      <p:grpSpPr>
        <a:xfrm>
          <a:off x="0" y="0"/>
          <a:ext cx="0" cy="0"/>
          <a:chOff x="0" y="0"/>
          <a:chExt cx="0" cy="0"/>
        </a:xfrm>
      </p:grpSpPr>
      <p:sp>
        <p:nvSpPr>
          <p:cNvPr id="1772" name="Google Shape;1772;g11efcb08b7f_0_141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3" name="Google Shape;1773;g11efcb08b7f_0_14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8"/>
        <p:cNvGrpSpPr/>
        <p:nvPr/>
      </p:nvGrpSpPr>
      <p:grpSpPr>
        <a:xfrm>
          <a:off x="0" y="0"/>
          <a:ext cx="0" cy="0"/>
          <a:chOff x="0" y="0"/>
          <a:chExt cx="0" cy="0"/>
        </a:xfrm>
      </p:grpSpPr>
      <p:sp>
        <p:nvSpPr>
          <p:cNvPr id="2109" name="Google Shape;2109;g11efcb08b7f_0_145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0" name="Google Shape;2110;g11efcb08b7f_0_14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22"/>
        <p:cNvGrpSpPr/>
        <p:nvPr/>
      </p:nvGrpSpPr>
      <p:grpSpPr>
        <a:xfrm>
          <a:off x="0" y="0"/>
          <a:ext cx="0" cy="0"/>
          <a:chOff x="0" y="0"/>
          <a:chExt cx="0" cy="0"/>
        </a:xfrm>
      </p:grpSpPr>
      <p:sp>
        <p:nvSpPr>
          <p:cNvPr id="8023" name="Google Shape;8023;g11efcb08b7f_0_204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4" name="Google Shape;8024;g11efcb08b7f_0_20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9"/>
        <p:cNvGrpSpPr/>
        <p:nvPr/>
      </p:nvGrpSpPr>
      <p:grpSpPr>
        <a:xfrm>
          <a:off x="0" y="0"/>
          <a:ext cx="0" cy="0"/>
          <a:chOff x="0" y="0"/>
          <a:chExt cx="0" cy="0"/>
        </a:xfrm>
      </p:grpSpPr>
      <p:sp>
        <p:nvSpPr>
          <p:cNvPr id="8450" name="Google Shape;8450;g11efcb08b7f_0_208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1" name="Google Shape;8451;g11efcb08b7f_0_20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2"/>
        <p:cNvGrpSpPr/>
        <p:nvPr/>
      </p:nvGrpSpPr>
      <p:grpSpPr>
        <a:xfrm>
          <a:off x="0" y="0"/>
          <a:ext cx="0" cy="0"/>
          <a:chOff x="0" y="0"/>
          <a:chExt cx="0" cy="0"/>
        </a:xfrm>
      </p:grpSpPr>
      <p:sp>
        <p:nvSpPr>
          <p:cNvPr id="8613" name="Google Shape;8613;g11efcb08b7f_0_210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4" name="Google Shape;8614;g11efcb08b7f_0_210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4"/>
        <p:cNvGrpSpPr/>
        <p:nvPr/>
      </p:nvGrpSpPr>
      <p:grpSpPr>
        <a:xfrm>
          <a:off x="0" y="0"/>
          <a:ext cx="0" cy="0"/>
          <a:chOff x="0" y="0"/>
          <a:chExt cx="0" cy="0"/>
        </a:xfrm>
      </p:grpSpPr>
      <p:sp>
        <p:nvSpPr>
          <p:cNvPr id="9015" name="Google Shape;9015;g11efcb08b7f_0_214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16" name="Google Shape;9016;g11efcb08b7f_0_214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11efcb08b7f_0_217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11efcb08b7f_0_21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2"/>
        <p:cNvGrpSpPr/>
        <p:nvPr/>
      </p:nvGrpSpPr>
      <p:grpSpPr>
        <a:xfrm>
          <a:off x="0" y="0"/>
          <a:ext cx="0" cy="0"/>
          <a:chOff x="0" y="0"/>
          <a:chExt cx="0" cy="0"/>
        </a:xfrm>
      </p:grpSpPr>
      <p:sp>
        <p:nvSpPr>
          <p:cNvPr id="9763" name="Google Shape;9763;g11efcb08b7f_0_22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4" name="Google Shape;9764;g11efcb08b7f_0_22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3"/>
        <p:cNvGrpSpPr/>
        <p:nvPr/>
      </p:nvGrpSpPr>
      <p:grpSpPr>
        <a:xfrm>
          <a:off x="0" y="0"/>
          <a:ext cx="0" cy="0"/>
          <a:chOff x="0" y="0"/>
          <a:chExt cx="0" cy="0"/>
        </a:xfrm>
      </p:grpSpPr>
      <p:sp>
        <p:nvSpPr>
          <p:cNvPr id="10194" name="Google Shape;10194;g11efcb08b7f_0_225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5" name="Google Shape;10195;g11efcb08b7f_0_225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86"/>
        <p:cNvGrpSpPr/>
        <p:nvPr/>
      </p:nvGrpSpPr>
      <p:grpSpPr>
        <a:xfrm>
          <a:off x="0" y="0"/>
          <a:ext cx="0" cy="0"/>
          <a:chOff x="0" y="0"/>
          <a:chExt cx="0" cy="0"/>
        </a:xfrm>
      </p:grpSpPr>
      <p:sp>
        <p:nvSpPr>
          <p:cNvPr id="10987" name="Google Shape;10987;g11efcb08b7f_0_233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8" name="Google Shape;10988;g11efcb08b7f_0_23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7"/>
        <p:cNvGrpSpPr/>
        <p:nvPr/>
      </p:nvGrpSpPr>
      <p:grpSpPr>
        <a:xfrm>
          <a:off x="0" y="0"/>
          <a:ext cx="0" cy="0"/>
          <a:chOff x="0" y="0"/>
          <a:chExt cx="0" cy="0"/>
        </a:xfrm>
      </p:grpSpPr>
      <p:sp>
        <p:nvSpPr>
          <p:cNvPr id="11728" name="Google Shape;11728;g11efcb08b7f_0_24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9" name="Google Shape;11729;g11efcb08b7f_0_24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20"/>
        <p:cNvGrpSpPr/>
        <p:nvPr/>
      </p:nvGrpSpPr>
      <p:grpSpPr>
        <a:xfrm>
          <a:off x="0" y="0"/>
          <a:ext cx="0" cy="0"/>
          <a:chOff x="0" y="0"/>
          <a:chExt cx="0" cy="0"/>
        </a:xfrm>
      </p:grpSpPr>
      <p:sp>
        <p:nvSpPr>
          <p:cNvPr id="12421" name="Google Shape;12421;g11efcb08b7f_0_248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2" name="Google Shape;12422;g11efcb08b7f_0_248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2"/>
        <p:cNvGrpSpPr/>
        <p:nvPr/>
      </p:nvGrpSpPr>
      <p:grpSpPr>
        <a:xfrm>
          <a:off x="0" y="0"/>
          <a:ext cx="0" cy="0"/>
          <a:chOff x="0" y="0"/>
          <a:chExt cx="0" cy="0"/>
        </a:xfrm>
      </p:grpSpPr>
      <p:sp>
        <p:nvSpPr>
          <p:cNvPr id="12723" name="Google Shape;12723;g11efcb08b7f_0_251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24" name="Google Shape;12724;g11efcb08b7f_0_25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62"/>
        <p:cNvGrpSpPr/>
        <p:nvPr/>
      </p:nvGrpSpPr>
      <p:grpSpPr>
        <a:xfrm>
          <a:off x="0" y="0"/>
          <a:ext cx="0" cy="0"/>
          <a:chOff x="0" y="0"/>
          <a:chExt cx="0" cy="0"/>
        </a:xfrm>
      </p:grpSpPr>
      <p:sp>
        <p:nvSpPr>
          <p:cNvPr id="13363" name="Google Shape;13363;g11efcb08b7f_0_277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64" name="Google Shape;13364;g11efcb08b7f_0_27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flipH="1">
            <a:off x="743325" y="1454185"/>
            <a:ext cx="6952800" cy="1339500"/>
          </a:xfrm>
          <a:prstGeom prst="rect">
            <a:avLst/>
          </a:prstGeom>
        </p:spPr>
        <p:txBody>
          <a:bodyPr spcFirstLastPara="1" wrap="square" lIns="91425" tIns="0" rIns="91425" bIns="0" anchor="t" anchorCtr="0">
            <a:noAutofit/>
          </a:bodyPr>
          <a:lstStyle>
            <a:lvl1pPr lvl="0">
              <a:spcBef>
                <a:spcPts val="0"/>
              </a:spcBef>
              <a:spcAft>
                <a:spcPts val="0"/>
              </a:spcAft>
              <a:buSzPts val="5200"/>
              <a:buNone/>
              <a:defRPr sz="4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flipH="1">
            <a:off x="743375" y="3242315"/>
            <a:ext cx="6952800" cy="447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8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grpSp>
        <p:nvGrpSpPr>
          <p:cNvPr id="11" name="Google Shape;11;p2"/>
          <p:cNvGrpSpPr/>
          <p:nvPr/>
        </p:nvGrpSpPr>
        <p:grpSpPr>
          <a:xfrm flipH="1">
            <a:off x="3452019" y="-348332"/>
            <a:ext cx="1019565" cy="1290805"/>
            <a:chOff x="-4017975" y="-49702"/>
            <a:chExt cx="1162825" cy="1472177"/>
          </a:xfrm>
        </p:grpSpPr>
        <p:sp>
          <p:nvSpPr>
            <p:cNvPr id="12" name="Google Shape;12;p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 name="Google Shape;19;p2"/>
          <p:cNvGrpSpPr/>
          <p:nvPr/>
        </p:nvGrpSpPr>
        <p:grpSpPr>
          <a:xfrm flipH="1">
            <a:off x="8425338" y="2120543"/>
            <a:ext cx="1938846" cy="1720830"/>
            <a:chOff x="-1873362" y="2120543"/>
            <a:chExt cx="1938846" cy="1720830"/>
          </a:xfrm>
        </p:grpSpPr>
        <p:sp>
          <p:nvSpPr>
            <p:cNvPr id="20" name="Google Shape;2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flipH="1">
            <a:off x="-1155987" y="-912707"/>
            <a:ext cx="1938846" cy="1720830"/>
            <a:chOff x="-1873362" y="2120543"/>
            <a:chExt cx="1938846" cy="1720830"/>
          </a:xfrm>
        </p:grpSpPr>
        <p:sp>
          <p:nvSpPr>
            <p:cNvPr id="40" name="Google Shape;4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2"/>
          <p:cNvGrpSpPr/>
          <p:nvPr/>
        </p:nvGrpSpPr>
        <p:grpSpPr>
          <a:xfrm flipH="1">
            <a:off x="6857372" y="-188512"/>
            <a:ext cx="1516025" cy="1489525"/>
            <a:chOff x="-3888525" y="-3012325"/>
            <a:chExt cx="1516025" cy="1489525"/>
          </a:xfrm>
        </p:grpSpPr>
        <p:sp>
          <p:nvSpPr>
            <p:cNvPr id="60" name="Google Shape;60;p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1"/>
        <p:cNvGrpSpPr/>
        <p:nvPr/>
      </p:nvGrpSpPr>
      <p:grpSpPr>
        <a:xfrm>
          <a:off x="0" y="0"/>
          <a:ext cx="0" cy="0"/>
          <a:chOff x="0" y="0"/>
          <a:chExt cx="0" cy="0"/>
        </a:xfrm>
      </p:grpSpPr>
      <p:sp>
        <p:nvSpPr>
          <p:cNvPr id="72" name="Google Shape;72;p3"/>
          <p:cNvSpPr txBox="1">
            <a:spLocks noGrp="1"/>
          </p:cNvSpPr>
          <p:nvPr>
            <p:ph type="title" hasCustomPrompt="1"/>
          </p:nvPr>
        </p:nvSpPr>
        <p:spPr>
          <a:xfrm>
            <a:off x="2598875" y="787425"/>
            <a:ext cx="3946500" cy="11751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000"/>
              <a:buNone/>
              <a:defRPr sz="9000"/>
            </a:lvl1pPr>
            <a:lvl2pPr lvl="1" algn="ctr" rtl="0">
              <a:spcBef>
                <a:spcPts val="0"/>
              </a:spcBef>
              <a:spcAft>
                <a:spcPts val="0"/>
              </a:spcAft>
              <a:buSzPts val="4000"/>
              <a:buNone/>
              <a:defRPr sz="4000" b="1"/>
            </a:lvl2pPr>
            <a:lvl3pPr lvl="2" algn="ctr" rtl="0">
              <a:spcBef>
                <a:spcPts val="0"/>
              </a:spcBef>
              <a:spcAft>
                <a:spcPts val="0"/>
              </a:spcAft>
              <a:buSzPts val="4000"/>
              <a:buNone/>
              <a:defRPr sz="4000" b="1"/>
            </a:lvl3pPr>
            <a:lvl4pPr lvl="3" algn="ctr" rtl="0">
              <a:spcBef>
                <a:spcPts val="0"/>
              </a:spcBef>
              <a:spcAft>
                <a:spcPts val="0"/>
              </a:spcAft>
              <a:buSzPts val="4000"/>
              <a:buNone/>
              <a:defRPr sz="4000" b="1"/>
            </a:lvl4pPr>
            <a:lvl5pPr lvl="4" algn="ctr" rtl="0">
              <a:spcBef>
                <a:spcPts val="0"/>
              </a:spcBef>
              <a:spcAft>
                <a:spcPts val="0"/>
              </a:spcAft>
              <a:buSzPts val="4000"/>
              <a:buNone/>
              <a:defRPr sz="4000" b="1"/>
            </a:lvl5pPr>
            <a:lvl6pPr lvl="5" algn="ctr" rtl="0">
              <a:spcBef>
                <a:spcPts val="0"/>
              </a:spcBef>
              <a:spcAft>
                <a:spcPts val="0"/>
              </a:spcAft>
              <a:buSzPts val="4000"/>
              <a:buNone/>
              <a:defRPr sz="4000" b="1"/>
            </a:lvl6pPr>
            <a:lvl7pPr lvl="6" algn="ctr" rtl="0">
              <a:spcBef>
                <a:spcPts val="0"/>
              </a:spcBef>
              <a:spcAft>
                <a:spcPts val="0"/>
              </a:spcAft>
              <a:buSzPts val="4000"/>
              <a:buNone/>
              <a:defRPr sz="4000" b="1"/>
            </a:lvl7pPr>
            <a:lvl8pPr lvl="7" algn="ctr" rtl="0">
              <a:spcBef>
                <a:spcPts val="0"/>
              </a:spcBef>
              <a:spcAft>
                <a:spcPts val="0"/>
              </a:spcAft>
              <a:buSzPts val="4000"/>
              <a:buNone/>
              <a:defRPr sz="4000" b="1"/>
            </a:lvl8pPr>
            <a:lvl9pPr lvl="8" algn="ctr" rtl="0">
              <a:spcBef>
                <a:spcPts val="0"/>
              </a:spcBef>
              <a:spcAft>
                <a:spcPts val="0"/>
              </a:spcAft>
              <a:buSzPts val="4000"/>
              <a:buNone/>
              <a:defRPr sz="4000" b="1"/>
            </a:lvl9pPr>
          </a:lstStyle>
          <a:p>
            <a:r>
              <a:t>xx%</a:t>
            </a:r>
          </a:p>
        </p:txBody>
      </p:sp>
      <p:sp>
        <p:nvSpPr>
          <p:cNvPr id="73" name="Google Shape;73;p3"/>
          <p:cNvSpPr txBox="1">
            <a:spLocks noGrp="1"/>
          </p:cNvSpPr>
          <p:nvPr>
            <p:ph type="title" idx="2"/>
          </p:nvPr>
        </p:nvSpPr>
        <p:spPr>
          <a:xfrm>
            <a:off x="2598625" y="2347850"/>
            <a:ext cx="3946500" cy="1229100"/>
          </a:xfrm>
          <a:prstGeom prst="rect">
            <a:avLst/>
          </a:prstGeom>
        </p:spPr>
        <p:txBody>
          <a:bodyPr spcFirstLastPara="1" wrap="square" lIns="91425" tIns="0" rIns="91425" bIns="0" anchor="t" anchorCtr="0">
            <a:noAutofit/>
          </a:bodyPr>
          <a:lstStyle>
            <a:lvl1pPr lvl="0" algn="r" rtl="0">
              <a:spcBef>
                <a:spcPts val="0"/>
              </a:spcBef>
              <a:spcAft>
                <a:spcPts val="0"/>
              </a:spcAft>
              <a:buSzPts val="4000"/>
              <a:buNone/>
              <a:defRPr sz="4000">
                <a:latin typeface="Jost"/>
                <a:ea typeface="Jost"/>
                <a:cs typeface="Jost"/>
                <a:sym typeface="Jost"/>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endParaRPr/>
          </a:p>
        </p:txBody>
      </p:sp>
      <p:sp>
        <p:nvSpPr>
          <p:cNvPr id="74" name="Google Shape;74;p3"/>
          <p:cNvSpPr txBox="1">
            <a:spLocks noGrp="1"/>
          </p:cNvSpPr>
          <p:nvPr>
            <p:ph type="subTitle" idx="1"/>
          </p:nvPr>
        </p:nvSpPr>
        <p:spPr>
          <a:xfrm>
            <a:off x="2598875" y="3643263"/>
            <a:ext cx="3946500" cy="7128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1400"/>
              <a:buNone/>
              <a:defRPr sz="1800"/>
            </a:lvl1pPr>
            <a:lvl2pPr lvl="1" algn="ctr" rtl="0">
              <a:lnSpc>
                <a:spcPct val="100000"/>
              </a:lnSpc>
              <a:spcBef>
                <a:spcPts val="0"/>
              </a:spcBef>
              <a:spcAft>
                <a:spcPts val="0"/>
              </a:spcAft>
              <a:buSzPts val="2000"/>
              <a:buNone/>
              <a:defRPr sz="2000"/>
            </a:lvl2pPr>
            <a:lvl3pPr lvl="2" algn="ctr" rtl="0">
              <a:lnSpc>
                <a:spcPct val="100000"/>
              </a:lnSpc>
              <a:spcBef>
                <a:spcPts val="0"/>
              </a:spcBef>
              <a:spcAft>
                <a:spcPts val="0"/>
              </a:spcAft>
              <a:buSzPts val="2000"/>
              <a:buNone/>
              <a:defRPr sz="2000"/>
            </a:lvl3pPr>
            <a:lvl4pPr lvl="3" algn="ctr" rtl="0">
              <a:lnSpc>
                <a:spcPct val="100000"/>
              </a:lnSpc>
              <a:spcBef>
                <a:spcPts val="0"/>
              </a:spcBef>
              <a:spcAft>
                <a:spcPts val="0"/>
              </a:spcAft>
              <a:buSzPts val="2000"/>
              <a:buNone/>
              <a:defRPr sz="2000"/>
            </a:lvl4pPr>
            <a:lvl5pPr lvl="4" algn="ctr" rtl="0">
              <a:lnSpc>
                <a:spcPct val="100000"/>
              </a:lnSpc>
              <a:spcBef>
                <a:spcPts val="0"/>
              </a:spcBef>
              <a:spcAft>
                <a:spcPts val="0"/>
              </a:spcAft>
              <a:buSzPts val="2000"/>
              <a:buNone/>
              <a:defRPr sz="2000"/>
            </a:lvl5pPr>
            <a:lvl6pPr lvl="5" algn="ctr" rtl="0">
              <a:lnSpc>
                <a:spcPct val="100000"/>
              </a:lnSpc>
              <a:spcBef>
                <a:spcPts val="0"/>
              </a:spcBef>
              <a:spcAft>
                <a:spcPts val="0"/>
              </a:spcAft>
              <a:buSzPts val="2000"/>
              <a:buNone/>
              <a:defRPr sz="2000"/>
            </a:lvl6pPr>
            <a:lvl7pPr lvl="6" algn="ctr" rtl="0">
              <a:lnSpc>
                <a:spcPct val="100000"/>
              </a:lnSpc>
              <a:spcBef>
                <a:spcPts val="0"/>
              </a:spcBef>
              <a:spcAft>
                <a:spcPts val="0"/>
              </a:spcAft>
              <a:buSzPts val="2000"/>
              <a:buNone/>
              <a:defRPr sz="2000"/>
            </a:lvl7pPr>
            <a:lvl8pPr lvl="7" algn="ctr" rtl="0">
              <a:lnSpc>
                <a:spcPct val="100000"/>
              </a:lnSpc>
              <a:spcBef>
                <a:spcPts val="0"/>
              </a:spcBef>
              <a:spcAft>
                <a:spcPts val="0"/>
              </a:spcAft>
              <a:buSzPts val="2000"/>
              <a:buNone/>
              <a:defRPr sz="2000"/>
            </a:lvl8pPr>
            <a:lvl9pPr lvl="8" algn="ctr" rtl="0">
              <a:lnSpc>
                <a:spcPct val="100000"/>
              </a:lnSpc>
              <a:spcBef>
                <a:spcPts val="0"/>
              </a:spcBef>
              <a:spcAft>
                <a:spcPts val="0"/>
              </a:spcAft>
              <a:buSzPts val="2000"/>
              <a:buNone/>
              <a:defRPr sz="2000"/>
            </a:lvl9pPr>
          </a:lstStyle>
          <a:p>
            <a:endParaRPr/>
          </a:p>
        </p:txBody>
      </p:sp>
      <p:grpSp>
        <p:nvGrpSpPr>
          <p:cNvPr id="75" name="Google Shape;75;p3"/>
          <p:cNvGrpSpPr/>
          <p:nvPr/>
        </p:nvGrpSpPr>
        <p:grpSpPr>
          <a:xfrm flipH="1">
            <a:off x="7451744" y="244568"/>
            <a:ext cx="1019565" cy="1290805"/>
            <a:chOff x="-4017975" y="-49702"/>
            <a:chExt cx="1162825" cy="1472177"/>
          </a:xfrm>
        </p:grpSpPr>
        <p:sp>
          <p:nvSpPr>
            <p:cNvPr id="76" name="Google Shape;76;p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 name="Google Shape;83;p3"/>
          <p:cNvGrpSpPr/>
          <p:nvPr/>
        </p:nvGrpSpPr>
        <p:grpSpPr>
          <a:xfrm flipH="1">
            <a:off x="2648022" y="-702112"/>
            <a:ext cx="1516025" cy="1489525"/>
            <a:chOff x="-3888525" y="-3012325"/>
            <a:chExt cx="1516025" cy="1489525"/>
          </a:xfrm>
        </p:grpSpPr>
        <p:sp>
          <p:nvSpPr>
            <p:cNvPr id="84" name="Google Shape;84;p3"/>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flipH="1">
            <a:off x="579363" y="3923368"/>
            <a:ext cx="1938846" cy="1720830"/>
            <a:chOff x="-1873362" y="2120543"/>
            <a:chExt cx="1938846" cy="1720830"/>
          </a:xfrm>
        </p:grpSpPr>
        <p:sp>
          <p:nvSpPr>
            <p:cNvPr id="96" name="Google Shape;9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 name="Google Shape;115;p3"/>
          <p:cNvGrpSpPr/>
          <p:nvPr/>
        </p:nvGrpSpPr>
        <p:grpSpPr>
          <a:xfrm flipH="1">
            <a:off x="-1155987" y="-338232"/>
            <a:ext cx="1938846" cy="1720830"/>
            <a:chOff x="-1873362" y="2120543"/>
            <a:chExt cx="1938846" cy="1720830"/>
          </a:xfrm>
        </p:grpSpPr>
        <p:sp>
          <p:nvSpPr>
            <p:cNvPr id="116" name="Google Shape;11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5"/>
        <p:cNvGrpSpPr/>
        <p:nvPr/>
      </p:nvGrpSpPr>
      <p:grpSpPr>
        <a:xfrm>
          <a:off x="0" y="0"/>
          <a:ext cx="0" cy="0"/>
          <a:chOff x="0" y="0"/>
          <a:chExt cx="0" cy="0"/>
        </a:xfrm>
      </p:grpSpPr>
      <p:sp>
        <p:nvSpPr>
          <p:cNvPr id="136" name="Google Shape;136;p4"/>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lvl1pPr marL="457200" lvl="0" indent="-317500">
              <a:spcBef>
                <a:spcPts val="0"/>
              </a:spcBef>
              <a:spcAft>
                <a:spcPts val="0"/>
              </a:spcAft>
              <a:buSzPts val="14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137" name="Google Shape;137;p4"/>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8" name="Google Shape;138;p4"/>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9"/>
        <p:cNvGrpSpPr/>
        <p:nvPr/>
      </p:nvGrpSpPr>
      <p:grpSpPr>
        <a:xfrm>
          <a:off x="0" y="0"/>
          <a:ext cx="0" cy="0"/>
          <a:chOff x="0" y="0"/>
          <a:chExt cx="0" cy="0"/>
        </a:xfrm>
      </p:grpSpPr>
      <p:sp>
        <p:nvSpPr>
          <p:cNvPr id="140" name="Google Shape;140;p5"/>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lvl1pPr marL="0" marR="0" lvl="0" indent="-127000" algn="l" rtl="0">
              <a:lnSpc>
                <a:spcPct val="100000"/>
              </a:lnSpc>
              <a:spcBef>
                <a:spcPts val="0"/>
              </a:spcBef>
              <a:spcAft>
                <a:spcPts val="0"/>
              </a:spcAft>
              <a:buClr>
                <a:schemeClr val="dk1"/>
              </a:buClr>
              <a:buSzPts val="2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1" name="Google Shape;141;p5"/>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142" name="Google Shape;142;p5"/>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8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43" name="Google Shape;143;p5"/>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grpSp>
        <p:nvGrpSpPr>
          <p:cNvPr id="144" name="Google Shape;144;p5"/>
          <p:cNvGrpSpPr/>
          <p:nvPr/>
        </p:nvGrpSpPr>
        <p:grpSpPr>
          <a:xfrm rot="10800000">
            <a:off x="-287269" y="3176993"/>
            <a:ext cx="1803578" cy="1592367"/>
            <a:chOff x="-4912150" y="-393637"/>
            <a:chExt cx="2057000" cy="1816112"/>
          </a:xfrm>
        </p:grpSpPr>
        <p:sp>
          <p:nvSpPr>
            <p:cNvPr id="145" name="Google Shape;145;p5"/>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5"/>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5"/>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5"/>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 name="Google Shape;164;p5"/>
          <p:cNvGrpSpPr/>
          <p:nvPr/>
        </p:nvGrpSpPr>
        <p:grpSpPr>
          <a:xfrm>
            <a:off x="6039350" y="414138"/>
            <a:ext cx="1040638" cy="901375"/>
            <a:chOff x="8457538" y="810363"/>
            <a:chExt cx="1040638" cy="901375"/>
          </a:xfrm>
        </p:grpSpPr>
        <p:grpSp>
          <p:nvGrpSpPr>
            <p:cNvPr id="165" name="Google Shape;165;p5"/>
            <p:cNvGrpSpPr/>
            <p:nvPr/>
          </p:nvGrpSpPr>
          <p:grpSpPr>
            <a:xfrm>
              <a:off x="8781450" y="810363"/>
              <a:ext cx="716725" cy="901375"/>
              <a:chOff x="-3888525" y="-2483300"/>
              <a:chExt cx="716725" cy="901375"/>
            </a:xfrm>
          </p:grpSpPr>
          <p:sp>
            <p:nvSpPr>
              <p:cNvPr id="166" name="Google Shape;166;p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 name="Google Shape;168;p5"/>
            <p:cNvGrpSpPr/>
            <p:nvPr/>
          </p:nvGrpSpPr>
          <p:grpSpPr>
            <a:xfrm>
              <a:off x="8457538" y="1331488"/>
              <a:ext cx="323925" cy="323650"/>
              <a:chOff x="1608625" y="299800"/>
              <a:chExt cx="323925" cy="323650"/>
            </a:xfrm>
          </p:grpSpPr>
          <p:sp>
            <p:nvSpPr>
              <p:cNvPr id="169" name="Google Shape;169;p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2" name="Google Shape;172;p5"/>
          <p:cNvGrpSpPr/>
          <p:nvPr/>
        </p:nvGrpSpPr>
        <p:grpSpPr>
          <a:xfrm>
            <a:off x="2021856" y="3530393"/>
            <a:ext cx="1019565" cy="1290805"/>
            <a:chOff x="-4017975" y="-49702"/>
            <a:chExt cx="1162825" cy="1472177"/>
          </a:xfrm>
        </p:grpSpPr>
        <p:sp>
          <p:nvSpPr>
            <p:cNvPr id="173" name="Google Shape;17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5"/>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 name="Google Shape;180;p5"/>
          <p:cNvGrpSpPr/>
          <p:nvPr/>
        </p:nvGrpSpPr>
        <p:grpSpPr>
          <a:xfrm>
            <a:off x="7572872" y="-168350"/>
            <a:ext cx="1929500" cy="2210100"/>
            <a:chOff x="295725" y="-3462825"/>
            <a:chExt cx="1929500" cy="2210100"/>
          </a:xfrm>
        </p:grpSpPr>
        <p:sp>
          <p:nvSpPr>
            <p:cNvPr id="181" name="Google Shape;181;p5"/>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5"/>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5"/>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5"/>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5"/>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5"/>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5"/>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5"/>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6"/>
        <p:cNvGrpSpPr/>
        <p:nvPr/>
      </p:nvGrpSpPr>
      <p:grpSpPr>
        <a:xfrm>
          <a:off x="0" y="0"/>
          <a:ext cx="0" cy="0"/>
          <a:chOff x="0" y="0"/>
          <a:chExt cx="0" cy="0"/>
        </a:xfrm>
      </p:grpSpPr>
      <p:sp>
        <p:nvSpPr>
          <p:cNvPr id="207" name="Google Shape;207;p6"/>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08" name="Google Shape;208;p6"/>
          <p:cNvGrpSpPr/>
          <p:nvPr/>
        </p:nvGrpSpPr>
        <p:grpSpPr>
          <a:xfrm>
            <a:off x="8361160" y="-152294"/>
            <a:ext cx="1040638" cy="1353907"/>
            <a:chOff x="8361160" y="-152294"/>
            <a:chExt cx="1040638" cy="1353907"/>
          </a:xfrm>
        </p:grpSpPr>
        <p:grpSp>
          <p:nvGrpSpPr>
            <p:cNvPr id="209" name="Google Shape;209;p6"/>
            <p:cNvGrpSpPr/>
            <p:nvPr/>
          </p:nvGrpSpPr>
          <p:grpSpPr>
            <a:xfrm flipH="1">
              <a:off x="8361160" y="300238"/>
              <a:ext cx="1040638" cy="901375"/>
              <a:chOff x="948060" y="3972813"/>
              <a:chExt cx="1040638" cy="901375"/>
            </a:xfrm>
          </p:grpSpPr>
          <p:grpSp>
            <p:nvGrpSpPr>
              <p:cNvPr id="210" name="Google Shape;210;p6"/>
              <p:cNvGrpSpPr/>
              <p:nvPr/>
            </p:nvGrpSpPr>
            <p:grpSpPr>
              <a:xfrm flipH="1">
                <a:off x="948060" y="3972813"/>
                <a:ext cx="716725" cy="901375"/>
                <a:chOff x="-3888525" y="-2483300"/>
                <a:chExt cx="716725" cy="901375"/>
              </a:xfrm>
            </p:grpSpPr>
            <p:sp>
              <p:nvSpPr>
                <p:cNvPr id="211" name="Google Shape;211;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6"/>
              <p:cNvGrpSpPr/>
              <p:nvPr/>
            </p:nvGrpSpPr>
            <p:grpSpPr>
              <a:xfrm flipH="1">
                <a:off x="1664772" y="4493938"/>
                <a:ext cx="323925" cy="323650"/>
                <a:chOff x="1608625" y="299800"/>
                <a:chExt cx="323925" cy="323650"/>
              </a:xfrm>
            </p:grpSpPr>
            <p:sp>
              <p:nvSpPr>
                <p:cNvPr id="214" name="Google Shape;214;p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7" name="Google Shape;217;p6"/>
            <p:cNvGrpSpPr/>
            <p:nvPr/>
          </p:nvGrpSpPr>
          <p:grpSpPr>
            <a:xfrm rot="10800000">
              <a:off x="8442919" y="-152294"/>
              <a:ext cx="777174" cy="1001897"/>
              <a:chOff x="-4604150" y="-305525"/>
              <a:chExt cx="886375" cy="1142675"/>
            </a:xfrm>
          </p:grpSpPr>
          <p:sp>
            <p:nvSpPr>
              <p:cNvPr id="218" name="Google Shape;218;p6"/>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6"/>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6"/>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1" name="Google Shape;221;p6"/>
          <p:cNvGrpSpPr/>
          <p:nvPr/>
        </p:nvGrpSpPr>
        <p:grpSpPr>
          <a:xfrm>
            <a:off x="778838" y="379263"/>
            <a:ext cx="184175" cy="158025"/>
            <a:chOff x="-3626300" y="-1680825"/>
            <a:chExt cx="184175" cy="158025"/>
          </a:xfrm>
        </p:grpSpPr>
        <p:sp>
          <p:nvSpPr>
            <p:cNvPr id="222" name="Google Shape;222;p6"/>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6"/>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6"/>
          <p:cNvGrpSpPr/>
          <p:nvPr/>
        </p:nvGrpSpPr>
        <p:grpSpPr>
          <a:xfrm>
            <a:off x="-252062" y="300238"/>
            <a:ext cx="716725" cy="901375"/>
            <a:chOff x="-3888525" y="-2483300"/>
            <a:chExt cx="716725" cy="901375"/>
          </a:xfrm>
        </p:grpSpPr>
        <p:sp>
          <p:nvSpPr>
            <p:cNvPr id="225" name="Google Shape;225;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7"/>
        <p:cNvGrpSpPr/>
        <p:nvPr/>
      </p:nvGrpSpPr>
      <p:grpSpPr>
        <a:xfrm>
          <a:off x="0" y="0"/>
          <a:ext cx="0" cy="0"/>
          <a:chOff x="0" y="0"/>
          <a:chExt cx="0" cy="0"/>
        </a:xfrm>
      </p:grpSpPr>
      <p:sp>
        <p:nvSpPr>
          <p:cNvPr id="228" name="Google Shape;228;p7"/>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29" name="Google Shape;229;p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30" name="Google Shape;230;p7"/>
          <p:cNvGrpSpPr/>
          <p:nvPr/>
        </p:nvGrpSpPr>
        <p:grpSpPr>
          <a:xfrm>
            <a:off x="7433700" y="4482713"/>
            <a:ext cx="1040638" cy="901375"/>
            <a:chOff x="8457538" y="810363"/>
            <a:chExt cx="1040638" cy="901375"/>
          </a:xfrm>
        </p:grpSpPr>
        <p:grpSp>
          <p:nvGrpSpPr>
            <p:cNvPr id="231" name="Google Shape;231;p7"/>
            <p:cNvGrpSpPr/>
            <p:nvPr/>
          </p:nvGrpSpPr>
          <p:grpSpPr>
            <a:xfrm>
              <a:off x="8781450" y="810363"/>
              <a:ext cx="716725" cy="901375"/>
              <a:chOff x="-3888525" y="-2483300"/>
              <a:chExt cx="716725" cy="901375"/>
            </a:xfrm>
          </p:grpSpPr>
          <p:sp>
            <p:nvSpPr>
              <p:cNvPr id="232" name="Google Shape;232;p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7"/>
            <p:cNvGrpSpPr/>
            <p:nvPr/>
          </p:nvGrpSpPr>
          <p:grpSpPr>
            <a:xfrm>
              <a:off x="8457538" y="1331488"/>
              <a:ext cx="323925" cy="323650"/>
              <a:chOff x="1608625" y="299800"/>
              <a:chExt cx="323925" cy="323650"/>
            </a:xfrm>
          </p:grpSpPr>
          <p:sp>
            <p:nvSpPr>
              <p:cNvPr id="235" name="Google Shape;235;p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8" name="Google Shape;238;p7"/>
          <p:cNvGrpSpPr/>
          <p:nvPr/>
        </p:nvGrpSpPr>
        <p:grpSpPr>
          <a:xfrm>
            <a:off x="388869" y="-29307"/>
            <a:ext cx="1019565" cy="1290805"/>
            <a:chOff x="-4017975" y="-49702"/>
            <a:chExt cx="1162825" cy="1472177"/>
          </a:xfrm>
        </p:grpSpPr>
        <p:sp>
          <p:nvSpPr>
            <p:cNvPr id="239" name="Google Shape;239;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 name="Google Shape;246;p7"/>
          <p:cNvGrpSpPr/>
          <p:nvPr/>
        </p:nvGrpSpPr>
        <p:grpSpPr>
          <a:xfrm>
            <a:off x="7934047" y="1528575"/>
            <a:ext cx="1929500" cy="2210100"/>
            <a:chOff x="295725" y="-3462825"/>
            <a:chExt cx="1929500" cy="2210100"/>
          </a:xfrm>
        </p:grpSpPr>
        <p:sp>
          <p:nvSpPr>
            <p:cNvPr id="247" name="Google Shape;247;p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 name="Google Shape;272;p7"/>
          <p:cNvGrpSpPr/>
          <p:nvPr/>
        </p:nvGrpSpPr>
        <p:grpSpPr>
          <a:xfrm rot="10800000">
            <a:off x="-510906" y="2675681"/>
            <a:ext cx="1803578" cy="1592367"/>
            <a:chOff x="-4912150" y="-393637"/>
            <a:chExt cx="2057000" cy="1816112"/>
          </a:xfrm>
        </p:grpSpPr>
        <p:sp>
          <p:nvSpPr>
            <p:cNvPr id="273" name="Google Shape;273;p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92"/>
        <p:cNvGrpSpPr/>
        <p:nvPr/>
      </p:nvGrpSpPr>
      <p:grpSpPr>
        <a:xfrm>
          <a:off x="0" y="0"/>
          <a:ext cx="0" cy="0"/>
          <a:chOff x="0" y="0"/>
          <a:chExt cx="0" cy="0"/>
        </a:xfrm>
      </p:grpSpPr>
      <p:sp>
        <p:nvSpPr>
          <p:cNvPr id="293" name="Google Shape;293;p8"/>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294" name="Google Shape;294;p8"/>
          <p:cNvGrpSpPr/>
          <p:nvPr/>
        </p:nvGrpSpPr>
        <p:grpSpPr>
          <a:xfrm flipH="1">
            <a:off x="7745597" y="3097813"/>
            <a:ext cx="1516025" cy="1489525"/>
            <a:chOff x="-3888525" y="-3012325"/>
            <a:chExt cx="1516025" cy="1489525"/>
          </a:xfrm>
        </p:grpSpPr>
        <p:sp>
          <p:nvSpPr>
            <p:cNvPr id="295" name="Google Shape;295;p8"/>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 name="Google Shape;306;p8"/>
          <p:cNvGrpSpPr/>
          <p:nvPr/>
        </p:nvGrpSpPr>
        <p:grpSpPr>
          <a:xfrm>
            <a:off x="7994347" y="735313"/>
            <a:ext cx="873188" cy="546900"/>
            <a:chOff x="1115510" y="4327288"/>
            <a:chExt cx="873188" cy="546900"/>
          </a:xfrm>
        </p:grpSpPr>
        <p:sp>
          <p:nvSpPr>
            <p:cNvPr id="307" name="Google Shape;307;p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 name="Google Shape;308;p8"/>
            <p:cNvGrpSpPr/>
            <p:nvPr/>
          </p:nvGrpSpPr>
          <p:grpSpPr>
            <a:xfrm flipH="1">
              <a:off x="1664772" y="4493938"/>
              <a:ext cx="323925" cy="323650"/>
              <a:chOff x="1608625" y="299800"/>
              <a:chExt cx="323925" cy="323650"/>
            </a:xfrm>
          </p:grpSpPr>
          <p:sp>
            <p:nvSpPr>
              <p:cNvPr id="309" name="Google Shape;309;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2" name="Google Shape;312;p8"/>
          <p:cNvGrpSpPr/>
          <p:nvPr/>
        </p:nvGrpSpPr>
        <p:grpSpPr>
          <a:xfrm flipH="1">
            <a:off x="6119781" y="4587350"/>
            <a:ext cx="713803" cy="706547"/>
            <a:chOff x="-4017975" y="616650"/>
            <a:chExt cx="814100" cy="805825"/>
          </a:xfrm>
        </p:grpSpPr>
        <p:sp>
          <p:nvSpPr>
            <p:cNvPr id="313" name="Google Shape;313;p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 name="Google Shape;317;p8"/>
          <p:cNvGrpSpPr/>
          <p:nvPr/>
        </p:nvGrpSpPr>
        <p:grpSpPr>
          <a:xfrm>
            <a:off x="665435" y="-108237"/>
            <a:ext cx="1040638" cy="901375"/>
            <a:chOff x="948060" y="3972813"/>
            <a:chExt cx="1040638" cy="901375"/>
          </a:xfrm>
        </p:grpSpPr>
        <p:grpSp>
          <p:nvGrpSpPr>
            <p:cNvPr id="318" name="Google Shape;318;p8"/>
            <p:cNvGrpSpPr/>
            <p:nvPr/>
          </p:nvGrpSpPr>
          <p:grpSpPr>
            <a:xfrm flipH="1">
              <a:off x="948060" y="3972813"/>
              <a:ext cx="716725" cy="901375"/>
              <a:chOff x="-3888525" y="-2483300"/>
              <a:chExt cx="716725" cy="901375"/>
            </a:xfrm>
          </p:grpSpPr>
          <p:sp>
            <p:nvSpPr>
              <p:cNvPr id="319" name="Google Shape;319;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 name="Google Shape;321;p8"/>
            <p:cNvGrpSpPr/>
            <p:nvPr/>
          </p:nvGrpSpPr>
          <p:grpSpPr>
            <a:xfrm flipH="1">
              <a:off x="1664772" y="4493938"/>
              <a:ext cx="323925" cy="323650"/>
              <a:chOff x="1608625" y="299800"/>
              <a:chExt cx="323925" cy="323650"/>
            </a:xfrm>
          </p:grpSpPr>
          <p:sp>
            <p:nvSpPr>
              <p:cNvPr id="322" name="Google Shape;322;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5"/>
        <p:cNvGrpSpPr/>
        <p:nvPr/>
      </p:nvGrpSpPr>
      <p:grpSpPr>
        <a:xfrm>
          <a:off x="0" y="0"/>
          <a:ext cx="0" cy="0"/>
          <a:chOff x="0" y="0"/>
          <a:chExt cx="0" cy="0"/>
        </a:xfrm>
      </p:grpSpPr>
      <p:sp>
        <p:nvSpPr>
          <p:cNvPr id="326" name="Google Shape;326;p9"/>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lvl1pPr lvl="0">
              <a:spcBef>
                <a:spcPts val="0"/>
              </a:spcBef>
              <a:spcAft>
                <a:spcPts val="0"/>
              </a:spcAft>
              <a:buSzPts val="4200"/>
              <a:buNone/>
              <a:defRPr sz="40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27" name="Google Shape;327;p9"/>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grpSp>
        <p:nvGrpSpPr>
          <p:cNvPr id="328" name="Google Shape;328;p9"/>
          <p:cNvGrpSpPr/>
          <p:nvPr/>
        </p:nvGrpSpPr>
        <p:grpSpPr>
          <a:xfrm>
            <a:off x="8457538" y="810363"/>
            <a:ext cx="1040638" cy="901375"/>
            <a:chOff x="8457538" y="810363"/>
            <a:chExt cx="1040638" cy="901375"/>
          </a:xfrm>
        </p:grpSpPr>
        <p:grpSp>
          <p:nvGrpSpPr>
            <p:cNvPr id="329" name="Google Shape;329;p9"/>
            <p:cNvGrpSpPr/>
            <p:nvPr/>
          </p:nvGrpSpPr>
          <p:grpSpPr>
            <a:xfrm>
              <a:off x="8781450" y="810363"/>
              <a:ext cx="716725" cy="901375"/>
              <a:chOff x="-3888525" y="-2483300"/>
              <a:chExt cx="716725" cy="901375"/>
            </a:xfrm>
          </p:grpSpPr>
          <p:sp>
            <p:nvSpPr>
              <p:cNvPr id="330" name="Google Shape;330;p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9"/>
            <p:cNvGrpSpPr/>
            <p:nvPr/>
          </p:nvGrpSpPr>
          <p:grpSpPr>
            <a:xfrm>
              <a:off x="8457538" y="1331488"/>
              <a:ext cx="323925" cy="323650"/>
              <a:chOff x="1608625" y="299800"/>
              <a:chExt cx="323925" cy="323650"/>
            </a:xfrm>
          </p:grpSpPr>
          <p:sp>
            <p:nvSpPr>
              <p:cNvPr id="333" name="Google Shape;333;p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36"/>
        <p:cNvGrpSpPr/>
        <p:nvPr/>
      </p:nvGrpSpPr>
      <p:grpSpPr>
        <a:xfrm>
          <a:off x="0" y="0"/>
          <a:ext cx="0" cy="0"/>
          <a:chOff x="0" y="0"/>
          <a:chExt cx="0" cy="0"/>
        </a:xfrm>
      </p:grpSpPr>
      <p:sp>
        <p:nvSpPr>
          <p:cNvPr id="337" name="Google Shape;337;p10"/>
          <p:cNvSpPr txBox="1">
            <a:spLocks noGrp="1"/>
          </p:cNvSpPr>
          <p:nvPr>
            <p:ph type="title"/>
          </p:nvPr>
        </p:nvSpPr>
        <p:spPr>
          <a:xfrm>
            <a:off x="782850" y="1941300"/>
            <a:ext cx="5137800" cy="12609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38"/>
        <p:cNvGrpSpPr/>
        <p:nvPr/>
      </p:nvGrpSpPr>
      <p:grpSpPr>
        <a:xfrm>
          <a:off x="0" y="0"/>
          <a:ext cx="0" cy="0"/>
          <a:chOff x="0" y="0"/>
          <a:chExt cx="0" cy="0"/>
        </a:xfrm>
      </p:grpSpPr>
      <p:sp>
        <p:nvSpPr>
          <p:cNvPr id="339" name="Google Shape;339;p11"/>
          <p:cNvSpPr txBox="1">
            <a:spLocks noGrp="1"/>
          </p:cNvSpPr>
          <p:nvPr>
            <p:ph type="title" hasCustomPrompt="1"/>
          </p:nvPr>
        </p:nvSpPr>
        <p:spPr>
          <a:xfrm>
            <a:off x="1267387" y="1365025"/>
            <a:ext cx="6609300" cy="1407900"/>
          </a:xfrm>
          <a:prstGeom prst="rect">
            <a:avLst/>
          </a:prstGeom>
        </p:spPr>
        <p:txBody>
          <a:bodyPr spcFirstLastPara="1" wrap="square" lIns="91425" tIns="0" rIns="91425" bIns="0" anchor="t" anchorCtr="0">
            <a:noAutofit/>
          </a:bodyPr>
          <a:lstStyle>
            <a:lvl1pPr lvl="0" algn="ctr">
              <a:spcBef>
                <a:spcPts val="0"/>
              </a:spcBef>
              <a:spcAft>
                <a:spcPts val="0"/>
              </a:spcAft>
              <a:buSzPts val="12000"/>
              <a:buNone/>
              <a:defRPr sz="9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40" name="Google Shape;340;p11"/>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sz="18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341" name="Google Shape;341;p11"/>
          <p:cNvGrpSpPr/>
          <p:nvPr/>
        </p:nvGrpSpPr>
        <p:grpSpPr>
          <a:xfrm flipH="1">
            <a:off x="6844388" y="3930543"/>
            <a:ext cx="1938846" cy="1720830"/>
            <a:chOff x="-1873362" y="2120543"/>
            <a:chExt cx="1938846" cy="1720830"/>
          </a:xfrm>
        </p:grpSpPr>
        <p:sp>
          <p:nvSpPr>
            <p:cNvPr id="342" name="Google Shape;342;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 name="Google Shape;361;p11"/>
          <p:cNvGrpSpPr/>
          <p:nvPr/>
        </p:nvGrpSpPr>
        <p:grpSpPr>
          <a:xfrm flipH="1">
            <a:off x="1408072" y="4117288"/>
            <a:ext cx="1929500" cy="2210100"/>
            <a:chOff x="295725" y="-3462825"/>
            <a:chExt cx="1929500" cy="2210100"/>
          </a:xfrm>
        </p:grpSpPr>
        <p:sp>
          <p:nvSpPr>
            <p:cNvPr id="362" name="Google Shape;362;p11"/>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1"/>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1"/>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1"/>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1"/>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1"/>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1"/>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11"/>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1"/>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1"/>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1"/>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11"/>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1"/>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1"/>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1"/>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1"/>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1"/>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1"/>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1"/>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1"/>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1"/>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1"/>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1"/>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1"/>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11"/>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7" name="Google Shape;387;p11"/>
          <p:cNvGrpSpPr/>
          <p:nvPr/>
        </p:nvGrpSpPr>
        <p:grpSpPr>
          <a:xfrm flipH="1">
            <a:off x="6292047" y="-450687"/>
            <a:ext cx="1516025" cy="1489525"/>
            <a:chOff x="-3888525" y="-3012325"/>
            <a:chExt cx="1516025" cy="1489525"/>
          </a:xfrm>
        </p:grpSpPr>
        <p:sp>
          <p:nvSpPr>
            <p:cNvPr id="388" name="Google Shape;388;p11"/>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11"/>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1"/>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1"/>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1"/>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1"/>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1"/>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1"/>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1"/>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11"/>
          <p:cNvGrpSpPr/>
          <p:nvPr/>
        </p:nvGrpSpPr>
        <p:grpSpPr>
          <a:xfrm flipH="1">
            <a:off x="-128787" y="-450682"/>
            <a:ext cx="1938846" cy="1720830"/>
            <a:chOff x="-1873362" y="2120543"/>
            <a:chExt cx="1938846" cy="1720830"/>
          </a:xfrm>
        </p:grpSpPr>
        <p:sp>
          <p:nvSpPr>
            <p:cNvPr id="400" name="Google Shape;400;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dk2"/>
        </a:solidFill>
        <a:effectLst/>
      </p:bgPr>
    </p:bg>
    <p:spTree>
      <p:nvGrpSpPr>
        <p:cNvPr id="1" name="Shape 41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420"/>
        <p:cNvGrpSpPr/>
        <p:nvPr/>
      </p:nvGrpSpPr>
      <p:grpSpPr>
        <a:xfrm>
          <a:off x="0" y="0"/>
          <a:ext cx="0" cy="0"/>
          <a:chOff x="0" y="0"/>
          <a:chExt cx="0" cy="0"/>
        </a:xfrm>
      </p:grpSpPr>
      <p:sp>
        <p:nvSpPr>
          <p:cNvPr id="421" name="Google Shape;421;p13"/>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22" name="Google Shape;422;p13"/>
          <p:cNvSpPr txBox="1">
            <a:spLocks noGrp="1"/>
          </p:cNvSpPr>
          <p:nvPr>
            <p:ph type="title" idx="2" hasCustomPrompt="1"/>
          </p:nvPr>
        </p:nvSpPr>
        <p:spPr>
          <a:xfrm flipH="1">
            <a:off x="1033550" y="1377577"/>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3" name="Google Shape;423;p13"/>
          <p:cNvSpPr txBox="1">
            <a:spLocks noGrp="1"/>
          </p:cNvSpPr>
          <p:nvPr>
            <p:ph type="subTitle" idx="1"/>
          </p:nvPr>
        </p:nvSpPr>
        <p:spPr>
          <a:xfrm>
            <a:off x="1033550" y="2480675"/>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4" name="Google Shape;424;p13"/>
          <p:cNvSpPr txBox="1">
            <a:spLocks noGrp="1"/>
          </p:cNvSpPr>
          <p:nvPr>
            <p:ph type="subTitle" idx="3"/>
          </p:nvPr>
        </p:nvSpPr>
        <p:spPr>
          <a:xfrm>
            <a:off x="1033550" y="1945416"/>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5" name="Google Shape;425;p13"/>
          <p:cNvSpPr txBox="1">
            <a:spLocks noGrp="1"/>
          </p:cNvSpPr>
          <p:nvPr>
            <p:ph type="title" idx="4" hasCustomPrompt="1"/>
          </p:nvPr>
        </p:nvSpPr>
        <p:spPr>
          <a:xfrm flipH="1">
            <a:off x="1033525" y="3039450"/>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6" name="Google Shape;426;p13"/>
          <p:cNvSpPr txBox="1">
            <a:spLocks noGrp="1"/>
          </p:cNvSpPr>
          <p:nvPr>
            <p:ph type="subTitle" idx="5"/>
          </p:nvPr>
        </p:nvSpPr>
        <p:spPr>
          <a:xfrm>
            <a:off x="1033550" y="4167677"/>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7" name="Google Shape;427;p13"/>
          <p:cNvSpPr txBox="1">
            <a:spLocks noGrp="1"/>
          </p:cNvSpPr>
          <p:nvPr>
            <p:ph type="subTitle" idx="6"/>
          </p:nvPr>
        </p:nvSpPr>
        <p:spPr>
          <a:xfrm>
            <a:off x="1033550" y="3613450"/>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8" name="Google Shape;428;p13"/>
          <p:cNvSpPr txBox="1">
            <a:spLocks noGrp="1"/>
          </p:cNvSpPr>
          <p:nvPr>
            <p:ph type="title" idx="7" hasCustomPrompt="1"/>
          </p:nvPr>
        </p:nvSpPr>
        <p:spPr>
          <a:xfrm flipH="1">
            <a:off x="7169950" y="1377578"/>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9" name="Google Shape;429;p13"/>
          <p:cNvSpPr txBox="1">
            <a:spLocks noGrp="1"/>
          </p:cNvSpPr>
          <p:nvPr>
            <p:ph type="subTitle" idx="8"/>
          </p:nvPr>
        </p:nvSpPr>
        <p:spPr>
          <a:xfrm>
            <a:off x="5474325" y="2480675"/>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0" name="Google Shape;430;p13"/>
          <p:cNvSpPr txBox="1">
            <a:spLocks noGrp="1"/>
          </p:cNvSpPr>
          <p:nvPr>
            <p:ph type="subTitle" idx="9"/>
          </p:nvPr>
        </p:nvSpPr>
        <p:spPr>
          <a:xfrm>
            <a:off x="4917550" y="1945416"/>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31" name="Google Shape;431;p13"/>
          <p:cNvSpPr txBox="1">
            <a:spLocks noGrp="1"/>
          </p:cNvSpPr>
          <p:nvPr>
            <p:ph type="title" idx="13" hasCustomPrompt="1"/>
          </p:nvPr>
        </p:nvSpPr>
        <p:spPr>
          <a:xfrm flipH="1">
            <a:off x="7169950" y="3039450"/>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32" name="Google Shape;432;p13"/>
          <p:cNvSpPr txBox="1">
            <a:spLocks noGrp="1"/>
          </p:cNvSpPr>
          <p:nvPr>
            <p:ph type="subTitle" idx="14"/>
          </p:nvPr>
        </p:nvSpPr>
        <p:spPr>
          <a:xfrm>
            <a:off x="5474325" y="4167677"/>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3" name="Google Shape;433;p13"/>
          <p:cNvSpPr txBox="1">
            <a:spLocks noGrp="1"/>
          </p:cNvSpPr>
          <p:nvPr>
            <p:ph type="subTitle" idx="15"/>
          </p:nvPr>
        </p:nvSpPr>
        <p:spPr>
          <a:xfrm>
            <a:off x="4917550" y="3613450"/>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434" name="Google Shape;434;p13"/>
          <p:cNvGrpSpPr/>
          <p:nvPr/>
        </p:nvGrpSpPr>
        <p:grpSpPr>
          <a:xfrm>
            <a:off x="-969899" y="3989306"/>
            <a:ext cx="1803578" cy="1558580"/>
            <a:chOff x="-969899" y="3989306"/>
            <a:chExt cx="1803578" cy="1558580"/>
          </a:xfrm>
        </p:grpSpPr>
        <p:grpSp>
          <p:nvGrpSpPr>
            <p:cNvPr id="435" name="Google Shape;435;p13"/>
            <p:cNvGrpSpPr/>
            <p:nvPr/>
          </p:nvGrpSpPr>
          <p:grpSpPr>
            <a:xfrm>
              <a:off x="-699845" y="4032775"/>
              <a:ext cx="777174" cy="1001897"/>
              <a:chOff x="-699845" y="4032775"/>
              <a:chExt cx="777174" cy="1001897"/>
            </a:xfrm>
          </p:grpSpPr>
          <p:sp>
            <p:nvSpPr>
              <p:cNvPr id="436" name="Google Shape;436;p13"/>
              <p:cNvSpPr/>
              <p:nvPr/>
            </p:nvSpPr>
            <p:spPr>
              <a:xfrm>
                <a:off x="-699845" y="4054782"/>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3"/>
              <p:cNvSpPr/>
              <p:nvPr/>
            </p:nvSpPr>
            <p:spPr>
              <a:xfrm>
                <a:off x="22507" y="4032775"/>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3"/>
              <p:cNvSpPr/>
              <p:nvPr/>
            </p:nvSpPr>
            <p:spPr>
              <a:xfrm>
                <a:off x="-344653" y="4547149"/>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13"/>
            <p:cNvSpPr/>
            <p:nvPr/>
          </p:nvSpPr>
          <p:spPr>
            <a:xfrm>
              <a:off x="-621306" y="4385709"/>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3"/>
            <p:cNvSpPr/>
            <p:nvPr/>
          </p:nvSpPr>
          <p:spPr>
            <a:xfrm>
              <a:off x="-2920" y="4363854"/>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3"/>
            <p:cNvSpPr/>
            <p:nvPr/>
          </p:nvSpPr>
          <p:spPr>
            <a:xfrm>
              <a:off x="-348577" y="4011249"/>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3"/>
            <p:cNvSpPr/>
            <p:nvPr/>
          </p:nvSpPr>
          <p:spPr>
            <a:xfrm>
              <a:off x="-138934" y="3989307"/>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3"/>
            <p:cNvSpPr/>
            <p:nvPr/>
          </p:nvSpPr>
          <p:spPr>
            <a:xfrm>
              <a:off x="-372053" y="4223325"/>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3"/>
            <p:cNvSpPr/>
            <p:nvPr/>
          </p:nvSpPr>
          <p:spPr>
            <a:xfrm>
              <a:off x="-164361" y="4868277"/>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3"/>
            <p:cNvSpPr/>
            <p:nvPr/>
          </p:nvSpPr>
          <p:spPr>
            <a:xfrm>
              <a:off x="226779" y="4995523"/>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3"/>
            <p:cNvSpPr/>
            <p:nvPr/>
          </p:nvSpPr>
          <p:spPr>
            <a:xfrm>
              <a:off x="474081" y="4841338"/>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3"/>
            <p:cNvSpPr/>
            <p:nvPr/>
          </p:nvSpPr>
          <p:spPr>
            <a:xfrm>
              <a:off x="-185887" y="5498214"/>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3"/>
            <p:cNvSpPr/>
            <p:nvPr/>
          </p:nvSpPr>
          <p:spPr>
            <a:xfrm>
              <a:off x="38925" y="4786012"/>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3"/>
            <p:cNvSpPr/>
            <p:nvPr/>
          </p:nvSpPr>
          <p:spPr>
            <a:xfrm>
              <a:off x="-589259" y="4875599"/>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3"/>
            <p:cNvSpPr/>
            <p:nvPr/>
          </p:nvSpPr>
          <p:spPr>
            <a:xfrm>
              <a:off x="-677815" y="5502489"/>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3"/>
            <p:cNvSpPr/>
            <p:nvPr/>
          </p:nvSpPr>
          <p:spPr>
            <a:xfrm>
              <a:off x="-969899" y="4645526"/>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3"/>
            <p:cNvSpPr/>
            <p:nvPr/>
          </p:nvSpPr>
          <p:spPr>
            <a:xfrm>
              <a:off x="289933" y="3989306"/>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3"/>
            <p:cNvSpPr/>
            <p:nvPr/>
          </p:nvSpPr>
          <p:spPr>
            <a:xfrm>
              <a:off x="615706" y="4527246"/>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3"/>
            <p:cNvSpPr/>
            <p:nvPr/>
          </p:nvSpPr>
          <p:spPr>
            <a:xfrm>
              <a:off x="682255" y="4585290"/>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 name="Google Shape;455;p13"/>
          <p:cNvGrpSpPr/>
          <p:nvPr/>
        </p:nvGrpSpPr>
        <p:grpSpPr>
          <a:xfrm flipH="1">
            <a:off x="-74415" y="391900"/>
            <a:ext cx="1040638" cy="901375"/>
            <a:chOff x="948060" y="3972813"/>
            <a:chExt cx="1040638" cy="901375"/>
          </a:xfrm>
        </p:grpSpPr>
        <p:grpSp>
          <p:nvGrpSpPr>
            <p:cNvPr id="456" name="Google Shape;456;p13"/>
            <p:cNvGrpSpPr/>
            <p:nvPr/>
          </p:nvGrpSpPr>
          <p:grpSpPr>
            <a:xfrm flipH="1">
              <a:off x="948060" y="3972813"/>
              <a:ext cx="716725" cy="901375"/>
              <a:chOff x="-3888525" y="-2483300"/>
              <a:chExt cx="716725" cy="901375"/>
            </a:xfrm>
          </p:grpSpPr>
          <p:sp>
            <p:nvSpPr>
              <p:cNvPr id="457" name="Google Shape;457;p1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 name="Google Shape;459;p13"/>
            <p:cNvGrpSpPr/>
            <p:nvPr/>
          </p:nvGrpSpPr>
          <p:grpSpPr>
            <a:xfrm flipH="1">
              <a:off x="1664772" y="4493938"/>
              <a:ext cx="323925" cy="323650"/>
              <a:chOff x="1608625" y="299800"/>
              <a:chExt cx="323925" cy="323650"/>
            </a:xfrm>
          </p:grpSpPr>
          <p:sp>
            <p:nvSpPr>
              <p:cNvPr id="460" name="Google Shape;460;p1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3" name="Google Shape;463;p13"/>
          <p:cNvGrpSpPr/>
          <p:nvPr/>
        </p:nvGrpSpPr>
        <p:grpSpPr>
          <a:xfrm>
            <a:off x="8530769" y="1433443"/>
            <a:ext cx="1019565" cy="1290805"/>
            <a:chOff x="-4017975" y="-49702"/>
            <a:chExt cx="1162825" cy="1472177"/>
          </a:xfrm>
        </p:grpSpPr>
        <p:sp>
          <p:nvSpPr>
            <p:cNvPr id="464" name="Google Shape;464;p1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1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Shape 471"/>
        <p:cNvGrpSpPr/>
        <p:nvPr/>
      </p:nvGrpSpPr>
      <p:grpSpPr>
        <a:xfrm>
          <a:off x="0" y="0"/>
          <a:ext cx="0" cy="0"/>
          <a:chOff x="0" y="0"/>
          <a:chExt cx="0" cy="0"/>
        </a:xfrm>
      </p:grpSpPr>
      <p:sp>
        <p:nvSpPr>
          <p:cNvPr id="472" name="Google Shape;472;p14"/>
          <p:cNvSpPr txBox="1">
            <a:spLocks noGrp="1"/>
          </p:cNvSpPr>
          <p:nvPr>
            <p:ph type="title"/>
          </p:nvPr>
        </p:nvSpPr>
        <p:spPr>
          <a:xfrm>
            <a:off x="1940550" y="3438075"/>
            <a:ext cx="5262900" cy="363000"/>
          </a:xfrm>
          <a:prstGeom prst="rect">
            <a:avLst/>
          </a:prstGeom>
          <a:noFill/>
        </p:spPr>
        <p:txBody>
          <a:bodyPr spcFirstLastPara="1" wrap="square" lIns="91425" tIns="0" rIns="91425" bIns="0" anchor="t" anchorCtr="0">
            <a:noAutofit/>
          </a:bodyPr>
          <a:lstStyle>
            <a:lvl1pPr lvl="0" rtl="0">
              <a:spcBef>
                <a:spcPts val="0"/>
              </a:spcBef>
              <a:spcAft>
                <a:spcPts val="0"/>
              </a:spcAft>
              <a:buClr>
                <a:schemeClr val="dk2"/>
              </a:buClr>
              <a:buSzPts val="4200"/>
              <a:buNone/>
              <a:defRPr sz="2000" b="1"/>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473" name="Google Shape;473;p1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100"/>
              <a:buNone/>
              <a:defRPr sz="25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474" name="Google Shape;474;p14"/>
          <p:cNvGrpSpPr/>
          <p:nvPr/>
        </p:nvGrpSpPr>
        <p:grpSpPr>
          <a:xfrm>
            <a:off x="8103363" y="1111063"/>
            <a:ext cx="1040638" cy="901375"/>
            <a:chOff x="8457538" y="810363"/>
            <a:chExt cx="1040638" cy="901375"/>
          </a:xfrm>
        </p:grpSpPr>
        <p:grpSp>
          <p:nvGrpSpPr>
            <p:cNvPr id="475" name="Google Shape;475;p14"/>
            <p:cNvGrpSpPr/>
            <p:nvPr/>
          </p:nvGrpSpPr>
          <p:grpSpPr>
            <a:xfrm>
              <a:off x="8781450" y="810363"/>
              <a:ext cx="716725" cy="901375"/>
              <a:chOff x="-3888525" y="-2483300"/>
              <a:chExt cx="716725" cy="901375"/>
            </a:xfrm>
          </p:grpSpPr>
          <p:sp>
            <p:nvSpPr>
              <p:cNvPr id="476" name="Google Shape;476;p1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14"/>
            <p:cNvGrpSpPr/>
            <p:nvPr/>
          </p:nvGrpSpPr>
          <p:grpSpPr>
            <a:xfrm>
              <a:off x="8457538" y="1331488"/>
              <a:ext cx="323925" cy="323650"/>
              <a:chOff x="1608625" y="299800"/>
              <a:chExt cx="323925" cy="323650"/>
            </a:xfrm>
          </p:grpSpPr>
          <p:sp>
            <p:nvSpPr>
              <p:cNvPr id="479" name="Google Shape;479;p1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 name="Google Shape;482;p14"/>
          <p:cNvGrpSpPr/>
          <p:nvPr/>
        </p:nvGrpSpPr>
        <p:grpSpPr>
          <a:xfrm>
            <a:off x="214269" y="2098393"/>
            <a:ext cx="1019565" cy="1290805"/>
            <a:chOff x="-4017975" y="-49702"/>
            <a:chExt cx="1162825" cy="1472177"/>
          </a:xfrm>
        </p:grpSpPr>
        <p:sp>
          <p:nvSpPr>
            <p:cNvPr id="483" name="Google Shape;483;p1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4"/>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4">
    <p:spTree>
      <p:nvGrpSpPr>
        <p:cNvPr id="1" name="Shape 490"/>
        <p:cNvGrpSpPr/>
        <p:nvPr/>
      </p:nvGrpSpPr>
      <p:grpSpPr>
        <a:xfrm>
          <a:off x="0" y="0"/>
          <a:ext cx="0" cy="0"/>
          <a:chOff x="0" y="0"/>
          <a:chExt cx="0" cy="0"/>
        </a:xfrm>
      </p:grpSpPr>
      <p:sp>
        <p:nvSpPr>
          <p:cNvPr id="491" name="Google Shape;491;p1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92" name="Google Shape;492;p15"/>
          <p:cNvGrpSpPr/>
          <p:nvPr/>
        </p:nvGrpSpPr>
        <p:grpSpPr>
          <a:xfrm>
            <a:off x="8289563" y="4025418"/>
            <a:ext cx="1369850" cy="1342825"/>
            <a:chOff x="-3742350" y="-3012325"/>
            <a:chExt cx="1369850" cy="1342825"/>
          </a:xfrm>
        </p:grpSpPr>
        <p:sp>
          <p:nvSpPr>
            <p:cNvPr id="493" name="Google Shape;493;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5"/>
          <p:cNvGrpSpPr/>
          <p:nvPr/>
        </p:nvGrpSpPr>
        <p:grpSpPr>
          <a:xfrm>
            <a:off x="-275103" y="120400"/>
            <a:ext cx="1369850" cy="1342825"/>
            <a:chOff x="-3742350" y="-3012325"/>
            <a:chExt cx="1369850" cy="1342825"/>
          </a:xfrm>
        </p:grpSpPr>
        <p:sp>
          <p:nvSpPr>
            <p:cNvPr id="505" name="Google Shape;505;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 name="Google Shape;516;p15"/>
          <p:cNvGrpSpPr/>
          <p:nvPr/>
        </p:nvGrpSpPr>
        <p:grpSpPr>
          <a:xfrm>
            <a:off x="7444085" y="-614062"/>
            <a:ext cx="1040637" cy="901375"/>
            <a:chOff x="7772485" y="-345137"/>
            <a:chExt cx="1040637" cy="901375"/>
          </a:xfrm>
        </p:grpSpPr>
        <p:grpSp>
          <p:nvGrpSpPr>
            <p:cNvPr id="517" name="Google Shape;517;p15"/>
            <p:cNvGrpSpPr/>
            <p:nvPr/>
          </p:nvGrpSpPr>
          <p:grpSpPr>
            <a:xfrm>
              <a:off x="8096397" y="-345137"/>
              <a:ext cx="716725" cy="901375"/>
              <a:chOff x="-3888525" y="-2483300"/>
              <a:chExt cx="716725" cy="901375"/>
            </a:xfrm>
          </p:grpSpPr>
          <p:sp>
            <p:nvSpPr>
              <p:cNvPr id="518" name="Google Shape;518;p1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 name="Google Shape;520;p15"/>
            <p:cNvGrpSpPr/>
            <p:nvPr/>
          </p:nvGrpSpPr>
          <p:grpSpPr>
            <a:xfrm>
              <a:off x="7772485" y="175988"/>
              <a:ext cx="323925" cy="323650"/>
              <a:chOff x="1608625" y="299800"/>
              <a:chExt cx="323925" cy="323650"/>
            </a:xfrm>
          </p:grpSpPr>
          <p:sp>
            <p:nvSpPr>
              <p:cNvPr id="521" name="Google Shape;521;p1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4_1">
    <p:spTree>
      <p:nvGrpSpPr>
        <p:cNvPr id="1" name="Shape 524"/>
        <p:cNvGrpSpPr/>
        <p:nvPr/>
      </p:nvGrpSpPr>
      <p:grpSpPr>
        <a:xfrm>
          <a:off x="0" y="0"/>
          <a:ext cx="0" cy="0"/>
          <a:chOff x="0" y="0"/>
          <a:chExt cx="0" cy="0"/>
        </a:xfrm>
      </p:grpSpPr>
      <p:sp>
        <p:nvSpPr>
          <p:cNvPr id="525" name="Google Shape;525;p16"/>
          <p:cNvSpPr txBox="1">
            <a:spLocks noGrp="1"/>
          </p:cNvSpPr>
          <p:nvPr>
            <p:ph type="title"/>
          </p:nvPr>
        </p:nvSpPr>
        <p:spPr>
          <a:xfrm>
            <a:off x="782850" y="556250"/>
            <a:ext cx="7578300" cy="4956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526" name="Google Shape;526;p16"/>
          <p:cNvGrpSpPr/>
          <p:nvPr/>
        </p:nvGrpSpPr>
        <p:grpSpPr>
          <a:xfrm>
            <a:off x="7771338" y="4403813"/>
            <a:ext cx="1040638" cy="901375"/>
            <a:chOff x="8457538" y="810363"/>
            <a:chExt cx="1040638" cy="901375"/>
          </a:xfrm>
        </p:grpSpPr>
        <p:grpSp>
          <p:nvGrpSpPr>
            <p:cNvPr id="527" name="Google Shape;527;p16"/>
            <p:cNvGrpSpPr/>
            <p:nvPr/>
          </p:nvGrpSpPr>
          <p:grpSpPr>
            <a:xfrm>
              <a:off x="8781450" y="810363"/>
              <a:ext cx="716725" cy="901375"/>
              <a:chOff x="-3888525" y="-2483300"/>
              <a:chExt cx="716725" cy="901375"/>
            </a:xfrm>
          </p:grpSpPr>
          <p:sp>
            <p:nvSpPr>
              <p:cNvPr id="528" name="Google Shape;528;p1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 name="Google Shape;530;p16"/>
            <p:cNvGrpSpPr/>
            <p:nvPr/>
          </p:nvGrpSpPr>
          <p:grpSpPr>
            <a:xfrm>
              <a:off x="8457538" y="1331488"/>
              <a:ext cx="323925" cy="323650"/>
              <a:chOff x="1608625" y="299800"/>
              <a:chExt cx="323925" cy="323650"/>
            </a:xfrm>
          </p:grpSpPr>
          <p:sp>
            <p:nvSpPr>
              <p:cNvPr id="531" name="Google Shape;531;p1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 name="Google Shape;534;p16"/>
          <p:cNvGrpSpPr/>
          <p:nvPr/>
        </p:nvGrpSpPr>
        <p:grpSpPr>
          <a:xfrm>
            <a:off x="7771359" y="4167517"/>
            <a:ext cx="761479" cy="750124"/>
            <a:chOff x="-642191" y="1634242"/>
            <a:chExt cx="761479" cy="750124"/>
          </a:xfrm>
        </p:grpSpPr>
        <p:sp>
          <p:nvSpPr>
            <p:cNvPr id="535" name="Google Shape;535;p16"/>
            <p:cNvSpPr/>
            <p:nvPr/>
          </p:nvSpPr>
          <p:spPr>
            <a:xfrm rot="10800000">
              <a:off x="-642191" y="235071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6"/>
            <p:cNvSpPr/>
            <p:nvPr/>
          </p:nvSpPr>
          <p:spPr>
            <a:xfrm rot="10800000">
              <a:off x="-553634" y="1723763"/>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6"/>
            <p:cNvSpPr/>
            <p:nvPr/>
          </p:nvSpPr>
          <p:spPr>
            <a:xfrm rot="10800000">
              <a:off x="78166" y="1634242"/>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6"/>
          <p:cNvGrpSpPr/>
          <p:nvPr/>
        </p:nvGrpSpPr>
        <p:grpSpPr>
          <a:xfrm>
            <a:off x="330444" y="-221875"/>
            <a:ext cx="713803" cy="706547"/>
            <a:chOff x="-4017975" y="616650"/>
            <a:chExt cx="814100" cy="805825"/>
          </a:xfrm>
        </p:grpSpPr>
        <p:sp>
          <p:nvSpPr>
            <p:cNvPr id="539" name="Google Shape;539;p16"/>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6"/>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6"/>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6"/>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5">
    <p:spTree>
      <p:nvGrpSpPr>
        <p:cNvPr id="1" name="Shape 543"/>
        <p:cNvGrpSpPr/>
        <p:nvPr/>
      </p:nvGrpSpPr>
      <p:grpSpPr>
        <a:xfrm>
          <a:off x="0" y="0"/>
          <a:ext cx="0" cy="0"/>
          <a:chOff x="0" y="0"/>
          <a:chExt cx="0" cy="0"/>
        </a:xfrm>
      </p:grpSpPr>
      <p:sp>
        <p:nvSpPr>
          <p:cNvPr id="544" name="Google Shape;544;p1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5" name="Google Shape;545;p17"/>
          <p:cNvSpPr txBox="1">
            <a:spLocks noGrp="1"/>
          </p:cNvSpPr>
          <p:nvPr>
            <p:ph type="subTitle" idx="1"/>
          </p:nvPr>
        </p:nvSpPr>
        <p:spPr>
          <a:xfrm>
            <a:off x="7828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6" name="Google Shape;546;p17"/>
          <p:cNvSpPr txBox="1">
            <a:spLocks noGrp="1"/>
          </p:cNvSpPr>
          <p:nvPr>
            <p:ph type="subTitle" idx="2"/>
          </p:nvPr>
        </p:nvSpPr>
        <p:spPr>
          <a:xfrm>
            <a:off x="7828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7" name="Google Shape;547;p17"/>
          <p:cNvSpPr txBox="1">
            <a:spLocks noGrp="1"/>
          </p:cNvSpPr>
          <p:nvPr>
            <p:ph type="subTitle" idx="3"/>
          </p:nvPr>
        </p:nvSpPr>
        <p:spPr>
          <a:xfrm>
            <a:off x="341640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8" name="Google Shape;548;p17"/>
          <p:cNvSpPr txBox="1">
            <a:spLocks noGrp="1"/>
          </p:cNvSpPr>
          <p:nvPr>
            <p:ph type="subTitle" idx="4"/>
          </p:nvPr>
        </p:nvSpPr>
        <p:spPr>
          <a:xfrm>
            <a:off x="341640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9" name="Google Shape;549;p17"/>
          <p:cNvSpPr txBox="1">
            <a:spLocks noGrp="1"/>
          </p:cNvSpPr>
          <p:nvPr>
            <p:ph type="subTitle" idx="5"/>
          </p:nvPr>
        </p:nvSpPr>
        <p:spPr>
          <a:xfrm>
            <a:off x="60499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50" name="Google Shape;550;p17"/>
          <p:cNvSpPr txBox="1">
            <a:spLocks noGrp="1"/>
          </p:cNvSpPr>
          <p:nvPr>
            <p:ph type="subTitle" idx="6"/>
          </p:nvPr>
        </p:nvSpPr>
        <p:spPr>
          <a:xfrm>
            <a:off x="60499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551" name="Google Shape;551;p17"/>
          <p:cNvGrpSpPr/>
          <p:nvPr/>
        </p:nvGrpSpPr>
        <p:grpSpPr>
          <a:xfrm>
            <a:off x="-382087" y="624425"/>
            <a:ext cx="1040638" cy="901375"/>
            <a:chOff x="8457538" y="810363"/>
            <a:chExt cx="1040638" cy="901375"/>
          </a:xfrm>
        </p:grpSpPr>
        <p:grpSp>
          <p:nvGrpSpPr>
            <p:cNvPr id="552" name="Google Shape;552;p17"/>
            <p:cNvGrpSpPr/>
            <p:nvPr/>
          </p:nvGrpSpPr>
          <p:grpSpPr>
            <a:xfrm>
              <a:off x="8781450" y="810363"/>
              <a:ext cx="716725" cy="901375"/>
              <a:chOff x="-3888525" y="-2483300"/>
              <a:chExt cx="716725" cy="901375"/>
            </a:xfrm>
          </p:grpSpPr>
          <p:sp>
            <p:nvSpPr>
              <p:cNvPr id="553" name="Google Shape;553;p1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 name="Google Shape;555;p17"/>
            <p:cNvGrpSpPr/>
            <p:nvPr/>
          </p:nvGrpSpPr>
          <p:grpSpPr>
            <a:xfrm>
              <a:off x="8457538" y="1331488"/>
              <a:ext cx="323925" cy="323650"/>
              <a:chOff x="1608625" y="299800"/>
              <a:chExt cx="323925" cy="323650"/>
            </a:xfrm>
          </p:grpSpPr>
          <p:sp>
            <p:nvSpPr>
              <p:cNvPr id="556" name="Google Shape;556;p1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9" name="Google Shape;559;p17"/>
          <p:cNvGrpSpPr/>
          <p:nvPr/>
        </p:nvGrpSpPr>
        <p:grpSpPr>
          <a:xfrm rot="10800000">
            <a:off x="8274244" y="624418"/>
            <a:ext cx="1803578" cy="1592367"/>
            <a:chOff x="-4912150" y="-393637"/>
            <a:chExt cx="2057000" cy="1816112"/>
          </a:xfrm>
        </p:grpSpPr>
        <p:sp>
          <p:nvSpPr>
            <p:cNvPr id="560" name="Google Shape;56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7"/>
          <p:cNvGrpSpPr/>
          <p:nvPr/>
        </p:nvGrpSpPr>
        <p:grpSpPr>
          <a:xfrm rot="10800000">
            <a:off x="1179219" y="4287293"/>
            <a:ext cx="1803578" cy="1592367"/>
            <a:chOff x="-4912150" y="-393637"/>
            <a:chExt cx="2057000" cy="1816112"/>
          </a:xfrm>
        </p:grpSpPr>
        <p:sp>
          <p:nvSpPr>
            <p:cNvPr id="580" name="Google Shape;58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_1">
    <p:spTree>
      <p:nvGrpSpPr>
        <p:cNvPr id="1" name="Shape 599"/>
        <p:cNvGrpSpPr/>
        <p:nvPr/>
      </p:nvGrpSpPr>
      <p:grpSpPr>
        <a:xfrm>
          <a:off x="0" y="0"/>
          <a:ext cx="0" cy="0"/>
          <a:chOff x="0" y="0"/>
          <a:chExt cx="0" cy="0"/>
        </a:xfrm>
      </p:grpSpPr>
      <p:sp>
        <p:nvSpPr>
          <p:cNvPr id="600" name="Google Shape;600;p18"/>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01" name="Google Shape;601;p18"/>
          <p:cNvSpPr txBox="1">
            <a:spLocks noGrp="1"/>
          </p:cNvSpPr>
          <p:nvPr>
            <p:ph type="subTitle" idx="1"/>
          </p:nvPr>
        </p:nvSpPr>
        <p:spPr>
          <a:xfrm>
            <a:off x="1589125" y="23491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2" name="Google Shape;602;p18"/>
          <p:cNvSpPr txBox="1">
            <a:spLocks noGrp="1"/>
          </p:cNvSpPr>
          <p:nvPr>
            <p:ph type="subTitle" idx="2"/>
          </p:nvPr>
        </p:nvSpPr>
        <p:spPr>
          <a:xfrm>
            <a:off x="1589125" y="20112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3" name="Google Shape;603;p18"/>
          <p:cNvSpPr txBox="1">
            <a:spLocks noGrp="1"/>
          </p:cNvSpPr>
          <p:nvPr>
            <p:ph type="subTitle" idx="3"/>
          </p:nvPr>
        </p:nvSpPr>
        <p:spPr>
          <a:xfrm>
            <a:off x="5013850" y="23519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4" name="Google Shape;604;p18"/>
          <p:cNvSpPr txBox="1">
            <a:spLocks noGrp="1"/>
          </p:cNvSpPr>
          <p:nvPr>
            <p:ph type="subTitle" idx="4"/>
          </p:nvPr>
        </p:nvSpPr>
        <p:spPr>
          <a:xfrm>
            <a:off x="5013850" y="20140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5" name="Google Shape;605;p18"/>
          <p:cNvSpPr txBox="1">
            <a:spLocks noGrp="1"/>
          </p:cNvSpPr>
          <p:nvPr>
            <p:ph type="subTitle" idx="5"/>
          </p:nvPr>
        </p:nvSpPr>
        <p:spPr>
          <a:xfrm>
            <a:off x="1589125" y="396012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6" name="Google Shape;606;p18"/>
          <p:cNvSpPr txBox="1">
            <a:spLocks noGrp="1"/>
          </p:cNvSpPr>
          <p:nvPr>
            <p:ph type="subTitle" idx="6"/>
          </p:nvPr>
        </p:nvSpPr>
        <p:spPr>
          <a:xfrm>
            <a:off x="1589125" y="362215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7" name="Google Shape;607;p18"/>
          <p:cNvSpPr txBox="1">
            <a:spLocks noGrp="1"/>
          </p:cNvSpPr>
          <p:nvPr>
            <p:ph type="subTitle" idx="7"/>
          </p:nvPr>
        </p:nvSpPr>
        <p:spPr>
          <a:xfrm>
            <a:off x="5013850" y="3960098"/>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8" name="Google Shape;608;p18"/>
          <p:cNvSpPr txBox="1">
            <a:spLocks noGrp="1"/>
          </p:cNvSpPr>
          <p:nvPr>
            <p:ph type="subTitle" idx="8"/>
          </p:nvPr>
        </p:nvSpPr>
        <p:spPr>
          <a:xfrm>
            <a:off x="5013850" y="3622123"/>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09" name="Google Shape;609;p18"/>
          <p:cNvGrpSpPr/>
          <p:nvPr/>
        </p:nvGrpSpPr>
        <p:grpSpPr>
          <a:xfrm flipH="1">
            <a:off x="205972" y="3517863"/>
            <a:ext cx="873188" cy="546900"/>
            <a:chOff x="1115510" y="4327288"/>
            <a:chExt cx="873188" cy="546900"/>
          </a:xfrm>
        </p:grpSpPr>
        <p:sp>
          <p:nvSpPr>
            <p:cNvPr id="610" name="Google Shape;610;p1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 name="Google Shape;611;p18"/>
            <p:cNvGrpSpPr/>
            <p:nvPr/>
          </p:nvGrpSpPr>
          <p:grpSpPr>
            <a:xfrm flipH="1">
              <a:off x="1664772" y="4493938"/>
              <a:ext cx="323925" cy="323650"/>
              <a:chOff x="1608625" y="299800"/>
              <a:chExt cx="323925" cy="323650"/>
            </a:xfrm>
          </p:grpSpPr>
          <p:sp>
            <p:nvSpPr>
              <p:cNvPr id="612" name="Google Shape;612;p1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 name="Google Shape;615;p18"/>
          <p:cNvGrpSpPr/>
          <p:nvPr/>
        </p:nvGrpSpPr>
        <p:grpSpPr>
          <a:xfrm>
            <a:off x="-234937" y="-460907"/>
            <a:ext cx="1938846" cy="1720830"/>
            <a:chOff x="-1873362" y="2120543"/>
            <a:chExt cx="1938846" cy="1720830"/>
          </a:xfrm>
        </p:grpSpPr>
        <p:sp>
          <p:nvSpPr>
            <p:cNvPr id="616" name="Google Shape;616;p18"/>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8"/>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8"/>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8"/>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8"/>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8"/>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8"/>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8"/>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8"/>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8"/>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8"/>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8"/>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8"/>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 name="Google Shape;635;p18"/>
          <p:cNvGrpSpPr/>
          <p:nvPr/>
        </p:nvGrpSpPr>
        <p:grpSpPr>
          <a:xfrm>
            <a:off x="7932072" y="2686300"/>
            <a:ext cx="1929500" cy="2210100"/>
            <a:chOff x="295725" y="-3462825"/>
            <a:chExt cx="1929500" cy="2210100"/>
          </a:xfrm>
        </p:grpSpPr>
        <p:sp>
          <p:nvSpPr>
            <p:cNvPr id="636" name="Google Shape;636;p1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5_1_1">
    <p:spTree>
      <p:nvGrpSpPr>
        <p:cNvPr id="1" name="Shape 661"/>
        <p:cNvGrpSpPr/>
        <p:nvPr/>
      </p:nvGrpSpPr>
      <p:grpSpPr>
        <a:xfrm>
          <a:off x="0" y="0"/>
          <a:ext cx="0" cy="0"/>
          <a:chOff x="0" y="0"/>
          <a:chExt cx="0" cy="0"/>
        </a:xfrm>
      </p:grpSpPr>
      <p:sp>
        <p:nvSpPr>
          <p:cNvPr id="662" name="Google Shape;662;p19"/>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63" name="Google Shape;663;p19"/>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4" name="Google Shape;664;p19"/>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5" name="Google Shape;665;p19"/>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6" name="Google Shape;666;p19"/>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7" name="Google Shape;667;p19"/>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8" name="Google Shape;668;p19"/>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9" name="Google Shape;669;p19"/>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0" name="Google Shape;670;p19"/>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1" name="Google Shape;671;p19"/>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2" name="Google Shape;672;p19"/>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3" name="Google Shape;673;p19"/>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4" name="Google Shape;674;p19"/>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75" name="Google Shape;675;p19"/>
          <p:cNvGrpSpPr/>
          <p:nvPr/>
        </p:nvGrpSpPr>
        <p:grpSpPr>
          <a:xfrm>
            <a:off x="8352588" y="816213"/>
            <a:ext cx="1040638" cy="901375"/>
            <a:chOff x="8457538" y="810363"/>
            <a:chExt cx="1040638" cy="901375"/>
          </a:xfrm>
        </p:grpSpPr>
        <p:grpSp>
          <p:nvGrpSpPr>
            <p:cNvPr id="676" name="Google Shape;676;p19"/>
            <p:cNvGrpSpPr/>
            <p:nvPr/>
          </p:nvGrpSpPr>
          <p:grpSpPr>
            <a:xfrm>
              <a:off x="8781450" y="810363"/>
              <a:ext cx="716725" cy="901375"/>
              <a:chOff x="-3888525" y="-2483300"/>
              <a:chExt cx="716725" cy="901375"/>
            </a:xfrm>
          </p:grpSpPr>
          <p:sp>
            <p:nvSpPr>
              <p:cNvPr id="677" name="Google Shape;677;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19"/>
            <p:cNvGrpSpPr/>
            <p:nvPr/>
          </p:nvGrpSpPr>
          <p:grpSpPr>
            <a:xfrm>
              <a:off x="8457538" y="1331488"/>
              <a:ext cx="323925" cy="323650"/>
              <a:chOff x="1608625" y="299800"/>
              <a:chExt cx="323925" cy="323650"/>
            </a:xfrm>
          </p:grpSpPr>
          <p:sp>
            <p:nvSpPr>
              <p:cNvPr id="680" name="Google Shape;680;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3" name="Google Shape;683;p19"/>
          <p:cNvGrpSpPr/>
          <p:nvPr/>
        </p:nvGrpSpPr>
        <p:grpSpPr>
          <a:xfrm>
            <a:off x="4841575" y="4619788"/>
            <a:ext cx="1040638" cy="901375"/>
            <a:chOff x="8457538" y="810363"/>
            <a:chExt cx="1040638" cy="901375"/>
          </a:xfrm>
        </p:grpSpPr>
        <p:grpSp>
          <p:nvGrpSpPr>
            <p:cNvPr id="684" name="Google Shape;684;p19"/>
            <p:cNvGrpSpPr/>
            <p:nvPr/>
          </p:nvGrpSpPr>
          <p:grpSpPr>
            <a:xfrm>
              <a:off x="8781450" y="810363"/>
              <a:ext cx="716725" cy="901375"/>
              <a:chOff x="-3888525" y="-2483300"/>
              <a:chExt cx="716725" cy="901375"/>
            </a:xfrm>
          </p:grpSpPr>
          <p:sp>
            <p:nvSpPr>
              <p:cNvPr id="685" name="Google Shape;685;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 name="Google Shape;687;p19"/>
            <p:cNvGrpSpPr/>
            <p:nvPr/>
          </p:nvGrpSpPr>
          <p:grpSpPr>
            <a:xfrm>
              <a:off x="8457538" y="1331488"/>
              <a:ext cx="323925" cy="323650"/>
              <a:chOff x="1608625" y="299800"/>
              <a:chExt cx="323925" cy="323650"/>
            </a:xfrm>
          </p:grpSpPr>
          <p:sp>
            <p:nvSpPr>
              <p:cNvPr id="688" name="Google Shape;688;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1" name="Google Shape;691;p19"/>
          <p:cNvGrpSpPr/>
          <p:nvPr/>
        </p:nvGrpSpPr>
        <p:grpSpPr>
          <a:xfrm>
            <a:off x="8352591" y="196800"/>
            <a:ext cx="713803" cy="706547"/>
            <a:chOff x="-4017975" y="616650"/>
            <a:chExt cx="814100" cy="805825"/>
          </a:xfrm>
        </p:grpSpPr>
        <p:sp>
          <p:nvSpPr>
            <p:cNvPr id="692" name="Google Shape;692;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9"/>
          <p:cNvGrpSpPr/>
          <p:nvPr/>
        </p:nvGrpSpPr>
        <p:grpSpPr>
          <a:xfrm rot="10800000">
            <a:off x="-728606" y="92693"/>
            <a:ext cx="1803578" cy="1592367"/>
            <a:chOff x="-4912150" y="-393637"/>
            <a:chExt cx="2057000" cy="1816112"/>
          </a:xfrm>
        </p:grpSpPr>
        <p:sp>
          <p:nvSpPr>
            <p:cNvPr id="697" name="Google Shape;697;p19"/>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9"/>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19"/>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19"/>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Numbers and text">
  <p:cSld name="CUSTOM_6">
    <p:spTree>
      <p:nvGrpSpPr>
        <p:cNvPr id="1" name="Shape 716"/>
        <p:cNvGrpSpPr/>
        <p:nvPr/>
      </p:nvGrpSpPr>
      <p:grpSpPr>
        <a:xfrm>
          <a:off x="0" y="0"/>
          <a:ext cx="0" cy="0"/>
          <a:chOff x="0" y="0"/>
          <a:chExt cx="0" cy="0"/>
        </a:xfrm>
      </p:grpSpPr>
      <p:sp>
        <p:nvSpPr>
          <p:cNvPr id="717" name="Google Shape;717;p20"/>
          <p:cNvSpPr txBox="1">
            <a:spLocks noGrp="1"/>
          </p:cNvSpPr>
          <p:nvPr>
            <p:ph type="title" hasCustomPrompt="1"/>
          </p:nvPr>
        </p:nvSpPr>
        <p:spPr>
          <a:xfrm>
            <a:off x="1862850" y="5562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18" name="Google Shape;718;p20"/>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19" name="Google Shape;719;p20"/>
          <p:cNvSpPr txBox="1">
            <a:spLocks noGrp="1"/>
          </p:cNvSpPr>
          <p:nvPr>
            <p:ph type="title" idx="2" hasCustomPrompt="1"/>
          </p:nvPr>
        </p:nvSpPr>
        <p:spPr>
          <a:xfrm>
            <a:off x="1862850" y="210690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0" name="Google Shape;720;p20"/>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21" name="Google Shape;721;p20"/>
          <p:cNvSpPr txBox="1">
            <a:spLocks noGrp="1"/>
          </p:cNvSpPr>
          <p:nvPr>
            <p:ph type="title" idx="4" hasCustomPrompt="1"/>
          </p:nvPr>
        </p:nvSpPr>
        <p:spPr>
          <a:xfrm>
            <a:off x="1862850" y="36575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2" name="Google Shape;722;p20"/>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grpSp>
        <p:nvGrpSpPr>
          <p:cNvPr id="723" name="Google Shape;723;p20"/>
          <p:cNvGrpSpPr/>
          <p:nvPr/>
        </p:nvGrpSpPr>
        <p:grpSpPr>
          <a:xfrm flipH="1">
            <a:off x="7051226" y="-890069"/>
            <a:ext cx="1938846" cy="1720830"/>
            <a:chOff x="-1873362" y="2120543"/>
            <a:chExt cx="1938846" cy="1720830"/>
          </a:xfrm>
        </p:grpSpPr>
        <p:sp>
          <p:nvSpPr>
            <p:cNvPr id="724" name="Google Shape;724;p2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 name="Google Shape;743;p20"/>
          <p:cNvGrpSpPr/>
          <p:nvPr/>
        </p:nvGrpSpPr>
        <p:grpSpPr>
          <a:xfrm flipH="1">
            <a:off x="-693003" y="-88512"/>
            <a:ext cx="1516025" cy="1489525"/>
            <a:chOff x="-3888525" y="-3012325"/>
            <a:chExt cx="1516025" cy="1489525"/>
          </a:xfrm>
        </p:grpSpPr>
        <p:sp>
          <p:nvSpPr>
            <p:cNvPr id="744" name="Google Shape;744;p20"/>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 name="Google Shape;755;p20"/>
          <p:cNvGrpSpPr/>
          <p:nvPr/>
        </p:nvGrpSpPr>
        <p:grpSpPr>
          <a:xfrm flipH="1">
            <a:off x="8030519" y="1531768"/>
            <a:ext cx="1019565" cy="1290805"/>
            <a:chOff x="-4017975" y="-49702"/>
            <a:chExt cx="1162825" cy="1472177"/>
          </a:xfrm>
        </p:grpSpPr>
        <p:sp>
          <p:nvSpPr>
            <p:cNvPr id="756" name="Google Shape;756;p2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 name="Google Shape;763;p20"/>
          <p:cNvGrpSpPr/>
          <p:nvPr/>
        </p:nvGrpSpPr>
        <p:grpSpPr>
          <a:xfrm flipH="1">
            <a:off x="-3" y="3171850"/>
            <a:ext cx="1929500" cy="2210100"/>
            <a:chOff x="295725" y="-3462825"/>
            <a:chExt cx="1929500" cy="2210100"/>
          </a:xfrm>
        </p:grpSpPr>
        <p:sp>
          <p:nvSpPr>
            <p:cNvPr id="764" name="Google Shape;764;p2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2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2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2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p:cSld name="CUSTOM_6_1">
    <p:spTree>
      <p:nvGrpSpPr>
        <p:cNvPr id="1" name="Shape 789"/>
        <p:cNvGrpSpPr/>
        <p:nvPr/>
      </p:nvGrpSpPr>
      <p:grpSpPr>
        <a:xfrm>
          <a:off x="0" y="0"/>
          <a:ext cx="0" cy="0"/>
          <a:chOff x="0" y="0"/>
          <a:chExt cx="0" cy="0"/>
        </a:xfrm>
      </p:grpSpPr>
      <p:sp>
        <p:nvSpPr>
          <p:cNvPr id="790" name="Google Shape;790;p21"/>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lvl1pPr marL="457200" lvl="0" indent="-330200" rtl="0">
              <a:lnSpc>
                <a:spcPct val="100000"/>
              </a:lnSpc>
              <a:spcBef>
                <a:spcPts val="0"/>
              </a:spcBef>
              <a:spcAft>
                <a:spcPts val="0"/>
              </a:spcAft>
              <a:buSzPts val="1600"/>
              <a:buChar char="●"/>
              <a:defRPr/>
            </a:lvl1pPr>
            <a:lvl2pPr marL="914400" lvl="1" indent="-330200" rtl="0">
              <a:lnSpc>
                <a:spcPct val="100000"/>
              </a:lnSpc>
              <a:spcBef>
                <a:spcPts val="0"/>
              </a:spcBef>
              <a:spcAft>
                <a:spcPts val="0"/>
              </a:spcAft>
              <a:buSzPts val="1600"/>
              <a:buFont typeface="Montserrat"/>
              <a:buChar char="○"/>
              <a:defRPr sz="1200"/>
            </a:lvl2pPr>
            <a:lvl3pPr marL="1371600" lvl="2" indent="-330200" rtl="0">
              <a:spcBef>
                <a:spcPts val="0"/>
              </a:spcBef>
              <a:spcAft>
                <a:spcPts val="0"/>
              </a:spcAft>
              <a:buSzPts val="1600"/>
              <a:buFont typeface="Montserrat"/>
              <a:buChar char="■"/>
              <a:defRPr/>
            </a:lvl3pPr>
            <a:lvl4pPr marL="1828800" lvl="3" indent="-330200" rtl="0">
              <a:spcBef>
                <a:spcPts val="0"/>
              </a:spcBef>
              <a:spcAft>
                <a:spcPts val="0"/>
              </a:spcAft>
              <a:buSzPts val="1600"/>
              <a:buFont typeface="Montserrat"/>
              <a:buChar char="●"/>
              <a:defRPr/>
            </a:lvl4pPr>
            <a:lvl5pPr marL="2286000" lvl="4" indent="-330200" rtl="0">
              <a:spcBef>
                <a:spcPts val="0"/>
              </a:spcBef>
              <a:spcAft>
                <a:spcPts val="0"/>
              </a:spcAft>
              <a:buSzPts val="1600"/>
              <a:buFont typeface="Montserrat"/>
              <a:buChar char="○"/>
              <a:defRPr/>
            </a:lvl5pPr>
            <a:lvl6pPr marL="2743200" lvl="5" indent="-330200" rtl="0">
              <a:spcBef>
                <a:spcPts val="0"/>
              </a:spcBef>
              <a:spcAft>
                <a:spcPts val="0"/>
              </a:spcAft>
              <a:buSzPts val="1600"/>
              <a:buFont typeface="Montserrat"/>
              <a:buChar char="■"/>
              <a:defRPr/>
            </a:lvl6pPr>
            <a:lvl7pPr marL="3200400" lvl="6" indent="-330200" rtl="0">
              <a:spcBef>
                <a:spcPts val="0"/>
              </a:spcBef>
              <a:spcAft>
                <a:spcPts val="0"/>
              </a:spcAft>
              <a:buSzPts val="1600"/>
              <a:buFont typeface="Montserrat"/>
              <a:buChar char="●"/>
              <a:defRPr/>
            </a:lvl7pPr>
            <a:lvl8pPr marL="3657600" lvl="7" indent="-330200" rtl="0">
              <a:spcBef>
                <a:spcPts val="0"/>
              </a:spcBef>
              <a:spcAft>
                <a:spcPts val="0"/>
              </a:spcAft>
              <a:buSzPts val="1600"/>
              <a:buFont typeface="Montserrat"/>
              <a:buChar char="○"/>
              <a:defRPr/>
            </a:lvl8pPr>
            <a:lvl9pPr marL="4114800" lvl="8" indent="-330200" rtl="0">
              <a:spcBef>
                <a:spcPts val="0"/>
              </a:spcBef>
              <a:spcAft>
                <a:spcPts val="0"/>
              </a:spcAft>
              <a:buSzPts val="1600"/>
              <a:buFont typeface="Montserrat"/>
              <a:buChar char="■"/>
              <a:defRPr/>
            </a:lvl9pPr>
          </a:lstStyle>
          <a:p>
            <a:endParaRPr/>
          </a:p>
        </p:txBody>
      </p:sp>
      <p:sp>
        <p:nvSpPr>
          <p:cNvPr id="791" name="Google Shape;791;p2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792" name="Google Shape;792;p21"/>
          <p:cNvGrpSpPr/>
          <p:nvPr/>
        </p:nvGrpSpPr>
        <p:grpSpPr>
          <a:xfrm rot="10800000">
            <a:off x="-615206" y="2336518"/>
            <a:ext cx="1803578" cy="1592367"/>
            <a:chOff x="-4912150" y="-393637"/>
            <a:chExt cx="2057000" cy="1816112"/>
          </a:xfrm>
        </p:grpSpPr>
        <p:sp>
          <p:nvSpPr>
            <p:cNvPr id="793" name="Google Shape;793;p21"/>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1"/>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1"/>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1"/>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Shape 812"/>
        <p:cNvGrpSpPr/>
        <p:nvPr/>
      </p:nvGrpSpPr>
      <p:grpSpPr>
        <a:xfrm>
          <a:off x="0" y="0"/>
          <a:ext cx="0" cy="0"/>
          <a:chOff x="0" y="0"/>
          <a:chExt cx="0" cy="0"/>
        </a:xfrm>
      </p:grpSpPr>
      <p:sp>
        <p:nvSpPr>
          <p:cNvPr id="813" name="Google Shape;813;p22"/>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lvl1pPr lvl="0" rtl="0">
              <a:spcBef>
                <a:spcPts val="0"/>
              </a:spcBef>
              <a:spcAft>
                <a:spcPts val="0"/>
              </a:spcAft>
              <a:buClr>
                <a:schemeClr val="dk2"/>
              </a:buClr>
              <a:buSzPts val="5200"/>
              <a:buNone/>
              <a:defRPr sz="6000" b="1"/>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814" name="Google Shape;814;p22"/>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815" name="Google Shape;815;p22"/>
          <p:cNvSpPr txBox="1"/>
          <p:nvPr/>
        </p:nvSpPr>
        <p:spPr>
          <a:xfrm>
            <a:off x="3038500" y="3831325"/>
            <a:ext cx="4543500" cy="638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200">
                <a:solidFill>
                  <a:schemeClr val="dk1"/>
                </a:solidFill>
                <a:latin typeface="Tajawal"/>
                <a:ea typeface="Tajawal"/>
                <a:cs typeface="Tajawal"/>
                <a:sym typeface="Tajawal"/>
              </a:rPr>
              <a:t>CREDITS: This presentation template was created by </a:t>
            </a:r>
            <a:r>
              <a:rPr lang="en" sz="1200" b="1">
                <a:solidFill>
                  <a:schemeClr val="dk1"/>
                </a:solidFill>
                <a:uFill>
                  <a:noFill/>
                </a:uFill>
                <a:latin typeface="Tajawal"/>
                <a:ea typeface="Tajawal"/>
                <a:cs typeface="Tajawal"/>
                <a:sym typeface="Tajawal"/>
                <a:hlinkClick r:id="rId2">
                  <a:extLst>
                    <a:ext uri="{A12FA001-AC4F-418D-AE19-62706E023703}">
                      <ahyp:hlinkClr xmlns:ahyp="http://schemas.microsoft.com/office/drawing/2018/hyperlinkcolor" val="tx"/>
                    </a:ext>
                  </a:extLst>
                </a:hlinkClick>
              </a:rPr>
              <a:t>Slidesgo</a:t>
            </a:r>
            <a:r>
              <a:rPr lang="en" sz="1200">
                <a:solidFill>
                  <a:schemeClr val="dk1"/>
                </a:solidFill>
                <a:latin typeface="Tajawal"/>
                <a:ea typeface="Tajawal"/>
                <a:cs typeface="Tajawal"/>
                <a:sym typeface="Tajawal"/>
              </a:rPr>
              <a:t>, including icons by </a:t>
            </a:r>
            <a:r>
              <a:rPr lang="en" sz="1200" b="1">
                <a:solidFill>
                  <a:schemeClr val="dk1"/>
                </a:solidFill>
                <a:uFill>
                  <a:noFill/>
                </a:uFill>
                <a:latin typeface="Tajawal"/>
                <a:ea typeface="Tajawal"/>
                <a:cs typeface="Tajawal"/>
                <a:sym typeface="Tajawal"/>
                <a:hlinkClick r:id="rId3">
                  <a:extLst>
                    <a:ext uri="{A12FA001-AC4F-418D-AE19-62706E023703}">
                      <ahyp:hlinkClr xmlns:ahyp="http://schemas.microsoft.com/office/drawing/2018/hyperlinkcolor" val="tx"/>
                    </a:ext>
                  </a:extLst>
                </a:hlinkClick>
              </a:rPr>
              <a:t>Flaticon</a:t>
            </a:r>
            <a:r>
              <a:rPr lang="en" sz="1200">
                <a:solidFill>
                  <a:schemeClr val="dk1"/>
                </a:solidFill>
                <a:latin typeface="Tajawal"/>
                <a:ea typeface="Tajawal"/>
                <a:cs typeface="Tajawal"/>
                <a:sym typeface="Tajawal"/>
              </a:rPr>
              <a:t>, and infographics &amp; images by </a:t>
            </a:r>
            <a:r>
              <a:rPr lang="en" sz="1200" b="1">
                <a:solidFill>
                  <a:schemeClr val="dk1"/>
                </a:solidFill>
                <a:uFill>
                  <a:noFill/>
                </a:uFill>
                <a:latin typeface="Tajawal"/>
                <a:ea typeface="Tajawal"/>
                <a:cs typeface="Tajawal"/>
                <a:sym typeface="Tajawal"/>
                <a:hlinkClick r:id="rId4">
                  <a:extLst>
                    <a:ext uri="{A12FA001-AC4F-418D-AE19-62706E023703}">
                      <ahyp:hlinkClr xmlns:ahyp="http://schemas.microsoft.com/office/drawing/2018/hyperlinkcolor" val="tx"/>
                    </a:ext>
                  </a:extLst>
                </a:hlinkClick>
              </a:rPr>
              <a:t>Freepik</a:t>
            </a:r>
            <a:endParaRPr sz="1200" b="1" u="sng">
              <a:solidFill>
                <a:schemeClr val="dk1"/>
              </a:solidFill>
              <a:latin typeface="Tajawal"/>
              <a:ea typeface="Tajawal"/>
              <a:cs typeface="Tajawal"/>
              <a:sym typeface="Tajawal"/>
            </a:endParaRPr>
          </a:p>
        </p:txBody>
      </p:sp>
      <p:grpSp>
        <p:nvGrpSpPr>
          <p:cNvPr id="816" name="Google Shape;816;p22"/>
          <p:cNvGrpSpPr/>
          <p:nvPr/>
        </p:nvGrpSpPr>
        <p:grpSpPr>
          <a:xfrm flipH="1">
            <a:off x="-262674" y="3935863"/>
            <a:ext cx="716725" cy="901375"/>
            <a:chOff x="-3888525" y="-2483300"/>
            <a:chExt cx="716725" cy="901375"/>
          </a:xfrm>
        </p:grpSpPr>
        <p:sp>
          <p:nvSpPr>
            <p:cNvPr id="817" name="Google Shape;81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2"/>
          <p:cNvGrpSpPr/>
          <p:nvPr/>
        </p:nvGrpSpPr>
        <p:grpSpPr>
          <a:xfrm flipH="1">
            <a:off x="454038" y="4456988"/>
            <a:ext cx="323925" cy="323650"/>
            <a:chOff x="1608625" y="299800"/>
            <a:chExt cx="323925" cy="323650"/>
          </a:xfrm>
        </p:grpSpPr>
        <p:sp>
          <p:nvSpPr>
            <p:cNvPr id="820" name="Google Shape;820;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 name="Google Shape;823;p22"/>
          <p:cNvGrpSpPr/>
          <p:nvPr/>
        </p:nvGrpSpPr>
        <p:grpSpPr>
          <a:xfrm flipH="1">
            <a:off x="7896101" y="233975"/>
            <a:ext cx="1516025" cy="1489525"/>
            <a:chOff x="-3888525" y="-3012325"/>
            <a:chExt cx="1516025" cy="1489525"/>
          </a:xfrm>
        </p:grpSpPr>
        <p:sp>
          <p:nvSpPr>
            <p:cNvPr id="824" name="Google Shape;824;p2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 name="Google Shape;835;p22"/>
          <p:cNvGrpSpPr/>
          <p:nvPr/>
        </p:nvGrpSpPr>
        <p:grpSpPr>
          <a:xfrm flipH="1">
            <a:off x="2309235" y="-400369"/>
            <a:ext cx="1019565" cy="1290805"/>
            <a:chOff x="-4017975" y="-49702"/>
            <a:chExt cx="1162825" cy="1472177"/>
          </a:xfrm>
        </p:grpSpPr>
        <p:sp>
          <p:nvSpPr>
            <p:cNvPr id="836" name="Google Shape;836;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 name="Google Shape;843;p22"/>
          <p:cNvGrpSpPr/>
          <p:nvPr/>
        </p:nvGrpSpPr>
        <p:grpSpPr>
          <a:xfrm>
            <a:off x="3698801" y="156500"/>
            <a:ext cx="873200" cy="618275"/>
            <a:chOff x="2240101" y="2000"/>
            <a:chExt cx="873200" cy="618275"/>
          </a:xfrm>
        </p:grpSpPr>
        <p:grpSp>
          <p:nvGrpSpPr>
            <p:cNvPr id="844" name="Google Shape;844;p22"/>
            <p:cNvGrpSpPr/>
            <p:nvPr/>
          </p:nvGrpSpPr>
          <p:grpSpPr>
            <a:xfrm flipH="1">
              <a:off x="2240101" y="2000"/>
              <a:ext cx="323925" cy="323650"/>
              <a:chOff x="1608625" y="299800"/>
              <a:chExt cx="323925" cy="323650"/>
            </a:xfrm>
          </p:grpSpPr>
          <p:sp>
            <p:nvSpPr>
              <p:cNvPr id="845" name="Google Shape;845;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 name="Google Shape;848;p22"/>
            <p:cNvSpPr/>
            <p:nvPr/>
          </p:nvSpPr>
          <p:spPr>
            <a:xfrm flipH="1">
              <a:off x="2564026" y="7337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 name="Google Shape;849;p22"/>
          <p:cNvGrpSpPr/>
          <p:nvPr/>
        </p:nvGrpSpPr>
        <p:grpSpPr>
          <a:xfrm flipH="1">
            <a:off x="4163242" y="3973306"/>
            <a:ext cx="1938846" cy="1720830"/>
            <a:chOff x="-4912150" y="-540150"/>
            <a:chExt cx="2211275" cy="1962625"/>
          </a:xfrm>
        </p:grpSpPr>
        <p:sp>
          <p:nvSpPr>
            <p:cNvPr id="850" name="Google Shape;850;p2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2"/>
            <p:cNvSpPr/>
            <p:nvPr/>
          </p:nvSpPr>
          <p:spPr>
            <a:xfrm>
              <a:off x="-3248550" y="-540150"/>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 name="Google Shape;869;p22"/>
          <p:cNvSpPr txBox="1"/>
          <p:nvPr/>
        </p:nvSpPr>
        <p:spPr>
          <a:xfrm>
            <a:off x="4980600" y="2573200"/>
            <a:ext cx="3380400" cy="8007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CRÉDITS: Ce modèle de présentation a été créé par </a:t>
            </a:r>
            <a:r>
              <a:rPr lang="en" sz="1200" b="1">
                <a:solidFill>
                  <a:schemeClr val="lt1"/>
                </a:solidFill>
                <a:uFill>
                  <a:noFill/>
                </a:uFill>
                <a:latin typeface="Montserrat"/>
                <a:ea typeface="Montserrat"/>
                <a:cs typeface="Montserrat"/>
                <a:sym typeface="Montserrat"/>
                <a:hlinkClick r:id="rId2">
                  <a:extLst>
                    <a:ext uri="{A12FA001-AC4F-418D-AE19-62706E023703}">
                      <ahyp:hlinkClr xmlns:ahyp="http://schemas.microsoft.com/office/drawing/2018/hyperlinkcolor" val="tx"/>
                    </a:ext>
                  </a:extLst>
                </a:hlinkClick>
              </a:rPr>
              <a:t>Slidesgo</a:t>
            </a:r>
            <a:r>
              <a:rPr lang="en" sz="1200">
                <a:solidFill>
                  <a:schemeClr val="lt1"/>
                </a:solidFill>
                <a:latin typeface="Montserrat"/>
                <a:ea typeface="Montserrat"/>
                <a:cs typeface="Montserrat"/>
                <a:sym typeface="Montserrat"/>
              </a:rPr>
              <a:t>, comprenant des icônes de </a:t>
            </a:r>
            <a:r>
              <a:rPr lang="en" sz="1200" b="1">
                <a:solidFill>
                  <a:schemeClr val="lt1"/>
                </a:solidFill>
                <a:uFill>
                  <a:noFill/>
                </a:uFill>
                <a:latin typeface="Montserrat"/>
                <a:ea typeface="Montserrat"/>
                <a:cs typeface="Montserrat"/>
                <a:sym typeface="Montserrat"/>
                <a:hlinkClick r:id="rId3">
                  <a:extLst>
                    <a:ext uri="{A12FA001-AC4F-418D-AE19-62706E023703}">
                      <ahyp:hlinkClr xmlns:ahyp="http://schemas.microsoft.com/office/drawing/2018/hyperlinkcolor" val="tx"/>
                    </a:ext>
                  </a:extLst>
                </a:hlinkClick>
              </a:rPr>
              <a:t>Flaticon</a:t>
            </a:r>
            <a:r>
              <a:rPr lang="en" sz="1200">
                <a:solidFill>
                  <a:schemeClr val="lt1"/>
                </a:solidFill>
                <a:latin typeface="Montserrat"/>
                <a:ea typeface="Montserrat"/>
                <a:cs typeface="Montserrat"/>
                <a:sym typeface="Montserrat"/>
              </a:rPr>
              <a:t>, des infographies et des images de </a:t>
            </a:r>
            <a:r>
              <a:rPr lang="en" sz="1200" b="1">
                <a:solidFill>
                  <a:schemeClr val="lt1"/>
                </a:solidFill>
                <a:uFill>
                  <a:noFill/>
                </a:u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Freepik</a:t>
            </a:r>
            <a:endParaRPr sz="1200" b="1">
              <a:solidFill>
                <a:schemeClr val="lt1"/>
              </a:solidFill>
              <a:latin typeface="Montserrat"/>
              <a:ea typeface="Montserrat"/>
              <a:cs typeface="Montserrat"/>
              <a:sym typeface="Montserrat"/>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870"/>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7_1">
    <p:spTree>
      <p:nvGrpSpPr>
        <p:cNvPr id="1" name="Shape 871"/>
        <p:cNvGrpSpPr/>
        <p:nvPr/>
      </p:nvGrpSpPr>
      <p:grpSpPr>
        <a:xfrm>
          <a:off x="0" y="0"/>
          <a:ext cx="0" cy="0"/>
          <a:chOff x="0" y="0"/>
          <a:chExt cx="0" cy="0"/>
        </a:xfrm>
      </p:grpSpPr>
      <p:grpSp>
        <p:nvGrpSpPr>
          <p:cNvPr id="872" name="Google Shape;872;p24"/>
          <p:cNvGrpSpPr/>
          <p:nvPr/>
        </p:nvGrpSpPr>
        <p:grpSpPr>
          <a:xfrm>
            <a:off x="8352588" y="816213"/>
            <a:ext cx="1040638" cy="901375"/>
            <a:chOff x="8457538" y="810363"/>
            <a:chExt cx="1040638" cy="901375"/>
          </a:xfrm>
        </p:grpSpPr>
        <p:grpSp>
          <p:nvGrpSpPr>
            <p:cNvPr id="873" name="Google Shape;873;p24"/>
            <p:cNvGrpSpPr/>
            <p:nvPr/>
          </p:nvGrpSpPr>
          <p:grpSpPr>
            <a:xfrm>
              <a:off x="8781450" y="810363"/>
              <a:ext cx="716725" cy="901375"/>
              <a:chOff x="-3888525" y="-2483300"/>
              <a:chExt cx="716725" cy="901375"/>
            </a:xfrm>
          </p:grpSpPr>
          <p:sp>
            <p:nvSpPr>
              <p:cNvPr id="874" name="Google Shape;874;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 name="Google Shape;876;p24"/>
            <p:cNvGrpSpPr/>
            <p:nvPr/>
          </p:nvGrpSpPr>
          <p:grpSpPr>
            <a:xfrm>
              <a:off x="8457538" y="1331488"/>
              <a:ext cx="323925" cy="323650"/>
              <a:chOff x="1608625" y="299800"/>
              <a:chExt cx="323925" cy="323650"/>
            </a:xfrm>
          </p:grpSpPr>
          <p:sp>
            <p:nvSpPr>
              <p:cNvPr id="877" name="Google Shape;877;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0" name="Google Shape;880;p24"/>
          <p:cNvGrpSpPr/>
          <p:nvPr/>
        </p:nvGrpSpPr>
        <p:grpSpPr>
          <a:xfrm>
            <a:off x="4841575" y="4619788"/>
            <a:ext cx="1040638" cy="901375"/>
            <a:chOff x="8457538" y="810363"/>
            <a:chExt cx="1040638" cy="901375"/>
          </a:xfrm>
        </p:grpSpPr>
        <p:grpSp>
          <p:nvGrpSpPr>
            <p:cNvPr id="881" name="Google Shape;881;p24"/>
            <p:cNvGrpSpPr/>
            <p:nvPr/>
          </p:nvGrpSpPr>
          <p:grpSpPr>
            <a:xfrm>
              <a:off x="8781450" y="810363"/>
              <a:ext cx="716725" cy="901375"/>
              <a:chOff x="-3888525" y="-2483300"/>
              <a:chExt cx="716725" cy="901375"/>
            </a:xfrm>
          </p:grpSpPr>
          <p:sp>
            <p:nvSpPr>
              <p:cNvPr id="882" name="Google Shape;882;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 name="Google Shape;884;p24"/>
            <p:cNvGrpSpPr/>
            <p:nvPr/>
          </p:nvGrpSpPr>
          <p:grpSpPr>
            <a:xfrm>
              <a:off x="8457538" y="1331488"/>
              <a:ext cx="323925" cy="323650"/>
              <a:chOff x="1608625" y="299800"/>
              <a:chExt cx="323925" cy="323650"/>
            </a:xfrm>
          </p:grpSpPr>
          <p:sp>
            <p:nvSpPr>
              <p:cNvPr id="885" name="Google Shape;885;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8" name="Google Shape;888;p24"/>
          <p:cNvGrpSpPr/>
          <p:nvPr/>
        </p:nvGrpSpPr>
        <p:grpSpPr>
          <a:xfrm>
            <a:off x="8352591" y="196800"/>
            <a:ext cx="713803" cy="706547"/>
            <a:chOff x="-4017975" y="616650"/>
            <a:chExt cx="814100" cy="805825"/>
          </a:xfrm>
        </p:grpSpPr>
        <p:sp>
          <p:nvSpPr>
            <p:cNvPr id="889" name="Google Shape;889;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 name="Google Shape;893;p24"/>
          <p:cNvGrpSpPr/>
          <p:nvPr/>
        </p:nvGrpSpPr>
        <p:grpSpPr>
          <a:xfrm rot="10800000">
            <a:off x="-728606" y="92693"/>
            <a:ext cx="1803578" cy="1592367"/>
            <a:chOff x="-4912150" y="-393637"/>
            <a:chExt cx="2057000" cy="1816112"/>
          </a:xfrm>
        </p:grpSpPr>
        <p:sp>
          <p:nvSpPr>
            <p:cNvPr id="894" name="Google Shape;894;p2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91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917"/>
        <p:cNvGrpSpPr/>
        <p:nvPr/>
      </p:nvGrpSpPr>
      <p:grpSpPr>
        <a:xfrm>
          <a:off x="0" y="0"/>
          <a:ext cx="0" cy="0"/>
          <a:chOff x="0" y="0"/>
          <a:chExt cx="0" cy="0"/>
        </a:xfrm>
      </p:grpSpPr>
      <p:sp>
        <p:nvSpPr>
          <p:cNvPr id="918" name="Google Shape;918;p27"/>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0" rIns="91425" bIns="0" anchor="t" anchorCtr="0">
            <a:noAutofit/>
          </a:bodyPr>
          <a:lstStyle>
            <a:lvl1pPr lvl="0">
              <a:lnSpc>
                <a:spcPct val="100000"/>
              </a:lnSpc>
              <a:spcBef>
                <a:spcPts val="0"/>
              </a:spcBef>
              <a:spcAft>
                <a:spcPts val="0"/>
              </a:spcAft>
              <a:buClr>
                <a:schemeClr val="lt1"/>
              </a:buClr>
              <a:buSzPts val="2800"/>
              <a:buFont typeface="Montserrat"/>
              <a:buNone/>
              <a:defRPr sz="2800" b="1">
                <a:solidFill>
                  <a:schemeClr val="lt1"/>
                </a:solidFill>
                <a:latin typeface="Montserrat"/>
                <a:ea typeface="Montserrat"/>
                <a:cs typeface="Montserrat"/>
                <a:sym typeface="Montserrat"/>
              </a:defRPr>
            </a:lvl1pPr>
            <a:lvl2pPr lvl="1">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2pPr>
            <a:lvl3pPr lvl="2">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3pPr>
            <a:lvl4pPr lvl="3">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4pPr>
            <a:lvl5pPr lvl="4">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5pPr>
            <a:lvl6pPr lvl="5">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6pPr>
            <a:lvl7pPr lvl="6">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7pPr>
            <a:lvl8pPr lvl="7">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8pPr>
            <a:lvl9pPr lvl="8">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0" rIns="91425" bIns="0" anchor="t" anchorCtr="0">
            <a:noAutofit/>
          </a:bodyPr>
          <a:lstStyle>
            <a:lvl1pPr marL="457200" lvl="0"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1pPr>
            <a:lvl2pPr marL="914400" lvl="1"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2pPr>
            <a:lvl3pPr marL="1371600" lvl="2"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3pPr>
            <a:lvl4pPr marL="1828800" lvl="3"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4pPr>
            <a:lvl5pPr marL="2286000" lvl="4"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5pPr>
            <a:lvl6pPr marL="2743200" lvl="5"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6pPr>
            <a:lvl7pPr marL="3200400" lvl="6"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7pPr>
            <a:lvl8pPr marL="3657600" lvl="7"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8pPr>
            <a:lvl9pPr marL="4114800" lvl="8"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913"/>
        <p:cNvGrpSpPr/>
        <p:nvPr/>
      </p:nvGrpSpPr>
      <p:grpSpPr>
        <a:xfrm>
          <a:off x="0" y="0"/>
          <a:ext cx="0" cy="0"/>
          <a:chOff x="0" y="0"/>
          <a:chExt cx="0" cy="0"/>
        </a:xfrm>
      </p:grpSpPr>
      <p:sp>
        <p:nvSpPr>
          <p:cNvPr id="914" name="Google Shape;914;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915" name="Google Shape;915;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6.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4.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4.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17.xml"/><Relationship Id="rId1" Type="http://schemas.openxmlformats.org/officeDocument/2006/relationships/slideLayout" Target="../slideLayouts/slideLayout14.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19.xml"/><Relationship Id="rId1" Type="http://schemas.openxmlformats.org/officeDocument/2006/relationships/slideLayout" Target="../slideLayouts/slideLayout14.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21.xml"/><Relationship Id="rId1" Type="http://schemas.openxmlformats.org/officeDocument/2006/relationships/slideLayout" Target="../slideLayouts/slideLayout14.xml"/><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docs.google.com/spreadsheets/d/1r1g_Iv7TtQamF_qoXS-0t_TS2o80QkVui6LYj0THQkM/copy#gid=1654711040" TargetMode="External"/><Relationship Id="rId7"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5.xml"/><Relationship Id="rId6" Type="http://schemas.openxmlformats.org/officeDocument/2006/relationships/hyperlink" Target="https://docs.google.com/spreadsheets/d/1r1g_Iv7TtQamF_qoXS-0t_TS2o80QkVui6LYj0THQkM/copy#gid=1669512786" TargetMode="Externa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9.xml"/></Relationships>
</file>

<file path=ppt/slides/_rels/slide36.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6.xml"/><Relationship Id="rId1" Type="http://schemas.openxmlformats.org/officeDocument/2006/relationships/slideLayout" Target="../slideLayouts/slideLayout6.xml"/><Relationship Id="rId5" Type="http://schemas.openxmlformats.org/officeDocument/2006/relationships/image" Target="../media/image38.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hyperlink" Target="https://www.freepik.com/free-vector/circuits-blue-red-gradient-digital-background_12067352.htm/?utm_source=slidesgo_template&amp;utm_medium=referral-link&amp;utm_campaign=sg_resources&amp;utm_content=freepik" TargetMode="External"/><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www.freepik.com/free-vector/flat-minimal-technology-twitch-background_18039050.htm/?utm_source=slidesgo_template&amp;utm_medium=referral-link&amp;utm_campaign=sg_resources&amp;utm_content=freepik" TargetMode="External"/><Relationship Id="rId2" Type="http://schemas.openxmlformats.org/officeDocument/2006/relationships/notesSlide" Target="../notesSlides/notesSlide39.xml"/><Relationship Id="rId1" Type="http://schemas.openxmlformats.org/officeDocument/2006/relationships/slideLayout" Target="../slideLayouts/slideLayout3.xml"/><Relationship Id="rId5" Type="http://schemas.openxmlformats.org/officeDocument/2006/relationships/hyperlink" Target="https://www.freepik.com/free-photo/people-working-as-team-company_19534447.htm/?utm_source=slidesgo_template&amp;utm_medium=referral-link&amp;utm_campaign=sg_resources&amp;utm_content=freepik" TargetMode="External"/><Relationship Id="rId4" Type="http://schemas.openxmlformats.org/officeDocument/2006/relationships/hyperlink" Target="https://www.freepik.com/free-photo/beautiful-women-working-together-startup-company_18843627.htm/?utm_source=slidesgo_template&amp;utm_medium=referral-link&amp;utm_campaign=sg_resources&amp;utm_content=freepik"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bit.ly/33VAFh3" TargetMode="External"/><Relationship Id="rId2" Type="http://schemas.openxmlformats.org/officeDocument/2006/relationships/notesSlide" Target="../notesSlides/notesSlide40.xml"/><Relationship Id="rId1" Type="http://schemas.openxmlformats.org/officeDocument/2006/relationships/slideLayout" Target="../slideLayouts/slideLayout25.xml"/><Relationship Id="rId6" Type="http://schemas.openxmlformats.org/officeDocument/2006/relationships/slide" Target="slide37.xml"/><Relationship Id="rId5" Type="http://schemas.openxmlformats.org/officeDocument/2006/relationships/hyperlink" Target="http://bit.ly/2PfT4lq" TargetMode="External"/><Relationship Id="rId4" Type="http://schemas.openxmlformats.org/officeDocument/2006/relationships/hyperlink" Target="http://bit.ly/30B07Gq"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1.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7.xml"/></Relationships>
</file>

<file path=ppt/slides/_rels/slide42.xml.rels><?xml version="1.0" encoding="UTF-8" standalone="yes"?>
<Relationships xmlns="http://schemas.openxmlformats.org/package/2006/relationships"><Relationship Id="rId3" Type="http://schemas.openxmlformats.org/officeDocument/2006/relationships/hyperlink" Target="https://fonts.google.com/specimen/Montserrat" TargetMode="External"/><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42.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41.png"/><Relationship Id="rId4" Type="http://schemas.openxmlformats.org/officeDocument/2006/relationships/image" Target="../media/image39.png"/><Relationship Id="rId9" Type="http://schemas.openxmlformats.org/officeDocument/2006/relationships/image" Target="../media/image40.png"/></Relationships>
</file>

<file path=ppt/slides/_rels/slide4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50.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7.xml"/><Relationship Id="rId1" Type="http://schemas.openxmlformats.org/officeDocument/2006/relationships/slideLayout" Target="../slideLayouts/slideLayout24.xml"/><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Google Shape;923;p28"/>
          <p:cNvSpPr txBox="1">
            <a:spLocks noGrp="1"/>
          </p:cNvSpPr>
          <p:nvPr>
            <p:ph type="ctrTitle"/>
          </p:nvPr>
        </p:nvSpPr>
        <p:spPr>
          <a:xfrm flipH="1">
            <a:off x="743324" y="1312329"/>
            <a:ext cx="6952800" cy="1693305"/>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800" b="0" dirty="0">
                <a:solidFill>
                  <a:srgbClr val="0070C0"/>
                </a:solidFill>
                <a:latin typeface="Montserrat Medium"/>
                <a:sym typeface="Montserrat Medium"/>
              </a:rPr>
              <a:t>BÁO CÁO ĐỒ HỌA MÁY TÍNH </a:t>
            </a:r>
            <a:br>
              <a:rPr lang="en" sz="2800" b="0" dirty="0">
                <a:latin typeface="Montserrat Medium"/>
                <a:sym typeface="Montserrat Medium"/>
              </a:rPr>
            </a:br>
            <a:r>
              <a:rPr lang="en" sz="2800" dirty="0"/>
              <a:t>XÂY DỰNG CHƯƠNG TRÌNH TÁI TẠO CÁC ĐƯỜNG CONG B-SPLINE TỪ ẢNH CHỮ KÝ</a:t>
            </a:r>
            <a:endParaRPr sz="2800" dirty="0"/>
          </a:p>
        </p:txBody>
      </p:sp>
      <p:sp>
        <p:nvSpPr>
          <p:cNvPr id="924" name="Google Shape;924;p28"/>
          <p:cNvSpPr txBox="1">
            <a:spLocks noGrp="1"/>
          </p:cNvSpPr>
          <p:nvPr>
            <p:ph type="subTitle" idx="1"/>
          </p:nvPr>
        </p:nvSpPr>
        <p:spPr>
          <a:xfrm flipH="1">
            <a:off x="743324" y="3202984"/>
            <a:ext cx="6952800" cy="1640685"/>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1400" dirty="0"/>
              <a:t>Giảng viên hướng dẫn: </a:t>
            </a:r>
            <a:r>
              <a:rPr lang="en" sz="1400" b="1" dirty="0"/>
              <a:t>PGS. TS. Nguyễn Tấn Khôi</a:t>
            </a:r>
          </a:p>
          <a:p>
            <a:pPr marL="0" lvl="0" indent="0" algn="l" rtl="0">
              <a:spcBef>
                <a:spcPts val="0"/>
              </a:spcBef>
              <a:spcAft>
                <a:spcPts val="0"/>
              </a:spcAft>
              <a:buNone/>
            </a:pPr>
            <a:r>
              <a:rPr lang="en" sz="1400" dirty="0"/>
              <a:t>Nhóm: </a:t>
            </a:r>
            <a:r>
              <a:rPr lang="en" sz="1400" b="1" dirty="0"/>
              <a:t>24.Nh12</a:t>
            </a:r>
          </a:p>
          <a:p>
            <a:pPr marL="0" lvl="0" indent="0" algn="l" rtl="0">
              <a:spcBef>
                <a:spcPts val="0"/>
              </a:spcBef>
              <a:spcAft>
                <a:spcPts val="0"/>
              </a:spcAft>
              <a:buNone/>
            </a:pPr>
            <a:r>
              <a:rPr lang="en" sz="1400" dirty="0"/>
              <a:t>Sinh viên thực hiện:</a:t>
            </a:r>
          </a:p>
          <a:p>
            <a:pPr marL="800100" lvl="1" indent="-342900" algn="l">
              <a:buFont typeface="Arial" panose="020B0604020202020204" pitchFamily="34" charset="0"/>
              <a:buChar char="•"/>
            </a:pPr>
            <a:r>
              <a:rPr lang="en-US" sz="1400" b="1" dirty="0"/>
              <a:t>Phan Thanh Duy</a:t>
            </a:r>
            <a:r>
              <a:rPr lang="en-US" sz="1400" dirty="0"/>
              <a:t> – 102240130 – 24T_DT3</a:t>
            </a:r>
          </a:p>
          <a:p>
            <a:pPr marL="800100" lvl="1" indent="-342900" algn="l">
              <a:buFont typeface="Arial" panose="020B0604020202020204" pitchFamily="34" charset="0"/>
              <a:buChar char="•"/>
            </a:pPr>
            <a:r>
              <a:rPr lang="en-US" sz="1400" b="1" dirty="0"/>
              <a:t>Nguyễn Hoàng Hiếu </a:t>
            </a:r>
            <a:r>
              <a:rPr lang="en-US" sz="1400" dirty="0"/>
              <a:t>– 102240135 – 24T_DT3</a:t>
            </a:r>
          </a:p>
          <a:p>
            <a:pPr marL="800100" lvl="1" indent="-342900" algn="l">
              <a:buFont typeface="Arial" panose="020B0604020202020204" pitchFamily="34" charset="0"/>
              <a:buChar char="•"/>
            </a:pPr>
            <a:r>
              <a:rPr lang="en-US" sz="1400" b="1" dirty="0"/>
              <a:t>Đinh Huỳnh Nguyên Khang </a:t>
            </a:r>
            <a:r>
              <a:rPr lang="en-US" sz="1400" dirty="0"/>
              <a:t>– 102240141 – 24T_DT3</a:t>
            </a:r>
            <a:endParaRPr sz="1400" dirty="0"/>
          </a:p>
        </p:txBody>
      </p:sp>
      <p:sp>
        <p:nvSpPr>
          <p:cNvPr id="925" name="Google Shape;925;p28"/>
          <p:cNvSpPr/>
          <p:nvPr/>
        </p:nvSpPr>
        <p:spPr>
          <a:xfrm flipH="1">
            <a:off x="-186582" y="5584563"/>
            <a:ext cx="29" cy="29"/>
          </a:xfrm>
          <a:custGeom>
            <a:avLst/>
            <a:gdLst/>
            <a:ahLst/>
            <a:cxnLst/>
            <a:rect l="l" t="t" r="r" b="b"/>
            <a:pathLst>
              <a:path w="1" h="1" fill="none" extrusionOk="0">
                <a:moveTo>
                  <a:pt x="1" y="1"/>
                </a:moveTo>
                <a:lnTo>
                  <a:pt x="1" y="1"/>
                </a:lnTo>
                <a:close/>
              </a:path>
            </a:pathLst>
          </a:custGeom>
          <a:solidFill>
            <a:schemeClr val="lt1"/>
          </a:solidFill>
          <a:ln w="565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 name="Google Shape;926;p28"/>
          <p:cNvGrpSpPr/>
          <p:nvPr/>
        </p:nvGrpSpPr>
        <p:grpSpPr>
          <a:xfrm flipH="1">
            <a:off x="6613712" y="3446838"/>
            <a:ext cx="1929500" cy="2210100"/>
            <a:chOff x="295725" y="-3462825"/>
            <a:chExt cx="1929500" cy="2210100"/>
          </a:xfrm>
        </p:grpSpPr>
        <p:sp>
          <p:nvSpPr>
            <p:cNvPr id="927" name="Google Shape;927;p2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2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2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2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2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2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 name="Google Shape;952;p28"/>
          <p:cNvGrpSpPr/>
          <p:nvPr/>
        </p:nvGrpSpPr>
        <p:grpSpPr>
          <a:xfrm>
            <a:off x="948060" y="3973813"/>
            <a:ext cx="1040638" cy="901375"/>
            <a:chOff x="948060" y="3972813"/>
            <a:chExt cx="1040638" cy="901375"/>
          </a:xfrm>
        </p:grpSpPr>
        <p:grpSp>
          <p:nvGrpSpPr>
            <p:cNvPr id="953" name="Google Shape;953;p28"/>
            <p:cNvGrpSpPr/>
            <p:nvPr/>
          </p:nvGrpSpPr>
          <p:grpSpPr>
            <a:xfrm flipH="1">
              <a:off x="948060" y="3972813"/>
              <a:ext cx="716725" cy="901375"/>
              <a:chOff x="-3888525" y="-2483300"/>
              <a:chExt cx="716725" cy="901375"/>
            </a:xfrm>
          </p:grpSpPr>
          <p:sp>
            <p:nvSpPr>
              <p:cNvPr id="954" name="Google Shape;954;p2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 name="Google Shape;956;p28"/>
            <p:cNvGrpSpPr/>
            <p:nvPr/>
          </p:nvGrpSpPr>
          <p:grpSpPr>
            <a:xfrm flipH="1">
              <a:off x="1664772" y="4493938"/>
              <a:ext cx="323925" cy="323650"/>
              <a:chOff x="1608625" y="299800"/>
              <a:chExt cx="323925" cy="323650"/>
            </a:xfrm>
          </p:grpSpPr>
          <p:sp>
            <p:nvSpPr>
              <p:cNvPr id="957" name="Google Shape;957;p2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 name="Google Shape;960;p28"/>
          <p:cNvGrpSpPr/>
          <p:nvPr/>
        </p:nvGrpSpPr>
        <p:grpSpPr>
          <a:xfrm>
            <a:off x="844385" y="2929368"/>
            <a:ext cx="4208350" cy="192185"/>
            <a:chOff x="948060" y="2996029"/>
            <a:chExt cx="4208350" cy="192185"/>
          </a:xfrm>
        </p:grpSpPr>
        <p:sp>
          <p:nvSpPr>
            <p:cNvPr id="961" name="Google Shape;961;p28"/>
            <p:cNvSpPr/>
            <p:nvPr/>
          </p:nvSpPr>
          <p:spPr>
            <a:xfrm rot="-2700000" flipH="1">
              <a:off x="1692865" y="3024234"/>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2" name="Google Shape;962;p28"/>
            <p:cNvCxnSpPr>
              <a:stCxn id="963" idx="6"/>
              <a:endCxn id="964" idx="2"/>
            </p:cNvCxnSpPr>
            <p:nvPr/>
          </p:nvCxnSpPr>
          <p:spPr>
            <a:xfrm rot="10800000">
              <a:off x="1005010" y="3091118"/>
              <a:ext cx="4094400" cy="0"/>
            </a:xfrm>
            <a:prstGeom prst="straightConnector1">
              <a:avLst/>
            </a:prstGeom>
            <a:noFill/>
            <a:ln w="9525" cap="flat" cmpd="sng">
              <a:solidFill>
                <a:schemeClr val="lt1"/>
              </a:solidFill>
              <a:prstDash val="solid"/>
              <a:round/>
              <a:headEnd type="none" w="med" len="med"/>
              <a:tailEnd type="none" w="med" len="med"/>
            </a:ln>
          </p:spPr>
        </p:cxnSp>
        <p:sp>
          <p:nvSpPr>
            <p:cNvPr id="963" name="Google Shape;963;p28"/>
            <p:cNvSpPr/>
            <p:nvPr/>
          </p:nvSpPr>
          <p:spPr>
            <a:xfrm flipH="1">
              <a:off x="5099410" y="3062618"/>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8"/>
            <p:cNvSpPr/>
            <p:nvPr/>
          </p:nvSpPr>
          <p:spPr>
            <a:xfrm flipH="1">
              <a:off x="948060" y="306264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Freeform 8">
            <a:extLst>
              <a:ext uri="{FF2B5EF4-FFF2-40B4-BE49-F238E27FC236}">
                <a16:creationId xmlns:a16="http://schemas.microsoft.com/office/drawing/2014/main" id="{88E7451B-84AC-51FD-201A-3F7DED00C5C9}"/>
              </a:ext>
            </a:extLst>
          </p:cNvPr>
          <p:cNvSpPr/>
          <p:nvPr/>
        </p:nvSpPr>
        <p:spPr>
          <a:xfrm>
            <a:off x="325024" y="129906"/>
            <a:ext cx="757350" cy="790619"/>
          </a:xfrm>
          <a:custGeom>
            <a:avLst/>
            <a:gdLst/>
            <a:ahLst/>
            <a:cxnLst/>
            <a:rect l="l" t="t" r="r" b="b"/>
            <a:pathLst>
              <a:path w="1344936" h="1404015">
                <a:moveTo>
                  <a:pt x="0" y="0"/>
                </a:moveTo>
                <a:lnTo>
                  <a:pt x="1344936" y="0"/>
                </a:lnTo>
                <a:lnTo>
                  <a:pt x="1344936" y="1404015"/>
                </a:lnTo>
                <a:lnTo>
                  <a:pt x="0" y="1404015"/>
                </a:lnTo>
                <a:lnTo>
                  <a:pt x="0" y="0"/>
                </a:lnTo>
                <a:close/>
              </a:path>
            </a:pathLst>
          </a:custGeom>
          <a:blipFill>
            <a:blip r:embed="rId3"/>
            <a:stretch>
              <a:fillRect l="-5502" t="-2761" r="-5925" b="-3977"/>
            </a:stretch>
          </a:blipFill>
        </p:spPr>
        <p:txBody>
          <a:bodyPr/>
          <a:lstStyle/>
          <a:p>
            <a:endParaRPr lang="en-US" dirty="0"/>
          </a:p>
        </p:txBody>
      </p:sp>
      <p:sp>
        <p:nvSpPr>
          <p:cNvPr id="3" name="TextBox 9">
            <a:extLst>
              <a:ext uri="{FF2B5EF4-FFF2-40B4-BE49-F238E27FC236}">
                <a16:creationId xmlns:a16="http://schemas.microsoft.com/office/drawing/2014/main" id="{3F496BDD-1524-F04C-C6CE-C173D16EDAD0}"/>
              </a:ext>
            </a:extLst>
          </p:cNvPr>
          <p:cNvSpPr txBox="1"/>
          <p:nvPr/>
        </p:nvSpPr>
        <p:spPr>
          <a:xfrm>
            <a:off x="3160079" y="212639"/>
            <a:ext cx="2853343" cy="707886"/>
          </a:xfrm>
          <a:prstGeom prst="rect">
            <a:avLst/>
          </a:prstGeom>
        </p:spPr>
        <p:txBody>
          <a:bodyPr wrap="square" lIns="0" tIns="0" rIns="0" bIns="0" rtlCol="0" anchor="t">
            <a:spAutoFit/>
          </a:bodyPr>
          <a:lstStyle/>
          <a:p>
            <a:pPr algn="ctr">
              <a:spcBef>
                <a:spcPts val="300"/>
              </a:spcBef>
              <a:spcAft>
                <a:spcPts val="300"/>
              </a:spcAft>
            </a:pPr>
            <a:r>
              <a:rPr lang="en-US" sz="1200" dirty="0">
                <a:solidFill>
                  <a:srgbClr val="004AAD"/>
                </a:solidFill>
                <a:latin typeface="Montserrat"/>
                <a:ea typeface="Montserrat"/>
                <a:cs typeface="Montserrat"/>
                <a:sym typeface="Montserrat"/>
              </a:rPr>
              <a:t>ĐẠI HỌC ĐÀ NẴNG</a:t>
            </a:r>
          </a:p>
          <a:p>
            <a:pPr algn="ctr">
              <a:spcBef>
                <a:spcPts val="300"/>
              </a:spcBef>
              <a:spcAft>
                <a:spcPts val="300"/>
              </a:spcAft>
            </a:pPr>
            <a:r>
              <a:rPr lang="en-US" sz="1200" dirty="0">
                <a:solidFill>
                  <a:srgbClr val="004AAD"/>
                </a:solidFill>
                <a:latin typeface="Montserrat"/>
                <a:ea typeface="Montserrat"/>
                <a:cs typeface="Montserrat"/>
                <a:sym typeface="Montserrat"/>
              </a:rPr>
              <a:t>TRƯỜNG ĐẠI HỌC BÁCH KHOA</a:t>
            </a:r>
          </a:p>
          <a:p>
            <a:pPr algn="ctr">
              <a:spcBef>
                <a:spcPts val="300"/>
              </a:spcBef>
              <a:spcAft>
                <a:spcPts val="300"/>
              </a:spcAft>
            </a:pPr>
            <a:r>
              <a:rPr lang="en-US" sz="1200" b="1" dirty="0">
                <a:solidFill>
                  <a:srgbClr val="004AAD"/>
                </a:solidFill>
                <a:latin typeface="Montserrat Bold"/>
                <a:ea typeface="Montserrat Bold"/>
                <a:cs typeface="Montserrat Bold"/>
                <a:sym typeface="Montserrat Bold"/>
              </a:rPr>
              <a:t>KHOA CÔNG NGHỆ THÔNG TIN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3"/>
        <p:cNvGrpSpPr/>
        <p:nvPr/>
      </p:nvGrpSpPr>
      <p:grpSpPr>
        <a:xfrm>
          <a:off x="0" y="0"/>
          <a:ext cx="0" cy="0"/>
          <a:chOff x="0" y="0"/>
          <a:chExt cx="0" cy="0"/>
        </a:xfrm>
      </p:grpSpPr>
      <p:sp>
        <p:nvSpPr>
          <p:cNvPr id="984" name="Google Shape;984;p30"/>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MỤC LỤC</a:t>
            </a:r>
            <a:endParaRPr dirty="0"/>
          </a:p>
        </p:txBody>
      </p:sp>
      <p:sp>
        <p:nvSpPr>
          <p:cNvPr id="985" name="Google Shape;985;p30"/>
          <p:cNvSpPr txBox="1">
            <a:spLocks noGrp="1"/>
          </p:cNvSpPr>
          <p:nvPr>
            <p:ph type="title" idx="2"/>
          </p:nvPr>
        </p:nvSpPr>
        <p:spPr>
          <a:xfrm flipH="1">
            <a:off x="200318" y="2182403"/>
            <a:ext cx="755189" cy="572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01</a:t>
            </a:r>
            <a:endParaRPr dirty="0"/>
          </a:p>
        </p:txBody>
      </p:sp>
      <p:sp>
        <p:nvSpPr>
          <p:cNvPr id="986" name="Google Shape;986;p30"/>
          <p:cNvSpPr txBox="1">
            <a:spLocks noGrp="1"/>
          </p:cNvSpPr>
          <p:nvPr>
            <p:ph type="subTitle" idx="1"/>
          </p:nvPr>
        </p:nvSpPr>
        <p:spPr>
          <a:xfrm>
            <a:off x="0" y="3031585"/>
            <a:ext cx="1155823" cy="381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Đặt vấn đề</a:t>
            </a:r>
            <a:endParaRPr dirty="0"/>
          </a:p>
        </p:txBody>
      </p:sp>
      <p:grpSp>
        <p:nvGrpSpPr>
          <p:cNvPr id="991" name="Google Shape;991;p30"/>
          <p:cNvGrpSpPr/>
          <p:nvPr/>
        </p:nvGrpSpPr>
        <p:grpSpPr>
          <a:xfrm rot="10800000">
            <a:off x="7379194" y="-538557"/>
            <a:ext cx="1803578" cy="1592367"/>
            <a:chOff x="-4912150" y="-393637"/>
            <a:chExt cx="2057000" cy="1816112"/>
          </a:xfrm>
        </p:grpSpPr>
        <p:sp>
          <p:nvSpPr>
            <p:cNvPr id="992" name="Google Shape;992;p30"/>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0"/>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0"/>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30"/>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30"/>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30"/>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30"/>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30"/>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0"/>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0"/>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0"/>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0"/>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30"/>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3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1" name="Google Shape;1011;p30"/>
          <p:cNvSpPr txBox="1">
            <a:spLocks noGrp="1"/>
          </p:cNvSpPr>
          <p:nvPr>
            <p:ph type="title" idx="7"/>
          </p:nvPr>
        </p:nvSpPr>
        <p:spPr>
          <a:xfrm flipH="1">
            <a:off x="3874359" y="2195068"/>
            <a:ext cx="832085" cy="5727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grpSp>
        <p:nvGrpSpPr>
          <p:cNvPr id="1017" name="Google Shape;1017;p30"/>
          <p:cNvGrpSpPr/>
          <p:nvPr/>
        </p:nvGrpSpPr>
        <p:grpSpPr>
          <a:xfrm>
            <a:off x="2868450" y="1078488"/>
            <a:ext cx="3407100" cy="135774"/>
            <a:chOff x="1512197" y="1097509"/>
            <a:chExt cx="3407100" cy="135774"/>
          </a:xfrm>
        </p:grpSpPr>
        <p:grpSp>
          <p:nvGrpSpPr>
            <p:cNvPr id="1018" name="Google Shape;1018;p30"/>
            <p:cNvGrpSpPr/>
            <p:nvPr/>
          </p:nvGrpSpPr>
          <p:grpSpPr>
            <a:xfrm>
              <a:off x="1512197" y="1097509"/>
              <a:ext cx="3350100" cy="135774"/>
              <a:chOff x="2944697" y="1097509"/>
              <a:chExt cx="3350100" cy="135774"/>
            </a:xfrm>
          </p:grpSpPr>
          <p:sp>
            <p:nvSpPr>
              <p:cNvPr id="1019" name="Google Shape;1019;p30"/>
              <p:cNvSpPr/>
              <p:nvPr/>
            </p:nvSpPr>
            <p:spPr>
              <a:xfrm rot="-2700000" flipH="1">
                <a:off x="4508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0" name="Google Shape;1020;p30"/>
              <p:cNvCxnSpPr>
                <a:cxnSpLocks/>
                <a:stCxn id="1021" idx="6"/>
                <a:endCxn id="1022"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022" name="Google Shape;1022;p30"/>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021" name="Google Shape;1021;p30"/>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 name="Google Shape;1023;p30"/>
          <p:cNvGrpSpPr/>
          <p:nvPr/>
        </p:nvGrpSpPr>
        <p:grpSpPr>
          <a:xfrm>
            <a:off x="544291" y="2823573"/>
            <a:ext cx="8078595" cy="80601"/>
            <a:chOff x="1148150" y="2414908"/>
            <a:chExt cx="6847800" cy="57013"/>
          </a:xfrm>
        </p:grpSpPr>
        <p:cxnSp>
          <p:nvCxnSpPr>
            <p:cNvPr id="1024" name="Google Shape;1024;p30"/>
            <p:cNvCxnSpPr>
              <a:cxnSpLocks/>
              <a:stCxn id="1025" idx="2"/>
              <a:endCxn id="1026" idx="6"/>
            </p:cNvCxnSpPr>
            <p:nvPr/>
          </p:nvCxnSpPr>
          <p:spPr>
            <a:xfrm>
              <a:off x="1205150" y="2443408"/>
              <a:ext cx="6733800" cy="0"/>
            </a:xfrm>
            <a:prstGeom prst="straightConnector1">
              <a:avLst/>
            </a:prstGeom>
            <a:noFill/>
            <a:ln w="9525" cap="flat" cmpd="sng">
              <a:solidFill>
                <a:schemeClr val="lt1"/>
              </a:solidFill>
              <a:prstDash val="solid"/>
              <a:round/>
              <a:headEnd type="none" w="med" len="med"/>
              <a:tailEnd type="none" w="med" len="med"/>
            </a:ln>
          </p:spPr>
        </p:cxnSp>
        <p:sp>
          <p:nvSpPr>
            <p:cNvPr id="1025" name="Google Shape;1025;p30"/>
            <p:cNvSpPr/>
            <p:nvPr/>
          </p:nvSpPr>
          <p:spPr>
            <a:xfrm flipH="1">
              <a:off x="1148150" y="2414921"/>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26" name="Google Shape;1026;p30"/>
            <p:cNvSpPr/>
            <p:nvPr/>
          </p:nvSpPr>
          <p:spPr>
            <a:xfrm flipH="1">
              <a:off x="7938950" y="2414908"/>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3" name="Google Shape;1025;p30">
            <a:extLst>
              <a:ext uri="{FF2B5EF4-FFF2-40B4-BE49-F238E27FC236}">
                <a16:creationId xmlns:a16="http://schemas.microsoft.com/office/drawing/2014/main" id="{0B415B78-EAAC-C929-1148-A0476AD3DC05}"/>
              </a:ext>
            </a:extLst>
          </p:cNvPr>
          <p:cNvSpPr/>
          <p:nvPr/>
        </p:nvSpPr>
        <p:spPr>
          <a:xfrm flipH="1">
            <a:off x="2437627" y="2830716"/>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4" name="Google Shape;985;p30">
            <a:extLst>
              <a:ext uri="{FF2B5EF4-FFF2-40B4-BE49-F238E27FC236}">
                <a16:creationId xmlns:a16="http://schemas.microsoft.com/office/drawing/2014/main" id="{274496B1-4277-8C10-E45A-7F3A3835AA3A}"/>
              </a:ext>
            </a:extLst>
          </p:cNvPr>
          <p:cNvSpPr txBox="1">
            <a:spLocks/>
          </p:cNvSpPr>
          <p:nvPr/>
        </p:nvSpPr>
        <p:spPr>
          <a:xfrm flipH="1">
            <a:off x="2055206" y="2182403"/>
            <a:ext cx="832085"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02</a:t>
            </a:r>
          </a:p>
        </p:txBody>
      </p:sp>
      <p:sp>
        <p:nvSpPr>
          <p:cNvPr id="1045" name="Google Shape;986;p30">
            <a:extLst>
              <a:ext uri="{FF2B5EF4-FFF2-40B4-BE49-F238E27FC236}">
                <a16:creationId xmlns:a16="http://schemas.microsoft.com/office/drawing/2014/main" id="{DF6971A0-A1E9-0F55-917D-337AD4A7F7DF}"/>
              </a:ext>
            </a:extLst>
          </p:cNvPr>
          <p:cNvSpPr txBox="1">
            <a:spLocks/>
          </p:cNvSpPr>
          <p:nvPr/>
        </p:nvSpPr>
        <p:spPr>
          <a:xfrm>
            <a:off x="1926960" y="3038268"/>
            <a:ext cx="1155823"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Phát</a:t>
            </a:r>
            <a:r>
              <a:rPr lang="en-US" dirty="0"/>
              <a:t> </a:t>
            </a:r>
            <a:r>
              <a:rPr lang="en-US" dirty="0" err="1"/>
              <a:t>biểu</a:t>
            </a:r>
            <a:r>
              <a:rPr lang="en-US" dirty="0"/>
              <a:t> </a:t>
            </a:r>
          </a:p>
          <a:p>
            <a:pPr marL="0" indent="0" algn="ctr"/>
            <a:r>
              <a:rPr lang="en-US" dirty="0" err="1"/>
              <a:t>bài</a:t>
            </a:r>
            <a:r>
              <a:rPr lang="en-US" dirty="0"/>
              <a:t> </a:t>
            </a:r>
            <a:r>
              <a:rPr lang="en-US" dirty="0" err="1"/>
              <a:t>toán</a:t>
            </a:r>
            <a:endParaRPr lang="en-US" dirty="0"/>
          </a:p>
        </p:txBody>
      </p:sp>
      <p:sp>
        <p:nvSpPr>
          <p:cNvPr id="1046" name="Google Shape;1025;p30">
            <a:extLst>
              <a:ext uri="{FF2B5EF4-FFF2-40B4-BE49-F238E27FC236}">
                <a16:creationId xmlns:a16="http://schemas.microsoft.com/office/drawing/2014/main" id="{094EDEBF-1B32-6DA5-7A5C-3FF31FD78297}"/>
              </a:ext>
            </a:extLst>
          </p:cNvPr>
          <p:cNvSpPr/>
          <p:nvPr/>
        </p:nvSpPr>
        <p:spPr>
          <a:xfrm flipH="1">
            <a:off x="4290402" y="2830715"/>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9" name="Google Shape;986;p30">
            <a:extLst>
              <a:ext uri="{FF2B5EF4-FFF2-40B4-BE49-F238E27FC236}">
                <a16:creationId xmlns:a16="http://schemas.microsoft.com/office/drawing/2014/main" id="{4F9E34A8-C194-FA37-3FFE-EC13AE16E3DD}"/>
              </a:ext>
            </a:extLst>
          </p:cNvPr>
          <p:cNvSpPr txBox="1">
            <a:spLocks/>
          </p:cNvSpPr>
          <p:nvPr/>
        </p:nvSpPr>
        <p:spPr>
          <a:xfrm>
            <a:off x="3195719" y="3062462"/>
            <a:ext cx="2189364"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Phân</a:t>
            </a:r>
            <a:r>
              <a:rPr lang="en-US" dirty="0"/>
              <a:t> </a:t>
            </a:r>
            <a:r>
              <a:rPr lang="en-US" dirty="0" err="1"/>
              <a:t>tích</a:t>
            </a:r>
            <a:r>
              <a:rPr lang="en-US" dirty="0"/>
              <a:t> </a:t>
            </a:r>
            <a:r>
              <a:rPr lang="en-US" dirty="0" err="1"/>
              <a:t>lựa</a:t>
            </a:r>
            <a:r>
              <a:rPr lang="en-US" dirty="0"/>
              <a:t> </a:t>
            </a:r>
            <a:r>
              <a:rPr lang="en-US" dirty="0" err="1"/>
              <a:t>chọn</a:t>
            </a:r>
            <a:r>
              <a:rPr lang="en-US" dirty="0"/>
              <a:t>, </a:t>
            </a:r>
            <a:r>
              <a:rPr lang="en-US" dirty="0" err="1"/>
              <a:t>xây</a:t>
            </a:r>
            <a:r>
              <a:rPr lang="en-US" dirty="0"/>
              <a:t> </a:t>
            </a:r>
            <a:r>
              <a:rPr lang="en-US" dirty="0" err="1"/>
              <a:t>dựng</a:t>
            </a:r>
            <a:r>
              <a:rPr lang="en-US" dirty="0"/>
              <a:t> </a:t>
            </a:r>
            <a:r>
              <a:rPr lang="en-US" dirty="0" err="1"/>
              <a:t>thuật</a:t>
            </a:r>
            <a:r>
              <a:rPr lang="en-US" dirty="0"/>
              <a:t> </a:t>
            </a:r>
            <a:r>
              <a:rPr lang="en-US" dirty="0" err="1"/>
              <a:t>toán</a:t>
            </a:r>
            <a:endParaRPr lang="en-US" dirty="0"/>
          </a:p>
        </p:txBody>
      </p:sp>
      <p:sp>
        <p:nvSpPr>
          <p:cNvPr id="1050" name="Google Shape;1011;p30">
            <a:extLst>
              <a:ext uri="{FF2B5EF4-FFF2-40B4-BE49-F238E27FC236}">
                <a16:creationId xmlns:a16="http://schemas.microsoft.com/office/drawing/2014/main" id="{27D34426-108B-5332-08FB-A5351AE5D73E}"/>
              </a:ext>
            </a:extLst>
          </p:cNvPr>
          <p:cNvSpPr txBox="1">
            <a:spLocks/>
          </p:cNvSpPr>
          <p:nvPr/>
        </p:nvSpPr>
        <p:spPr>
          <a:xfrm flipH="1">
            <a:off x="5938058" y="2182403"/>
            <a:ext cx="900730"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04</a:t>
            </a:r>
          </a:p>
        </p:txBody>
      </p:sp>
      <p:sp>
        <p:nvSpPr>
          <p:cNvPr id="1051" name="Google Shape;1025;p30">
            <a:extLst>
              <a:ext uri="{FF2B5EF4-FFF2-40B4-BE49-F238E27FC236}">
                <a16:creationId xmlns:a16="http://schemas.microsoft.com/office/drawing/2014/main" id="{8CD73502-F18E-DC4F-88B9-90FA9D0045D5}"/>
              </a:ext>
            </a:extLst>
          </p:cNvPr>
          <p:cNvSpPr/>
          <p:nvPr/>
        </p:nvSpPr>
        <p:spPr>
          <a:xfrm flipH="1">
            <a:off x="6422746" y="2818050"/>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52" name="Google Shape;986;p30">
            <a:extLst>
              <a:ext uri="{FF2B5EF4-FFF2-40B4-BE49-F238E27FC236}">
                <a16:creationId xmlns:a16="http://schemas.microsoft.com/office/drawing/2014/main" id="{A8773934-9794-FF72-90DE-C76D6351978B}"/>
              </a:ext>
            </a:extLst>
          </p:cNvPr>
          <p:cNvSpPr txBox="1">
            <a:spLocks/>
          </p:cNvSpPr>
          <p:nvPr/>
        </p:nvSpPr>
        <p:spPr>
          <a:xfrm>
            <a:off x="5509178" y="3064687"/>
            <a:ext cx="1827135"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Kết</a:t>
            </a:r>
            <a:r>
              <a:rPr lang="en-US" dirty="0"/>
              <a:t> </a:t>
            </a:r>
            <a:r>
              <a:rPr lang="en-US" dirty="0" err="1"/>
              <a:t>quả</a:t>
            </a:r>
            <a:r>
              <a:rPr lang="en-US" dirty="0"/>
              <a:t> </a:t>
            </a:r>
            <a:r>
              <a:rPr lang="en-US" dirty="0" err="1"/>
              <a:t>thực</a:t>
            </a:r>
            <a:r>
              <a:rPr lang="en-US" dirty="0"/>
              <a:t> </a:t>
            </a:r>
            <a:r>
              <a:rPr lang="en-US" dirty="0" err="1"/>
              <a:t>hiện</a:t>
            </a:r>
            <a:r>
              <a:rPr lang="en-US" dirty="0"/>
              <a:t> </a:t>
            </a:r>
            <a:r>
              <a:rPr lang="en-US" dirty="0" err="1"/>
              <a:t>chương</a:t>
            </a:r>
            <a:r>
              <a:rPr lang="en-US" dirty="0"/>
              <a:t> </a:t>
            </a:r>
            <a:r>
              <a:rPr lang="en-US" dirty="0" err="1"/>
              <a:t>trình</a:t>
            </a:r>
            <a:endParaRPr lang="en-US" dirty="0"/>
          </a:p>
        </p:txBody>
      </p:sp>
      <p:sp>
        <p:nvSpPr>
          <p:cNvPr id="1054" name="Google Shape;1011;p30">
            <a:extLst>
              <a:ext uri="{FF2B5EF4-FFF2-40B4-BE49-F238E27FC236}">
                <a16:creationId xmlns:a16="http://schemas.microsoft.com/office/drawing/2014/main" id="{53DB717C-9C07-2CA3-790A-15801E86148D}"/>
              </a:ext>
            </a:extLst>
          </p:cNvPr>
          <p:cNvSpPr txBox="1">
            <a:spLocks/>
          </p:cNvSpPr>
          <p:nvPr/>
        </p:nvSpPr>
        <p:spPr>
          <a:xfrm flipH="1">
            <a:off x="8083239" y="2195068"/>
            <a:ext cx="900730"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05</a:t>
            </a:r>
          </a:p>
        </p:txBody>
      </p:sp>
      <p:sp>
        <p:nvSpPr>
          <p:cNvPr id="1055" name="Google Shape;986;p30">
            <a:extLst>
              <a:ext uri="{FF2B5EF4-FFF2-40B4-BE49-F238E27FC236}">
                <a16:creationId xmlns:a16="http://schemas.microsoft.com/office/drawing/2014/main" id="{C3B5F6BA-D148-DDCE-3DB8-AA8D9D59BD01}"/>
              </a:ext>
            </a:extLst>
          </p:cNvPr>
          <p:cNvSpPr txBox="1">
            <a:spLocks/>
          </p:cNvSpPr>
          <p:nvPr/>
        </p:nvSpPr>
        <p:spPr>
          <a:xfrm>
            <a:off x="7654359" y="3077352"/>
            <a:ext cx="1827135"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Đánh</a:t>
            </a:r>
            <a:r>
              <a:rPr lang="en-US" dirty="0"/>
              <a:t> </a:t>
            </a:r>
            <a:r>
              <a:rPr lang="en-US" dirty="0" err="1"/>
              <a:t>giá</a:t>
            </a:r>
            <a:r>
              <a:rPr lang="en-US" dirty="0"/>
              <a:t> </a:t>
            </a:r>
          </a:p>
          <a:p>
            <a:pPr marL="0" indent="0" algn="ctr"/>
            <a:r>
              <a:rPr lang="en-US" dirty="0" err="1"/>
              <a:t>kết</a:t>
            </a:r>
            <a:r>
              <a:rPr lang="en-US" dirty="0"/>
              <a:t> </a:t>
            </a:r>
            <a:r>
              <a:rPr lang="en-US" dirty="0" err="1"/>
              <a:t>luận</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1"/>
        <p:cNvGrpSpPr/>
        <p:nvPr/>
      </p:nvGrpSpPr>
      <p:grpSpPr>
        <a:xfrm>
          <a:off x="0" y="0"/>
          <a:ext cx="0" cy="0"/>
          <a:chOff x="0" y="0"/>
          <a:chExt cx="0" cy="0"/>
        </a:xfrm>
      </p:grpSpPr>
      <p:sp>
        <p:nvSpPr>
          <p:cNvPr id="1112" name="Google Shape;1112;p33"/>
          <p:cNvSpPr txBox="1">
            <a:spLocks noGrp="1"/>
          </p:cNvSpPr>
          <p:nvPr>
            <p:ph type="title"/>
          </p:nvPr>
        </p:nvSpPr>
        <p:spPr>
          <a:xfrm>
            <a:off x="2497384" y="1349525"/>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01</a:t>
            </a:r>
            <a:endParaRPr/>
          </a:p>
        </p:txBody>
      </p:sp>
      <p:sp>
        <p:nvSpPr>
          <p:cNvPr id="1113" name="Google Shape;1113;p33"/>
          <p:cNvSpPr txBox="1">
            <a:spLocks noGrp="1"/>
          </p:cNvSpPr>
          <p:nvPr>
            <p:ph type="title" idx="2"/>
          </p:nvPr>
        </p:nvSpPr>
        <p:spPr>
          <a:xfrm>
            <a:off x="2497134" y="2909950"/>
            <a:ext cx="3946500" cy="740075"/>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ĐẶT VẤN ĐỀ</a:t>
            </a:r>
            <a:endParaRPr dirty="0">
              <a:latin typeface="Montserrat"/>
              <a:ea typeface="Montserrat"/>
              <a:cs typeface="Montserrat"/>
              <a:sym typeface="Montserrat"/>
            </a:endParaRPr>
          </a:p>
        </p:txBody>
      </p:sp>
      <p:grpSp>
        <p:nvGrpSpPr>
          <p:cNvPr id="1115" name="Google Shape;1115;p33"/>
          <p:cNvGrpSpPr/>
          <p:nvPr/>
        </p:nvGrpSpPr>
        <p:grpSpPr>
          <a:xfrm>
            <a:off x="2871406" y="2651416"/>
            <a:ext cx="3478000" cy="192185"/>
            <a:chOff x="4788672" y="2177404"/>
            <a:chExt cx="3478000" cy="192185"/>
          </a:xfrm>
        </p:grpSpPr>
        <p:sp>
          <p:nvSpPr>
            <p:cNvPr id="1116" name="Google Shape;1116;p33"/>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p:cNvGrpSpPr/>
          <p:nvPr/>
        </p:nvGrpSpPr>
        <p:grpSpPr>
          <a:xfrm flipH="1">
            <a:off x="7834772" y="2544125"/>
            <a:ext cx="1929500" cy="2210100"/>
            <a:chOff x="295725" y="-3462825"/>
            <a:chExt cx="1929500" cy="2210100"/>
          </a:xfrm>
        </p:grpSpPr>
        <p:sp>
          <p:nvSpPr>
            <p:cNvPr id="1121" name="Google Shape;1121;p33"/>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p:cNvGrpSpPr/>
          <p:nvPr/>
        </p:nvGrpSpPr>
        <p:grpSpPr>
          <a:xfrm>
            <a:off x="1005972" y="2347838"/>
            <a:ext cx="873188" cy="546900"/>
            <a:chOff x="1115510" y="4327288"/>
            <a:chExt cx="873188" cy="546900"/>
          </a:xfrm>
        </p:grpSpPr>
        <p:sp>
          <p:nvSpPr>
            <p:cNvPr id="1147" name="Google Shape;1147;p33"/>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p:cNvGrpSpPr/>
            <p:nvPr/>
          </p:nvGrpSpPr>
          <p:grpSpPr>
            <a:xfrm flipH="1">
              <a:off x="1664772" y="4493938"/>
              <a:ext cx="323925" cy="323650"/>
              <a:chOff x="1608625" y="299800"/>
              <a:chExt cx="323925" cy="323650"/>
            </a:xfrm>
          </p:grpSpPr>
          <p:sp>
            <p:nvSpPr>
              <p:cNvPr id="1149" name="Google Shape;1149;p3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6"/>
        <p:cNvGrpSpPr/>
        <p:nvPr/>
      </p:nvGrpSpPr>
      <p:grpSpPr>
        <a:xfrm>
          <a:off x="0" y="0"/>
          <a:ext cx="0" cy="0"/>
          <a:chOff x="0" y="0"/>
          <a:chExt cx="0" cy="0"/>
        </a:xfrm>
      </p:grpSpPr>
      <p:pic>
        <p:nvPicPr>
          <p:cNvPr id="16" name="Picture 15">
            <a:extLst>
              <a:ext uri="{FF2B5EF4-FFF2-40B4-BE49-F238E27FC236}">
                <a16:creationId xmlns:a16="http://schemas.microsoft.com/office/drawing/2014/main" id="{06C0A9A5-8F61-0581-1607-EE2CD992640C}"/>
              </a:ext>
            </a:extLst>
          </p:cNvPr>
          <p:cNvPicPr>
            <a:picLocks noChangeAspect="1"/>
          </p:cNvPicPr>
          <p:nvPr/>
        </p:nvPicPr>
        <p:blipFill>
          <a:blip r:embed="rId3"/>
          <a:stretch>
            <a:fillRect/>
          </a:stretch>
        </p:blipFill>
        <p:spPr>
          <a:xfrm>
            <a:off x="156123" y="1541281"/>
            <a:ext cx="4408193" cy="2479609"/>
          </a:xfrm>
          <a:prstGeom prst="rect">
            <a:avLst/>
          </a:prstGeom>
        </p:spPr>
      </p:pic>
      <p:sp>
        <p:nvSpPr>
          <p:cNvPr id="1039" name="Google Shape;1039;p31"/>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ĐẶT VẤN ĐỀ</a:t>
            </a:r>
            <a:endParaRPr dirty="0"/>
          </a:p>
        </p:txBody>
      </p:sp>
      <p:sp>
        <p:nvSpPr>
          <p:cNvPr id="1041" name="Google Shape;1041;p31"/>
          <p:cNvSpPr txBox="1">
            <a:spLocks noGrp="1"/>
          </p:cNvSpPr>
          <p:nvPr>
            <p:ph type="subTitle" idx="2"/>
          </p:nvPr>
        </p:nvSpPr>
        <p:spPr>
          <a:xfrm>
            <a:off x="509804" y="1351663"/>
            <a:ext cx="3895804" cy="3384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a:t>Dữ liệu Raster (Ảnh Pixel)</a:t>
            </a:r>
            <a:endParaRPr dirty="0"/>
          </a:p>
        </p:txBody>
      </p:sp>
      <p:grpSp>
        <p:nvGrpSpPr>
          <p:cNvPr id="1042" name="Google Shape;1042;p31"/>
          <p:cNvGrpSpPr/>
          <p:nvPr/>
        </p:nvGrpSpPr>
        <p:grpSpPr>
          <a:xfrm>
            <a:off x="1603466" y="612293"/>
            <a:ext cx="5921700" cy="192184"/>
            <a:chOff x="902597" y="1069304"/>
            <a:chExt cx="5921700" cy="192184"/>
          </a:xfrm>
        </p:grpSpPr>
        <p:grpSp>
          <p:nvGrpSpPr>
            <p:cNvPr id="1043" name="Google Shape;1043;p31"/>
            <p:cNvGrpSpPr/>
            <p:nvPr/>
          </p:nvGrpSpPr>
          <p:grpSpPr>
            <a:xfrm>
              <a:off x="902597" y="1069304"/>
              <a:ext cx="5864700" cy="192184"/>
              <a:chOff x="2335097" y="1069304"/>
              <a:chExt cx="5864700" cy="192184"/>
            </a:xfrm>
          </p:grpSpPr>
          <p:sp>
            <p:nvSpPr>
              <p:cNvPr id="1044" name="Google Shape;1044;p3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p:cNvGrpSpPr/>
          <p:nvPr/>
        </p:nvGrpSpPr>
        <p:grpSpPr>
          <a:xfrm>
            <a:off x="6534260" y="3849310"/>
            <a:ext cx="713803" cy="706547"/>
            <a:chOff x="-4017975" y="616650"/>
            <a:chExt cx="814100" cy="805825"/>
          </a:xfrm>
        </p:grpSpPr>
        <p:sp>
          <p:nvSpPr>
            <p:cNvPr id="1057" name="Google Shape;1057;p3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p:cNvGrpSpPr/>
          <p:nvPr/>
        </p:nvGrpSpPr>
        <p:grpSpPr>
          <a:xfrm>
            <a:off x="7454804" y="3283448"/>
            <a:ext cx="1040638" cy="901375"/>
            <a:chOff x="8457538" y="810363"/>
            <a:chExt cx="1040638" cy="901375"/>
          </a:xfrm>
        </p:grpSpPr>
        <p:grpSp>
          <p:nvGrpSpPr>
            <p:cNvPr id="1062" name="Google Shape;1062;p31"/>
            <p:cNvGrpSpPr/>
            <p:nvPr/>
          </p:nvGrpSpPr>
          <p:grpSpPr>
            <a:xfrm>
              <a:off x="8781450" y="810363"/>
              <a:ext cx="716725" cy="901375"/>
              <a:chOff x="-3888525" y="-2483300"/>
              <a:chExt cx="716725" cy="901375"/>
            </a:xfrm>
          </p:grpSpPr>
          <p:sp>
            <p:nvSpPr>
              <p:cNvPr id="1063" name="Google Shape;1063;p3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p:cNvGrpSpPr/>
            <p:nvPr/>
          </p:nvGrpSpPr>
          <p:grpSpPr>
            <a:xfrm>
              <a:off x="8457538" y="1331488"/>
              <a:ext cx="323925" cy="323650"/>
              <a:chOff x="1608625" y="299800"/>
              <a:chExt cx="323925" cy="323650"/>
            </a:xfrm>
          </p:grpSpPr>
          <p:sp>
            <p:nvSpPr>
              <p:cNvPr id="1066" name="Google Shape;1066;p31"/>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97;p43">
            <a:extLst>
              <a:ext uri="{FF2B5EF4-FFF2-40B4-BE49-F238E27FC236}">
                <a16:creationId xmlns:a16="http://schemas.microsoft.com/office/drawing/2014/main" id="{98B8EB03-34AE-BB25-C24D-E4537FDD4A60}"/>
              </a:ext>
            </a:extLst>
          </p:cNvPr>
          <p:cNvSpPr txBox="1">
            <a:spLocks/>
          </p:cNvSpPr>
          <p:nvPr/>
        </p:nvSpPr>
        <p:spPr>
          <a:xfrm>
            <a:off x="1611150" y="729236"/>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Nhu </a:t>
            </a:r>
            <a:r>
              <a:rPr lang="fr-FR" dirty="0" err="1">
                <a:solidFill>
                  <a:schemeClr val="bg1"/>
                </a:solidFill>
              </a:rPr>
              <a:t>cầu</a:t>
            </a:r>
            <a:r>
              <a:rPr lang="fr-FR" dirty="0">
                <a:solidFill>
                  <a:schemeClr val="bg1"/>
                </a:solidFill>
              </a:rPr>
              <a:t> </a:t>
            </a:r>
            <a:r>
              <a:rPr lang="fr-FR" dirty="0" err="1">
                <a:solidFill>
                  <a:schemeClr val="bg1"/>
                </a:solidFill>
              </a:rPr>
              <a:t>số</a:t>
            </a:r>
            <a:r>
              <a:rPr lang="fr-FR" dirty="0">
                <a:solidFill>
                  <a:schemeClr val="bg1"/>
                </a:solidFill>
              </a:rPr>
              <a:t> </a:t>
            </a:r>
            <a:r>
              <a:rPr lang="fr-FR" dirty="0" err="1">
                <a:solidFill>
                  <a:schemeClr val="bg1"/>
                </a:solidFill>
              </a:rPr>
              <a:t>hóa</a:t>
            </a:r>
            <a:r>
              <a:rPr lang="fr-FR" dirty="0">
                <a:solidFill>
                  <a:schemeClr val="bg1"/>
                </a:solidFill>
              </a:rPr>
              <a:t> </a:t>
            </a:r>
            <a:r>
              <a:rPr lang="fr-FR" dirty="0" err="1">
                <a:solidFill>
                  <a:schemeClr val="bg1"/>
                </a:solidFill>
              </a:rPr>
              <a:t>cấu</a:t>
            </a:r>
            <a:r>
              <a:rPr lang="fr-FR" dirty="0">
                <a:solidFill>
                  <a:schemeClr val="bg1"/>
                </a:solidFill>
              </a:rPr>
              <a:t> </a:t>
            </a:r>
            <a:r>
              <a:rPr lang="fr-FR" dirty="0" err="1">
                <a:solidFill>
                  <a:schemeClr val="bg1"/>
                </a:solidFill>
              </a:rPr>
              <a:t>trúc</a:t>
            </a:r>
            <a:r>
              <a:rPr lang="fr-FR" dirty="0">
                <a:solidFill>
                  <a:schemeClr val="bg1"/>
                </a:solidFill>
              </a:rPr>
              <a:t> </a:t>
            </a:r>
            <a:r>
              <a:rPr lang="fr-FR" dirty="0" err="1">
                <a:solidFill>
                  <a:schemeClr val="bg1"/>
                </a:solidFill>
              </a:rPr>
              <a:t>Vector</a:t>
            </a:r>
            <a:endParaRPr lang="fr-FR" dirty="0">
              <a:solidFill>
                <a:schemeClr val="bg1"/>
              </a:solidFill>
            </a:endParaRPr>
          </a:p>
        </p:txBody>
      </p:sp>
      <p:sp>
        <p:nvSpPr>
          <p:cNvPr id="14" name="Rectangle: Rounded Corners 13">
            <a:extLst>
              <a:ext uri="{FF2B5EF4-FFF2-40B4-BE49-F238E27FC236}">
                <a16:creationId xmlns:a16="http://schemas.microsoft.com/office/drawing/2014/main" id="{D2FAD1AA-090F-E04E-AC82-30E14B197F7F}"/>
              </a:ext>
            </a:extLst>
          </p:cNvPr>
          <p:cNvSpPr/>
          <p:nvPr/>
        </p:nvSpPr>
        <p:spPr>
          <a:xfrm>
            <a:off x="32607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p:cNvSpPr txBox="1">
            <a:spLocks noGrp="1"/>
          </p:cNvSpPr>
          <p:nvPr>
            <p:ph type="subTitle" idx="1"/>
          </p:nvPr>
        </p:nvSpPr>
        <p:spPr>
          <a:xfrm>
            <a:off x="535625" y="3425921"/>
            <a:ext cx="3634592" cy="739806"/>
          </a:xfrm>
          <a:prstGeom prst="rect">
            <a:avLst/>
          </a:prstGeom>
        </p:spPr>
        <p:txBody>
          <a:bodyPr spcFirstLastPara="1" wrap="square" lIns="91425" tIns="0" rIns="91425" bIns="0" anchor="ctr" anchorCtr="0">
            <a:noAutofit/>
          </a:bodyPr>
          <a:lstStyle/>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Điểm</a:t>
            </a:r>
            <a:r>
              <a:rPr lang="en-US" sz="1200" dirty="0">
                <a:solidFill>
                  <a:schemeClr val="bg1"/>
                </a:solidFill>
              </a:rPr>
              <a:t> </a:t>
            </a:r>
            <a:r>
              <a:rPr lang="en-US" sz="1200" dirty="0" err="1">
                <a:solidFill>
                  <a:schemeClr val="bg1"/>
                </a:solidFill>
              </a:rPr>
              <a:t>ảnh</a:t>
            </a:r>
            <a:r>
              <a:rPr lang="en-US" sz="1200" dirty="0">
                <a:solidFill>
                  <a:schemeClr val="bg1"/>
                </a:solidFill>
              </a:rPr>
              <a:t> </a:t>
            </a:r>
            <a:r>
              <a:rPr lang="en-US" sz="1200" dirty="0" err="1">
                <a:solidFill>
                  <a:schemeClr val="bg1"/>
                </a:solidFill>
              </a:rPr>
              <a:t>rời</a:t>
            </a:r>
            <a:r>
              <a:rPr lang="en-US" sz="1200" dirty="0">
                <a:solidFill>
                  <a:schemeClr val="bg1"/>
                </a:solidFill>
              </a:rPr>
              <a:t> </a:t>
            </a:r>
            <a:r>
              <a:rPr lang="en-US" sz="1200" dirty="0" err="1">
                <a:solidFill>
                  <a:schemeClr val="bg1"/>
                </a:solidFill>
              </a:rPr>
              <a:t>rạc</a:t>
            </a:r>
            <a:r>
              <a:rPr lang="en-US" sz="1200" dirty="0">
                <a:solidFill>
                  <a:schemeClr val="bg1"/>
                </a:solidFill>
              </a:rPr>
              <a:t>, </a:t>
            </a:r>
            <a:r>
              <a:rPr lang="en-US" sz="1200" dirty="0" err="1">
                <a:solidFill>
                  <a:schemeClr val="bg1"/>
                </a:solidFill>
              </a:rPr>
              <a:t>vỡ</a:t>
            </a:r>
            <a:r>
              <a:rPr lang="en-US" sz="1200" dirty="0">
                <a:solidFill>
                  <a:schemeClr val="bg1"/>
                </a:solidFill>
              </a:rPr>
              <a:t> </a:t>
            </a:r>
            <a:r>
              <a:rPr lang="en-US" sz="1200" dirty="0" err="1">
                <a:solidFill>
                  <a:schemeClr val="bg1"/>
                </a:solidFill>
              </a:rPr>
              <a:t>hạt</a:t>
            </a:r>
            <a:r>
              <a:rPr lang="en-US" sz="1200" dirty="0">
                <a:solidFill>
                  <a:schemeClr val="bg1"/>
                </a:solidFill>
              </a:rPr>
              <a:t> </a:t>
            </a:r>
            <a:r>
              <a:rPr lang="en-US" sz="1200" dirty="0" err="1">
                <a:solidFill>
                  <a:schemeClr val="bg1"/>
                </a:solidFill>
              </a:rPr>
              <a:t>khi</a:t>
            </a:r>
            <a:r>
              <a:rPr lang="en-US" sz="1200" dirty="0">
                <a:solidFill>
                  <a:schemeClr val="bg1"/>
                </a:solidFill>
              </a:rPr>
              <a:t> </a:t>
            </a:r>
            <a:r>
              <a:rPr lang="en-US" sz="1200" dirty="0" err="1">
                <a:solidFill>
                  <a:schemeClr val="bg1"/>
                </a:solidFill>
              </a:rPr>
              <a:t>phóng</a:t>
            </a:r>
            <a:r>
              <a:rPr lang="en-US" sz="1200" dirty="0">
                <a:solidFill>
                  <a:schemeClr val="bg1"/>
                </a:solidFill>
              </a:rPr>
              <a:t> to.</a:t>
            </a:r>
          </a:p>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Tốn</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gian</a:t>
            </a:r>
            <a:r>
              <a:rPr lang="en-US" sz="1200" dirty="0">
                <a:solidFill>
                  <a:schemeClr val="bg1"/>
                </a:solidFill>
              </a:rPr>
              <a:t> </a:t>
            </a:r>
            <a:r>
              <a:rPr lang="en-US" sz="1200" dirty="0" err="1">
                <a:solidFill>
                  <a:schemeClr val="bg1"/>
                </a:solidFill>
              </a:rPr>
              <a:t>lưu</a:t>
            </a:r>
            <a:r>
              <a:rPr lang="en-US" sz="1200" dirty="0">
                <a:solidFill>
                  <a:schemeClr val="bg1"/>
                </a:solidFill>
              </a:rPr>
              <a:t> </a:t>
            </a:r>
            <a:r>
              <a:rPr lang="en-US" sz="1200" dirty="0" err="1">
                <a:solidFill>
                  <a:schemeClr val="bg1"/>
                </a:solidFill>
              </a:rPr>
              <a:t>trữ</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cần</a:t>
            </a:r>
            <a:r>
              <a:rPr lang="en-US" sz="1200" dirty="0">
                <a:solidFill>
                  <a:schemeClr val="bg1"/>
                </a:solidFill>
              </a:rPr>
              <a:t> </a:t>
            </a:r>
            <a:r>
              <a:rPr lang="en-US" sz="1200" dirty="0" err="1">
                <a:solidFill>
                  <a:schemeClr val="bg1"/>
                </a:solidFill>
              </a:rPr>
              <a:t>thiết</a:t>
            </a:r>
            <a:r>
              <a:rPr lang="en-US" sz="1200" dirty="0">
                <a:solidFill>
                  <a:schemeClr val="bg1"/>
                </a:solidFill>
              </a:rPr>
              <a:t>.</a:t>
            </a:r>
            <a:endParaRPr sz="1200" dirty="0">
              <a:solidFill>
                <a:schemeClr val="bg1"/>
              </a:solidFill>
            </a:endParaRPr>
          </a:p>
        </p:txBody>
      </p:sp>
      <p:pic>
        <p:nvPicPr>
          <p:cNvPr id="17" name="Picture 16">
            <a:extLst>
              <a:ext uri="{FF2B5EF4-FFF2-40B4-BE49-F238E27FC236}">
                <a16:creationId xmlns:a16="http://schemas.microsoft.com/office/drawing/2014/main" id="{13DEFB42-981A-802F-11A6-9825244D90AB}"/>
              </a:ext>
            </a:extLst>
          </p:cNvPr>
          <p:cNvPicPr>
            <a:picLocks noChangeAspect="1"/>
          </p:cNvPicPr>
          <p:nvPr/>
        </p:nvPicPr>
        <p:blipFill>
          <a:blip r:embed="rId4"/>
          <a:srcRect/>
          <a:stretch/>
        </p:blipFill>
        <p:spPr>
          <a:xfrm>
            <a:off x="4587503" y="1541281"/>
            <a:ext cx="4408193" cy="2479608"/>
          </a:xfrm>
          <a:prstGeom prst="rect">
            <a:avLst/>
          </a:prstGeom>
        </p:spPr>
      </p:pic>
      <p:sp>
        <p:nvSpPr>
          <p:cNvPr id="18" name="Google Shape;1041;p31">
            <a:extLst>
              <a:ext uri="{FF2B5EF4-FFF2-40B4-BE49-F238E27FC236}">
                <a16:creationId xmlns:a16="http://schemas.microsoft.com/office/drawing/2014/main" id="{C2166FB8-1B19-C38B-69FC-5EAAAA994FC8}"/>
              </a:ext>
            </a:extLst>
          </p:cNvPr>
          <p:cNvSpPr txBox="1">
            <a:spLocks/>
          </p:cNvSpPr>
          <p:nvPr/>
        </p:nvSpPr>
        <p:spPr>
          <a:xfrm>
            <a:off x="4748045" y="1351662"/>
            <a:ext cx="4088943" cy="62075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dirty="0" err="1"/>
              <a:t>Cấu</a:t>
            </a:r>
            <a:r>
              <a:rPr lang="en-US" dirty="0"/>
              <a:t> </a:t>
            </a:r>
            <a:r>
              <a:rPr lang="en-US" dirty="0" err="1"/>
              <a:t>trúc</a:t>
            </a:r>
            <a:r>
              <a:rPr lang="en-US" dirty="0"/>
              <a:t> Vector </a:t>
            </a:r>
          </a:p>
          <a:p>
            <a:pPr marL="0" indent="0" algn="ctr"/>
            <a:r>
              <a:rPr lang="en-US" dirty="0"/>
              <a:t>(</a:t>
            </a:r>
            <a:r>
              <a:rPr lang="en-US" dirty="0" err="1"/>
              <a:t>Toán</a:t>
            </a:r>
            <a:r>
              <a:rPr lang="en-US" dirty="0"/>
              <a:t> </a:t>
            </a:r>
            <a:r>
              <a:rPr lang="en-US" dirty="0" err="1"/>
              <a:t>học</a:t>
            </a:r>
            <a:r>
              <a:rPr lang="en-US" dirty="0"/>
              <a:t> B-Spline)</a:t>
            </a:r>
          </a:p>
        </p:txBody>
      </p:sp>
      <p:sp>
        <p:nvSpPr>
          <p:cNvPr id="19" name="Rectangle: Rounded Corners 18">
            <a:extLst>
              <a:ext uri="{FF2B5EF4-FFF2-40B4-BE49-F238E27FC236}">
                <a16:creationId xmlns:a16="http://schemas.microsoft.com/office/drawing/2014/main" id="{6D07F87A-7222-D1B5-50C0-D2192CAE529B}"/>
              </a:ext>
            </a:extLst>
          </p:cNvPr>
          <p:cNvSpPr/>
          <p:nvPr/>
        </p:nvSpPr>
        <p:spPr>
          <a:xfrm>
            <a:off x="475745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Google Shape;1040;p31">
            <a:extLst>
              <a:ext uri="{FF2B5EF4-FFF2-40B4-BE49-F238E27FC236}">
                <a16:creationId xmlns:a16="http://schemas.microsoft.com/office/drawing/2014/main" id="{3FB833F5-4C62-1853-ADA8-BFCA02534781}"/>
              </a:ext>
            </a:extLst>
          </p:cNvPr>
          <p:cNvSpPr txBox="1">
            <a:spLocks/>
          </p:cNvSpPr>
          <p:nvPr/>
        </p:nvSpPr>
        <p:spPr>
          <a:xfrm>
            <a:off x="4881733" y="3425921"/>
            <a:ext cx="3895804" cy="739806"/>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285750" indent="-285750">
              <a:lnSpc>
                <a:spcPct val="150000"/>
              </a:lnSpc>
              <a:buClr>
                <a:schemeClr val="bg1"/>
              </a:buClr>
              <a:buFont typeface="Arial" panose="020B0604020202020204" pitchFamily="34" charset="0"/>
              <a:buChar char="•"/>
            </a:pPr>
            <a:r>
              <a:rPr lang="en-US" sz="1200" dirty="0">
                <a:solidFill>
                  <a:schemeClr val="bg1"/>
                </a:solidFill>
              </a:rPr>
              <a:t>Bảo </a:t>
            </a:r>
            <a:r>
              <a:rPr lang="en-US" sz="1200" dirty="0" err="1">
                <a:solidFill>
                  <a:schemeClr val="bg1"/>
                </a:solidFill>
              </a:rPr>
              <a:t>toàn</a:t>
            </a:r>
            <a:r>
              <a:rPr lang="en-US" sz="1200" dirty="0">
                <a:solidFill>
                  <a:schemeClr val="bg1"/>
                </a:solidFill>
              </a:rPr>
              <a:t> </a:t>
            </a:r>
            <a:r>
              <a:rPr lang="en-US" sz="1200" dirty="0" err="1">
                <a:solidFill>
                  <a:schemeClr val="bg1"/>
                </a:solidFill>
              </a:rPr>
              <a:t>độ</a:t>
            </a:r>
            <a:r>
              <a:rPr lang="en-US" sz="1200" dirty="0">
                <a:solidFill>
                  <a:schemeClr val="bg1"/>
                </a:solidFill>
              </a:rPr>
              <a:t> </a:t>
            </a:r>
            <a:r>
              <a:rPr lang="en-US" sz="1200" dirty="0" err="1">
                <a:solidFill>
                  <a:schemeClr val="bg1"/>
                </a:solidFill>
              </a:rPr>
              <a:t>phân</a:t>
            </a:r>
            <a:r>
              <a:rPr lang="en-US" sz="1200" dirty="0">
                <a:solidFill>
                  <a:schemeClr val="bg1"/>
                </a:solidFill>
              </a:rPr>
              <a:t> </a:t>
            </a:r>
            <a:r>
              <a:rPr lang="en-US" sz="1200" dirty="0" err="1">
                <a:solidFill>
                  <a:schemeClr val="bg1"/>
                </a:solidFill>
              </a:rPr>
              <a:t>giải</a:t>
            </a:r>
            <a:r>
              <a:rPr lang="en-US" sz="1200" dirty="0">
                <a:solidFill>
                  <a:schemeClr val="bg1"/>
                </a:solidFill>
              </a:rPr>
              <a:t> </a:t>
            </a:r>
            <a:r>
              <a:rPr lang="en-US" sz="1200" dirty="0" err="1">
                <a:solidFill>
                  <a:schemeClr val="bg1"/>
                </a:solidFill>
              </a:rPr>
              <a:t>vô</a:t>
            </a:r>
            <a:r>
              <a:rPr lang="en-US" sz="1200" dirty="0">
                <a:solidFill>
                  <a:schemeClr val="bg1"/>
                </a:solidFill>
              </a:rPr>
              <a:t> </a:t>
            </a:r>
            <a:r>
              <a:rPr lang="en-US" sz="1200" dirty="0" err="1">
                <a:solidFill>
                  <a:schemeClr val="bg1"/>
                </a:solidFill>
              </a:rPr>
              <a:t>hạn</a:t>
            </a:r>
            <a:r>
              <a:rPr lang="en-US" sz="1200" dirty="0">
                <a:solidFill>
                  <a:schemeClr val="bg1"/>
                </a:solidFill>
              </a:rPr>
              <a:t>.</a:t>
            </a:r>
            <a:endParaRPr lang="vi-VN" sz="1200" dirty="0">
              <a:solidFill>
                <a:schemeClr val="bg1"/>
              </a:solidFill>
            </a:endParaRPr>
          </a:p>
          <a:p>
            <a:pPr marL="285750" indent="-285750">
              <a:lnSpc>
                <a:spcPct val="150000"/>
              </a:lnSpc>
              <a:buClr>
                <a:schemeClr val="bg1"/>
              </a:buClr>
              <a:buFont typeface="Arial" panose="020B0604020202020204" pitchFamily="34" charset="0"/>
              <a:buChar char="•"/>
            </a:pPr>
            <a:r>
              <a:rPr lang="en-US" sz="1200" dirty="0" err="1">
                <a:solidFill>
                  <a:schemeClr val="bg1"/>
                </a:solidFill>
              </a:rPr>
              <a:t>Ứng</a:t>
            </a:r>
            <a:r>
              <a:rPr lang="en-US" sz="1200" dirty="0">
                <a:solidFill>
                  <a:schemeClr val="bg1"/>
                </a:solidFill>
              </a:rPr>
              <a:t> </a:t>
            </a:r>
            <a:r>
              <a:rPr lang="en-US" sz="1200" dirty="0" err="1">
                <a:solidFill>
                  <a:schemeClr val="bg1"/>
                </a:solidFill>
              </a:rPr>
              <a:t>dụng</a:t>
            </a:r>
            <a:r>
              <a:rPr lang="en-US" sz="1200" dirty="0">
                <a:solidFill>
                  <a:schemeClr val="bg1"/>
                </a:solidFill>
              </a:rPr>
              <a:t> </a:t>
            </a:r>
            <a:r>
              <a:rPr lang="en-US" sz="1200" dirty="0" err="1">
                <a:solidFill>
                  <a:schemeClr val="bg1"/>
                </a:solidFill>
              </a:rPr>
              <a:t>trực</a:t>
            </a:r>
            <a:r>
              <a:rPr lang="en-US" sz="1200" dirty="0">
                <a:solidFill>
                  <a:schemeClr val="bg1"/>
                </a:solidFill>
              </a:rPr>
              <a:t> </a:t>
            </a:r>
            <a:r>
              <a:rPr lang="en-US" sz="1200" dirty="0" err="1">
                <a:solidFill>
                  <a:schemeClr val="bg1"/>
                </a:solidFill>
              </a:rPr>
              <a:t>tiếp</a:t>
            </a:r>
            <a:r>
              <a:rPr lang="en-US" sz="1200" dirty="0">
                <a:solidFill>
                  <a:schemeClr val="bg1"/>
                </a:solidFill>
              </a:rPr>
              <a:t> </a:t>
            </a:r>
            <a:r>
              <a:rPr lang="en-US" sz="1200" dirty="0" err="1">
                <a:solidFill>
                  <a:schemeClr val="bg1"/>
                </a:solidFill>
              </a:rPr>
              <a:t>cho</a:t>
            </a:r>
            <a:r>
              <a:rPr lang="en-US" sz="1200" dirty="0">
                <a:solidFill>
                  <a:schemeClr val="bg1"/>
                </a:solidFill>
              </a:rPr>
              <a:t> </a:t>
            </a:r>
            <a:r>
              <a:rPr lang="en-US" sz="1200" dirty="0" err="1">
                <a:solidFill>
                  <a:schemeClr val="bg1"/>
                </a:solidFill>
              </a:rPr>
              <a:t>thiết</a:t>
            </a:r>
            <a:r>
              <a:rPr lang="en-US" sz="1200" dirty="0">
                <a:solidFill>
                  <a:schemeClr val="bg1"/>
                </a:solidFill>
              </a:rPr>
              <a:t> </a:t>
            </a:r>
            <a:r>
              <a:rPr lang="en-US" sz="1200" dirty="0" err="1">
                <a:solidFill>
                  <a:schemeClr val="bg1"/>
                </a:solidFill>
              </a:rPr>
              <a:t>kế</a:t>
            </a:r>
            <a:r>
              <a:rPr lang="en-US" sz="1200" dirty="0">
                <a:solidFill>
                  <a:schemeClr val="bg1"/>
                </a:solidFill>
              </a:rPr>
              <a:t> CAD/CAM.</a:t>
            </a:r>
            <a:endParaRPr lang="vi-VN" sz="1200" dirty="0">
              <a:solidFill>
                <a:schemeClr val="bg1"/>
              </a:solidFill>
            </a:endParaRPr>
          </a:p>
        </p:txBody>
      </p:sp>
      <p:sp>
        <p:nvSpPr>
          <p:cNvPr id="21" name="Rectangle: Rounded Corners 20">
            <a:extLst>
              <a:ext uri="{FF2B5EF4-FFF2-40B4-BE49-F238E27FC236}">
                <a16:creationId xmlns:a16="http://schemas.microsoft.com/office/drawing/2014/main" id="{212655B9-5E3F-A3BA-83C9-604F95B5C63C}"/>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Google Shape;1497;p43">
            <a:extLst>
              <a:ext uri="{FF2B5EF4-FFF2-40B4-BE49-F238E27FC236}">
                <a16:creationId xmlns:a16="http://schemas.microsoft.com/office/drawing/2014/main" id="{D822D1B6-B57D-6D91-685C-C0DD8B459907}"/>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b="1" dirty="0" err="1">
                <a:solidFill>
                  <a:schemeClr val="accent6"/>
                </a:solidFill>
              </a:rPr>
              <a:t>Mục</a:t>
            </a:r>
            <a:r>
              <a:rPr lang="fr-FR" b="1" dirty="0">
                <a:solidFill>
                  <a:schemeClr val="accent6"/>
                </a:solidFill>
              </a:rPr>
              <a:t> </a:t>
            </a:r>
            <a:r>
              <a:rPr lang="fr-FR" b="1" dirty="0" err="1">
                <a:solidFill>
                  <a:schemeClr val="accent6"/>
                </a:solidFill>
              </a:rPr>
              <a:t>tiêu</a:t>
            </a:r>
            <a:r>
              <a:rPr lang="fr-FR" b="1" dirty="0">
                <a:solidFill>
                  <a:schemeClr val="accent6"/>
                </a:solidFill>
              </a:rPr>
              <a:t>: </a:t>
            </a:r>
            <a:r>
              <a:rPr lang="fr-FR" dirty="0" err="1">
                <a:solidFill>
                  <a:schemeClr val="accent6"/>
                </a:solidFill>
              </a:rPr>
              <a:t>Chuyển</a:t>
            </a:r>
            <a:r>
              <a:rPr lang="fr-FR" dirty="0">
                <a:solidFill>
                  <a:schemeClr val="accent6"/>
                </a:solidFill>
              </a:rPr>
              <a:t> </a:t>
            </a:r>
            <a:r>
              <a:rPr lang="fr-FR" dirty="0" err="1">
                <a:solidFill>
                  <a:schemeClr val="accent6"/>
                </a:solidFill>
              </a:rPr>
              <a:t>đổi</a:t>
            </a:r>
            <a:r>
              <a:rPr lang="fr-FR" dirty="0">
                <a:solidFill>
                  <a:schemeClr val="accent6"/>
                </a:solidFill>
              </a:rPr>
              <a:t> </a:t>
            </a:r>
            <a:r>
              <a:rPr lang="fr-FR" dirty="0" err="1">
                <a:solidFill>
                  <a:schemeClr val="accent6"/>
                </a:solidFill>
              </a:rPr>
              <a:t>quỹ</a:t>
            </a:r>
            <a:r>
              <a:rPr lang="fr-FR" dirty="0">
                <a:solidFill>
                  <a:schemeClr val="accent6"/>
                </a:solidFill>
              </a:rPr>
              <a:t> </a:t>
            </a:r>
            <a:r>
              <a:rPr lang="fr-FR" dirty="0" err="1">
                <a:solidFill>
                  <a:schemeClr val="accent6"/>
                </a:solidFill>
              </a:rPr>
              <a:t>đạo</a:t>
            </a:r>
            <a:r>
              <a:rPr lang="fr-FR" dirty="0">
                <a:solidFill>
                  <a:schemeClr val="accent6"/>
                </a:solidFill>
              </a:rPr>
              <a:t> </a:t>
            </a:r>
            <a:r>
              <a:rPr lang="fr-FR" dirty="0" err="1">
                <a:solidFill>
                  <a:schemeClr val="accent6"/>
                </a:solidFill>
              </a:rPr>
              <a:t>chữ</a:t>
            </a:r>
            <a:r>
              <a:rPr lang="fr-FR" dirty="0">
                <a:solidFill>
                  <a:schemeClr val="accent6"/>
                </a:solidFill>
              </a:rPr>
              <a:t> </a:t>
            </a:r>
            <a:r>
              <a:rPr lang="fr-FR" dirty="0" err="1">
                <a:solidFill>
                  <a:schemeClr val="accent6"/>
                </a:solidFill>
              </a:rPr>
              <a:t>ký</a:t>
            </a:r>
            <a:r>
              <a:rPr lang="fr-FR" dirty="0">
                <a:solidFill>
                  <a:schemeClr val="accent6"/>
                </a:solidFill>
              </a:rPr>
              <a:t> </a:t>
            </a:r>
            <a:r>
              <a:rPr lang="fr-FR" dirty="0" err="1">
                <a:solidFill>
                  <a:schemeClr val="accent6"/>
                </a:solidFill>
              </a:rPr>
              <a:t>từ</a:t>
            </a:r>
            <a:r>
              <a:rPr lang="fr-FR" dirty="0">
                <a:solidFill>
                  <a:schemeClr val="accent6"/>
                </a:solidFill>
              </a:rPr>
              <a:t> ma </a:t>
            </a:r>
            <a:r>
              <a:rPr lang="fr-FR" dirty="0" err="1">
                <a:solidFill>
                  <a:schemeClr val="accent6"/>
                </a:solidFill>
              </a:rPr>
              <a:t>trận</a:t>
            </a:r>
            <a:r>
              <a:rPr lang="fr-FR" dirty="0">
                <a:solidFill>
                  <a:schemeClr val="accent6"/>
                </a:solidFill>
              </a:rPr>
              <a:t> </a:t>
            </a:r>
            <a:r>
              <a:rPr lang="fr-FR" dirty="0" err="1">
                <a:solidFill>
                  <a:schemeClr val="accent6"/>
                </a:solidFill>
              </a:rPr>
              <a:t>điểm</a:t>
            </a:r>
            <a:r>
              <a:rPr lang="fr-FR" dirty="0">
                <a:solidFill>
                  <a:schemeClr val="accent6"/>
                </a:solidFill>
              </a:rPr>
              <a:t> </a:t>
            </a:r>
            <a:r>
              <a:rPr lang="fr-FR" dirty="0" err="1">
                <a:solidFill>
                  <a:schemeClr val="accent6"/>
                </a:solidFill>
              </a:rPr>
              <a:t>ảnh</a:t>
            </a:r>
            <a:r>
              <a:rPr lang="fr-FR" dirty="0">
                <a:solidFill>
                  <a:schemeClr val="accent6"/>
                </a:solidFill>
              </a:rPr>
              <a:t> </a:t>
            </a:r>
            <a:r>
              <a:rPr lang="fr-FR" dirty="0" err="1">
                <a:solidFill>
                  <a:schemeClr val="accent6"/>
                </a:solidFill>
              </a:rPr>
              <a:t>tĩnh</a:t>
            </a:r>
            <a:r>
              <a:rPr lang="fr-FR" dirty="0">
                <a:solidFill>
                  <a:schemeClr val="accent6"/>
                </a:solidFill>
              </a:rPr>
              <a:t> sang </a:t>
            </a:r>
            <a:r>
              <a:rPr lang="fr-FR" dirty="0" err="1">
                <a:solidFill>
                  <a:schemeClr val="accent6"/>
                </a:solidFill>
              </a:rPr>
              <a:t>cấu</a:t>
            </a:r>
            <a:r>
              <a:rPr lang="fr-FR" dirty="0">
                <a:solidFill>
                  <a:schemeClr val="accent6"/>
                </a:solidFill>
              </a:rPr>
              <a:t> </a:t>
            </a:r>
            <a:r>
              <a:rPr lang="fr-FR" dirty="0" err="1">
                <a:solidFill>
                  <a:schemeClr val="accent6"/>
                </a:solidFill>
              </a:rPr>
              <a:t>trúc</a:t>
            </a:r>
            <a:r>
              <a:rPr lang="fr-FR" dirty="0">
                <a:solidFill>
                  <a:schemeClr val="accent6"/>
                </a:solidFill>
              </a:rPr>
              <a:t> </a:t>
            </a:r>
            <a:r>
              <a:rPr lang="fr-FR" dirty="0" err="1">
                <a:solidFill>
                  <a:schemeClr val="accent6"/>
                </a:solidFill>
              </a:rPr>
              <a:t>tham</a:t>
            </a:r>
            <a:r>
              <a:rPr lang="fr-FR" dirty="0">
                <a:solidFill>
                  <a:schemeClr val="accent6"/>
                </a:solidFill>
              </a:rPr>
              <a:t> </a:t>
            </a:r>
            <a:r>
              <a:rPr lang="fr-FR" dirty="0" err="1">
                <a:solidFill>
                  <a:schemeClr val="accent6"/>
                </a:solidFill>
              </a:rPr>
              <a:t>số</a:t>
            </a:r>
            <a:r>
              <a:rPr lang="fr-FR" dirty="0">
                <a:solidFill>
                  <a:schemeClr val="accent6"/>
                </a:solidFill>
              </a:rPr>
              <a:t> B-</a:t>
            </a:r>
            <a:r>
              <a:rPr lang="fr-FR" dirty="0" err="1">
                <a:solidFill>
                  <a:schemeClr val="accent6"/>
                </a:solidFill>
              </a:rPr>
              <a:t>Spline</a:t>
            </a:r>
            <a:r>
              <a:rPr lang="fr-FR" dirty="0">
                <a:solidFill>
                  <a:schemeClr val="accent6"/>
                </a:solidFill>
              </a:rPr>
              <a:t> Non-Uniform </a:t>
            </a:r>
            <a:r>
              <a:rPr lang="fr-FR" dirty="0" err="1">
                <a:solidFill>
                  <a:schemeClr val="accent6"/>
                </a:solidFill>
              </a:rPr>
              <a:t>mượt</a:t>
            </a:r>
            <a:r>
              <a:rPr lang="fr-FR" dirty="0">
                <a:solidFill>
                  <a:schemeClr val="accent6"/>
                </a:solidFill>
              </a:rPr>
              <a:t> </a:t>
            </a:r>
            <a:r>
              <a:rPr lang="fr-FR" dirty="0" err="1">
                <a:solidFill>
                  <a:schemeClr val="accent6"/>
                </a:solidFill>
              </a:rPr>
              <a:t>mà</a:t>
            </a:r>
            <a:r>
              <a:rPr lang="fr-FR" dirty="0">
                <a:solidFill>
                  <a:schemeClr val="accent6"/>
                </a:solidFill>
              </a:rPr>
              <a:t>. </a:t>
            </a:r>
          </a:p>
        </p:txBody>
      </p:sp>
      <p:sp>
        <p:nvSpPr>
          <p:cNvPr id="23" name="Google Shape;1039;p31">
            <a:extLst>
              <a:ext uri="{FF2B5EF4-FFF2-40B4-BE49-F238E27FC236}">
                <a16:creationId xmlns:a16="http://schemas.microsoft.com/office/drawing/2014/main" id="{7D09DD21-CE10-881E-3B68-3B9BCB40E47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3C7E1234-E41A-6610-8DB4-54727242477F}"/>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27E255ED-5DE2-5367-9D57-731B6348C1D7}"/>
              </a:ext>
            </a:extLst>
          </p:cNvPr>
          <p:cNvSpPr txBox="1">
            <a:spLocks noGrp="1"/>
          </p:cNvSpPr>
          <p:nvPr>
            <p:ph type="title"/>
          </p:nvPr>
        </p:nvSpPr>
        <p:spPr>
          <a:xfrm>
            <a:off x="2497384" y="1048337"/>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02</a:t>
            </a:r>
            <a:endParaRPr dirty="0"/>
          </a:p>
        </p:txBody>
      </p:sp>
      <p:sp>
        <p:nvSpPr>
          <p:cNvPr id="1113" name="Google Shape;1113;p33">
            <a:extLst>
              <a:ext uri="{FF2B5EF4-FFF2-40B4-BE49-F238E27FC236}">
                <a16:creationId xmlns:a16="http://schemas.microsoft.com/office/drawing/2014/main" id="{632B6907-D8F2-2F59-EE77-59BEB340E025}"/>
              </a:ext>
            </a:extLst>
          </p:cNvPr>
          <p:cNvSpPr txBox="1">
            <a:spLocks noGrp="1"/>
          </p:cNvSpPr>
          <p:nvPr>
            <p:ph type="title" idx="2"/>
          </p:nvPr>
        </p:nvSpPr>
        <p:spPr>
          <a:xfrm>
            <a:off x="2497134" y="2608762"/>
            <a:ext cx="3946500" cy="740075"/>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PHÁT BIỂU BÀI TOÁN</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CBFED538-CE32-DB59-1821-F88D5D54E97B}"/>
              </a:ext>
            </a:extLst>
          </p:cNvPr>
          <p:cNvGrpSpPr/>
          <p:nvPr/>
        </p:nvGrpSpPr>
        <p:grpSpPr>
          <a:xfrm>
            <a:off x="2871406" y="2350228"/>
            <a:ext cx="3478000" cy="192185"/>
            <a:chOff x="4788672" y="2177404"/>
            <a:chExt cx="3478000" cy="192185"/>
          </a:xfrm>
        </p:grpSpPr>
        <p:sp>
          <p:nvSpPr>
            <p:cNvPr id="1116" name="Google Shape;1116;p33">
              <a:extLst>
                <a:ext uri="{FF2B5EF4-FFF2-40B4-BE49-F238E27FC236}">
                  <a16:creationId xmlns:a16="http://schemas.microsoft.com/office/drawing/2014/main" id="{80AF0D71-6CD9-A08D-B332-5F1CF2BB201F}"/>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D619D62A-C487-89C5-6A06-0A57BD2FAB24}"/>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756E573D-576C-0EC4-5F59-381B45C08FCF}"/>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1270A4F1-139C-2B63-456F-BA9C0C0211FE}"/>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A4A9119D-72D8-491A-A662-0254603F3AA8}"/>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6AE5C238-088E-140F-9671-EC37A0BE66B2}"/>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2FD9558A-BB9F-9269-94AC-8950F077F1DD}"/>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FBCF4109-2188-0599-BCFD-D9EA45B0A26C}"/>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187048EA-6D11-62DC-9715-5DE49CCDF6DF}"/>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857643E2-7AA0-FF11-D773-2E456E1687AA}"/>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7E775DAA-E32E-EFA0-8EC4-4C7D77FC2B08}"/>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6D137C3E-21F6-9330-A71E-9401DF338388}"/>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0FC74BB5-DC00-6877-C4DB-2877987F78E4}"/>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C6555F40-F320-60F6-7D4E-831C99A87E27}"/>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E04BE4D9-3569-3264-D1DE-2967BB8CC79A}"/>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0414B425-E4E3-C871-6F23-E8065F76CA7A}"/>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2E302A03-8215-2B1E-BFFF-49B36D621A0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DF0D61B2-EB96-5298-B116-AC3F6C6072F0}"/>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B235E1B0-D956-8A44-FD8A-B8843BA6CC28}"/>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7AC13EAB-3CE3-9585-914C-3C9217583EBE}"/>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EA7DDF4A-82B3-5F45-4FB2-E9F3ACDB6782}"/>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F6E6559A-EF44-8CD9-C4AD-6823F08C7B3D}"/>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73598CAA-60AB-39A2-81EE-7E682690F5B6}"/>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7E5B8695-C00C-045D-A3CC-139C28C36062}"/>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2AE01F8E-EAA8-B2BF-5ABB-2462D5F8B75F}"/>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3301B29A-D6E6-738E-67D7-E0D6D1A66B6B}"/>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416DF5EF-7A6B-1698-5B87-F064AE07D751}"/>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36E4D553-F907-E7AB-1398-EB660CAA9502}"/>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2BDD7A47-53CF-E4B4-67CF-EF16283F2CBA}"/>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44F5BB0F-D061-DBFE-49DC-A14C11A984A3}"/>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CC6D5B6D-5EF2-853D-D826-668EC03A89B2}"/>
              </a:ext>
            </a:extLst>
          </p:cNvPr>
          <p:cNvGrpSpPr/>
          <p:nvPr/>
        </p:nvGrpSpPr>
        <p:grpSpPr>
          <a:xfrm>
            <a:off x="1005972" y="2347838"/>
            <a:ext cx="873188" cy="546900"/>
            <a:chOff x="1115510" y="4327288"/>
            <a:chExt cx="873188" cy="546900"/>
          </a:xfrm>
        </p:grpSpPr>
        <p:sp>
          <p:nvSpPr>
            <p:cNvPr id="1147" name="Google Shape;1147;p33">
              <a:extLst>
                <a:ext uri="{FF2B5EF4-FFF2-40B4-BE49-F238E27FC236}">
                  <a16:creationId xmlns:a16="http://schemas.microsoft.com/office/drawing/2014/main" id="{10551FAD-F8F9-D1F2-4B35-F315E787EF8D}"/>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E4B6EEDA-8D16-18C6-AF3E-9AE29460384E}"/>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587967EA-453A-901A-E44A-131F8846184F}"/>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FDE5BCC8-F883-4453-D60B-121C35B858F1}"/>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CFC5502E-7613-4C32-4B81-15E33CF2EDCC}"/>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224029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F202B36A-2DA8-B7E6-06D8-7A1D27BDD97A}"/>
            </a:ext>
          </a:extLst>
        </p:cNvPr>
        <p:cNvGrpSpPr/>
        <p:nvPr/>
      </p:nvGrpSpPr>
      <p:grpSpPr>
        <a:xfrm>
          <a:off x="0" y="0"/>
          <a:ext cx="0" cy="0"/>
          <a:chOff x="0" y="0"/>
          <a:chExt cx="0" cy="0"/>
        </a:xfrm>
      </p:grpSpPr>
      <p:pic>
        <p:nvPicPr>
          <p:cNvPr id="25" name="Picture 24">
            <a:extLst>
              <a:ext uri="{FF2B5EF4-FFF2-40B4-BE49-F238E27FC236}">
                <a16:creationId xmlns:a16="http://schemas.microsoft.com/office/drawing/2014/main" id="{F86972EF-14A4-9B26-913F-3FF4AB444BCA}"/>
              </a:ext>
            </a:extLst>
          </p:cNvPr>
          <p:cNvPicPr>
            <a:picLocks noChangeAspect="1"/>
          </p:cNvPicPr>
          <p:nvPr/>
        </p:nvPicPr>
        <p:blipFill>
          <a:blip r:embed="rId3"/>
          <a:srcRect/>
          <a:stretch/>
        </p:blipFill>
        <p:spPr>
          <a:xfrm>
            <a:off x="2357170" y="1462351"/>
            <a:ext cx="4408192" cy="2479608"/>
          </a:xfrm>
          <a:prstGeom prst="rect">
            <a:avLst/>
          </a:prstGeom>
        </p:spPr>
      </p:pic>
      <p:pic>
        <p:nvPicPr>
          <p:cNvPr id="16" name="Picture 15">
            <a:extLst>
              <a:ext uri="{FF2B5EF4-FFF2-40B4-BE49-F238E27FC236}">
                <a16:creationId xmlns:a16="http://schemas.microsoft.com/office/drawing/2014/main" id="{ED3EEF30-8F66-61BB-9CD2-D1B559741034}"/>
              </a:ext>
            </a:extLst>
          </p:cNvPr>
          <p:cNvPicPr>
            <a:picLocks noChangeAspect="1"/>
          </p:cNvPicPr>
          <p:nvPr/>
        </p:nvPicPr>
        <p:blipFill>
          <a:blip r:embed="rId4"/>
          <a:srcRect/>
          <a:stretch/>
        </p:blipFill>
        <p:spPr>
          <a:xfrm>
            <a:off x="-689498" y="1535314"/>
            <a:ext cx="4408193" cy="2479608"/>
          </a:xfrm>
          <a:prstGeom prst="rect">
            <a:avLst/>
          </a:prstGeom>
        </p:spPr>
      </p:pic>
      <p:sp>
        <p:nvSpPr>
          <p:cNvPr id="1039" name="Google Shape;1039;p31">
            <a:extLst>
              <a:ext uri="{FF2B5EF4-FFF2-40B4-BE49-F238E27FC236}">
                <a16:creationId xmlns:a16="http://schemas.microsoft.com/office/drawing/2014/main" id="{3574CBC3-91BC-0D1F-A3E8-EBCE2CE1382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PHÁT BIỂU BÀI TOÁN</a:t>
            </a:r>
            <a:endParaRPr dirty="0"/>
          </a:p>
        </p:txBody>
      </p:sp>
      <p:grpSp>
        <p:nvGrpSpPr>
          <p:cNvPr id="1042" name="Google Shape;1042;p31">
            <a:extLst>
              <a:ext uri="{FF2B5EF4-FFF2-40B4-BE49-F238E27FC236}">
                <a16:creationId xmlns:a16="http://schemas.microsoft.com/office/drawing/2014/main" id="{22E3D3C8-5597-118E-3884-CF7D28491C0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8F636B78-8241-7016-4655-293CD54DC13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6D0CC2C-25E9-451C-B7CF-6F4A384AE366}"/>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A2957DE2-327D-EF22-5DC7-FB3F30F33DA2}"/>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7A44CCFC-0407-DA4B-84C8-6C009ED9465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593299BA-4FAD-E1A1-6382-388566D477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1168AEB-6D91-5180-907F-C3A2F904984B}"/>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Ba </a:t>
            </a:r>
            <a:r>
              <a:rPr lang="fr-FR" dirty="0" err="1">
                <a:solidFill>
                  <a:schemeClr val="bg1"/>
                </a:solidFill>
              </a:rPr>
              <a:t>thách</a:t>
            </a:r>
            <a:r>
              <a:rPr lang="fr-FR" dirty="0">
                <a:solidFill>
                  <a:schemeClr val="bg1"/>
                </a:solidFill>
              </a:rPr>
              <a:t> </a:t>
            </a:r>
            <a:r>
              <a:rPr lang="fr-FR" dirty="0" err="1">
                <a:solidFill>
                  <a:schemeClr val="bg1"/>
                </a:solidFill>
              </a:rPr>
              <a:t>thức</a:t>
            </a:r>
            <a:r>
              <a:rPr lang="fr-FR" dirty="0">
                <a:solidFill>
                  <a:schemeClr val="bg1"/>
                </a:solidFill>
              </a:rPr>
              <a:t> </a:t>
            </a:r>
            <a:r>
              <a:rPr lang="fr-FR" dirty="0" err="1">
                <a:solidFill>
                  <a:schemeClr val="bg1"/>
                </a:solidFill>
              </a:rPr>
              <a:t>kỹ</a:t>
            </a:r>
            <a:r>
              <a:rPr lang="fr-FR" dirty="0">
                <a:solidFill>
                  <a:schemeClr val="bg1"/>
                </a:solidFill>
              </a:rPr>
              <a:t> </a:t>
            </a:r>
            <a:r>
              <a:rPr lang="fr-FR" dirty="0" err="1">
                <a:solidFill>
                  <a:schemeClr val="bg1"/>
                </a:solidFill>
              </a:rPr>
              <a:t>thuật</a:t>
            </a:r>
            <a:r>
              <a:rPr lang="fr-FR" dirty="0">
                <a:solidFill>
                  <a:schemeClr val="bg1"/>
                </a:solidFill>
              </a:rPr>
              <a:t> </a:t>
            </a:r>
            <a:r>
              <a:rPr lang="fr-FR" dirty="0" err="1">
                <a:solidFill>
                  <a:schemeClr val="bg1"/>
                </a:solidFill>
              </a:rPr>
              <a:t>cốt</a:t>
            </a:r>
            <a:r>
              <a:rPr lang="fr-FR" dirty="0">
                <a:solidFill>
                  <a:schemeClr val="bg1"/>
                </a:solidFill>
              </a:rPr>
              <a:t> </a:t>
            </a:r>
            <a:r>
              <a:rPr lang="fr-FR" dirty="0" err="1">
                <a:solidFill>
                  <a:schemeClr val="bg1"/>
                </a:solidFill>
              </a:rPr>
              <a:t>lõi</a:t>
            </a:r>
            <a:endParaRPr lang="fr-FR" dirty="0">
              <a:solidFill>
                <a:schemeClr val="bg1"/>
              </a:solidFill>
            </a:endParaRPr>
          </a:p>
        </p:txBody>
      </p:sp>
      <p:sp>
        <p:nvSpPr>
          <p:cNvPr id="14" name="Rectangle: Rounded Corners 13">
            <a:extLst>
              <a:ext uri="{FF2B5EF4-FFF2-40B4-BE49-F238E27FC236}">
                <a16:creationId xmlns:a16="http://schemas.microsoft.com/office/drawing/2014/main" id="{0012BC2C-26EF-596F-5F19-8EEC9B80D3AB}"/>
              </a:ext>
            </a:extLst>
          </p:cNvPr>
          <p:cNvSpPr/>
          <p:nvPr/>
        </p:nvSpPr>
        <p:spPr>
          <a:xfrm>
            <a:off x="103238" y="1289738"/>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AD35B4F5-7D27-9391-2B53-029427BD9499}"/>
              </a:ext>
            </a:extLst>
          </p:cNvPr>
          <p:cNvSpPr txBox="1">
            <a:spLocks noGrp="1"/>
          </p:cNvSpPr>
          <p:nvPr>
            <p:ph type="subTitle" idx="1"/>
          </p:nvPr>
        </p:nvSpPr>
        <p:spPr>
          <a:xfrm>
            <a:off x="93213" y="3614515"/>
            <a:ext cx="2863906" cy="1047029"/>
          </a:xfrm>
          <a:prstGeom prst="rect">
            <a:avLst/>
          </a:prstGeom>
        </p:spPr>
        <p:txBody>
          <a:bodyPr spcFirstLastPara="1" wrap="square" lIns="91425" tIns="0" rIns="91425" bIns="0" anchor="ctr" anchorCtr="0">
            <a:noAutofit/>
          </a:bodyPr>
          <a:lstStyle/>
          <a:p>
            <a:pPr marL="0" lvl="0" indent="0" algn="ctr">
              <a:lnSpc>
                <a:spcPct val="150000"/>
              </a:lnSpc>
              <a:buClr>
                <a:schemeClr val="bg1"/>
              </a:buClr>
            </a:pPr>
            <a:r>
              <a:rPr lang="en-US" sz="1400" dirty="0" err="1"/>
              <a:t>Ảnh</a:t>
            </a:r>
            <a:r>
              <a:rPr lang="en-US" sz="1400" dirty="0"/>
              <a:t> scan </a:t>
            </a:r>
            <a:r>
              <a:rPr lang="en-US" sz="1400" dirty="0" err="1"/>
              <a:t>có</a:t>
            </a:r>
            <a:r>
              <a:rPr lang="en-US" sz="1400" dirty="0"/>
              <a:t> </a:t>
            </a:r>
            <a:r>
              <a:rPr lang="en-US" sz="1400" dirty="0" err="1"/>
              <a:t>độ</a:t>
            </a:r>
            <a:r>
              <a:rPr lang="en-US" sz="1400" dirty="0"/>
              <a:t> </a:t>
            </a:r>
            <a:r>
              <a:rPr lang="en-US" sz="1400" dirty="0" err="1"/>
              <a:t>sáng</a:t>
            </a:r>
            <a:r>
              <a:rPr lang="en-US" sz="1400" dirty="0"/>
              <a:t> </a:t>
            </a:r>
            <a:r>
              <a:rPr lang="en-US" sz="1400" dirty="0" err="1"/>
              <a:t>không</a:t>
            </a:r>
            <a:r>
              <a:rPr lang="en-US" sz="1400" dirty="0"/>
              <a:t> </a:t>
            </a:r>
            <a:r>
              <a:rPr lang="en-US" sz="1400" dirty="0" err="1"/>
              <a:t>đều</a:t>
            </a:r>
            <a:r>
              <a:rPr lang="en-US" sz="1400" dirty="0"/>
              <a:t>, </a:t>
            </a:r>
            <a:r>
              <a:rPr lang="en-US" sz="1400" dirty="0" err="1"/>
              <a:t>độ</a:t>
            </a:r>
            <a:r>
              <a:rPr lang="en-US" sz="1400" dirty="0"/>
              <a:t> </a:t>
            </a:r>
            <a:r>
              <a:rPr lang="en-US" sz="1400" dirty="0" err="1"/>
              <a:t>dày</a:t>
            </a:r>
            <a:r>
              <a:rPr lang="en-US" sz="1400" dirty="0"/>
              <a:t> </a:t>
            </a:r>
            <a:r>
              <a:rPr lang="en-US" sz="1400" dirty="0" err="1"/>
              <a:t>nét</a:t>
            </a:r>
            <a:r>
              <a:rPr lang="en-US" sz="1400" dirty="0"/>
              <a:t> </a:t>
            </a:r>
            <a:r>
              <a:rPr lang="en-US" sz="1400" dirty="0" err="1"/>
              <a:t>bút</a:t>
            </a:r>
            <a:r>
              <a:rPr lang="en-US" sz="1400" dirty="0"/>
              <a:t> dao </a:t>
            </a:r>
            <a:r>
              <a:rPr lang="en-US" sz="1400" dirty="0" err="1"/>
              <a:t>động</a:t>
            </a:r>
            <a:r>
              <a:rPr lang="en-US" sz="1400" dirty="0"/>
              <a:t>. </a:t>
            </a:r>
            <a:r>
              <a:rPr lang="en-US" sz="1400" dirty="0" err="1"/>
              <a:t>Yêu</a:t>
            </a:r>
            <a:r>
              <a:rPr lang="en-US" sz="1400" dirty="0"/>
              <a:t> </a:t>
            </a:r>
            <a:r>
              <a:rPr lang="en-US" sz="1400" dirty="0" err="1"/>
              <a:t>cầu</a:t>
            </a:r>
            <a:r>
              <a:rPr lang="en-US" sz="1400" dirty="0"/>
              <a:t> </a:t>
            </a:r>
            <a:r>
              <a:rPr lang="en-US" sz="1400" dirty="0" err="1"/>
              <a:t>đưa</a:t>
            </a:r>
            <a:r>
              <a:rPr lang="en-US" sz="1400" dirty="0"/>
              <a:t> </a:t>
            </a:r>
            <a:r>
              <a:rPr lang="en-US" sz="1400" dirty="0" err="1"/>
              <a:t>về</a:t>
            </a:r>
            <a:r>
              <a:rPr lang="en-US" sz="1400" dirty="0"/>
              <a:t> </a:t>
            </a:r>
            <a:r>
              <a:rPr lang="en-US" sz="1400" dirty="0" err="1"/>
              <a:t>dạng</a:t>
            </a:r>
            <a:r>
              <a:rPr lang="en-US" sz="1400" dirty="0"/>
              <a:t> </a:t>
            </a:r>
            <a:r>
              <a:rPr lang="en-US" sz="1400" dirty="0" err="1"/>
              <a:t>khung</a:t>
            </a:r>
            <a:r>
              <a:rPr lang="en-US" sz="1400" dirty="0"/>
              <a:t> </a:t>
            </a:r>
            <a:r>
              <a:rPr lang="en-US" sz="1400" dirty="0" err="1"/>
              <a:t>xương</a:t>
            </a:r>
            <a:r>
              <a:rPr lang="en-US" sz="1400" dirty="0"/>
              <a:t> </a:t>
            </a:r>
            <a:r>
              <a:rPr lang="en-US" sz="1400" dirty="0" err="1"/>
              <a:t>đúng</a:t>
            </a:r>
            <a:r>
              <a:rPr lang="en-US" sz="1400" dirty="0"/>
              <a:t> 1 pixel.</a:t>
            </a:r>
            <a:endParaRPr sz="1400" dirty="0">
              <a:solidFill>
                <a:schemeClr val="bg1"/>
              </a:solidFill>
            </a:endParaRPr>
          </a:p>
        </p:txBody>
      </p:sp>
      <p:sp>
        <p:nvSpPr>
          <p:cNvPr id="23" name="Google Shape;1039;p31">
            <a:extLst>
              <a:ext uri="{FF2B5EF4-FFF2-40B4-BE49-F238E27FC236}">
                <a16:creationId xmlns:a16="http://schemas.microsoft.com/office/drawing/2014/main" id="{E49149C7-A500-F17D-AA12-4A73218A2238}"/>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02</a:t>
            </a:r>
          </a:p>
        </p:txBody>
      </p:sp>
      <p:sp>
        <p:nvSpPr>
          <p:cNvPr id="2" name="Rectangle: Rounded Corners 1">
            <a:extLst>
              <a:ext uri="{FF2B5EF4-FFF2-40B4-BE49-F238E27FC236}">
                <a16:creationId xmlns:a16="http://schemas.microsoft.com/office/drawing/2014/main" id="{777C2AD8-C24C-25C3-6993-1DD369786774}"/>
              </a:ext>
            </a:extLst>
          </p:cNvPr>
          <p:cNvSpPr/>
          <p:nvPr/>
        </p:nvSpPr>
        <p:spPr>
          <a:xfrm>
            <a:off x="232398" y="1390052"/>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05F9B2BA-2BBA-EC0C-1E72-3AC3559F2F91}"/>
              </a:ext>
            </a:extLst>
          </p:cNvPr>
          <p:cNvSpPr txBox="1">
            <a:spLocks noGrp="1"/>
          </p:cNvSpPr>
          <p:nvPr>
            <p:ph type="subTitle" idx="2"/>
          </p:nvPr>
        </p:nvSpPr>
        <p:spPr>
          <a:xfrm>
            <a:off x="232398" y="1389795"/>
            <a:ext cx="2610507" cy="568672"/>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sz="1650" dirty="0">
                <a:solidFill>
                  <a:schemeClr val="accent6"/>
                </a:solidFill>
              </a:rPr>
              <a:t>Nhiễu &amp; Hình thái</a:t>
            </a:r>
            <a:endParaRPr sz="1650" dirty="0">
              <a:solidFill>
                <a:schemeClr val="accent6"/>
              </a:solidFill>
            </a:endParaRPr>
          </a:p>
        </p:txBody>
      </p:sp>
      <p:sp>
        <p:nvSpPr>
          <p:cNvPr id="8" name="Rectangle: Rounded Corners 7">
            <a:extLst>
              <a:ext uri="{FF2B5EF4-FFF2-40B4-BE49-F238E27FC236}">
                <a16:creationId xmlns:a16="http://schemas.microsoft.com/office/drawing/2014/main" id="{73B9B763-697C-7459-21E0-7EC298F58EC7}"/>
              </a:ext>
            </a:extLst>
          </p:cNvPr>
          <p:cNvSpPr/>
          <p:nvPr/>
        </p:nvSpPr>
        <p:spPr>
          <a:xfrm>
            <a:off x="3126853" y="1272794"/>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76BAD51C-FD64-B50E-CF9F-4236138FA9AC}"/>
              </a:ext>
            </a:extLst>
          </p:cNvPr>
          <p:cNvSpPr txBox="1">
            <a:spLocks/>
          </p:cNvSpPr>
          <p:nvPr/>
        </p:nvSpPr>
        <p:spPr>
          <a:xfrm>
            <a:off x="3116828" y="3597571"/>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Hiện</a:t>
            </a:r>
            <a:r>
              <a:rPr lang="en-US" sz="1400" dirty="0"/>
              <a:t> </a:t>
            </a:r>
            <a:r>
              <a:rPr lang="en-US" sz="1400" dirty="0" err="1"/>
              <a:t>tượng</a:t>
            </a:r>
            <a:r>
              <a:rPr lang="en-US" sz="1400" dirty="0"/>
              <a:t> </a:t>
            </a:r>
            <a:r>
              <a:rPr lang="en-US" sz="1400" dirty="0" err="1"/>
              <a:t>nhảy</a:t>
            </a:r>
            <a:r>
              <a:rPr lang="en-US" sz="1400" dirty="0"/>
              <a:t> </a:t>
            </a:r>
            <a:r>
              <a:rPr lang="en-US" sz="1400" dirty="0" err="1"/>
              <a:t>nét</a:t>
            </a:r>
            <a:r>
              <a:rPr lang="en-US" sz="1400" dirty="0"/>
              <a:t> (track jumping) </a:t>
            </a:r>
            <a:r>
              <a:rPr lang="en-US" sz="1400" dirty="0" err="1"/>
              <a:t>hoặc</a:t>
            </a:r>
            <a:r>
              <a:rPr lang="en-US" sz="1400" dirty="0"/>
              <a:t> </a:t>
            </a:r>
            <a:r>
              <a:rPr lang="en-US" sz="1400" dirty="0" err="1"/>
              <a:t>kẹt</a:t>
            </a:r>
            <a:r>
              <a:rPr lang="en-US" sz="1400" dirty="0"/>
              <a:t> </a:t>
            </a:r>
            <a:r>
              <a:rPr lang="en-US" sz="1400" dirty="0" err="1"/>
              <a:t>vòng</a:t>
            </a:r>
            <a:r>
              <a:rPr lang="en-US" sz="1400" dirty="0"/>
              <a:t> </a:t>
            </a:r>
            <a:r>
              <a:rPr lang="en-US" sz="1400" dirty="0" err="1"/>
              <a:t>lặp</a:t>
            </a:r>
            <a:r>
              <a:rPr lang="en-US" sz="1400" dirty="0"/>
              <a:t> </a:t>
            </a:r>
            <a:r>
              <a:rPr lang="en-US" sz="1400" dirty="0" err="1"/>
              <a:t>tại</a:t>
            </a:r>
            <a:r>
              <a:rPr lang="en-US" sz="1400" dirty="0"/>
              <a:t> </a:t>
            </a:r>
            <a:r>
              <a:rPr lang="en-US" sz="1400" dirty="0" err="1"/>
              <a:t>các</a:t>
            </a:r>
            <a:r>
              <a:rPr lang="en-US" sz="1400" dirty="0"/>
              <a:t> </a:t>
            </a:r>
            <a:r>
              <a:rPr lang="en-US" sz="1400" dirty="0" err="1"/>
              <a:t>giao</a:t>
            </a:r>
            <a:r>
              <a:rPr lang="en-US" sz="1400" dirty="0"/>
              <a:t> </a:t>
            </a:r>
            <a:r>
              <a:rPr lang="en-US" sz="1400" dirty="0" err="1"/>
              <a:t>điểm</a:t>
            </a:r>
            <a:r>
              <a:rPr lang="en-US" sz="1400" dirty="0"/>
              <a:t> </a:t>
            </a:r>
            <a:r>
              <a:rPr lang="en-US" sz="1400" dirty="0" err="1"/>
              <a:t>đan</a:t>
            </a:r>
            <a:r>
              <a:rPr lang="en-US" sz="1400" dirty="0"/>
              <a:t> </a:t>
            </a:r>
            <a:r>
              <a:rPr lang="en-US" sz="1400" dirty="0" err="1"/>
              <a:t>chéo</a:t>
            </a:r>
            <a:r>
              <a:rPr lang="en-US" sz="1400" dirty="0"/>
              <a:t> </a:t>
            </a:r>
            <a:r>
              <a:rPr lang="en-US" sz="1400" dirty="0" err="1"/>
              <a:t>của</a:t>
            </a:r>
            <a:r>
              <a:rPr lang="en-US" sz="1400" dirty="0"/>
              <a:t> </a:t>
            </a:r>
            <a:r>
              <a:rPr lang="en-US" sz="1400" dirty="0" err="1"/>
              <a:t>nét</a:t>
            </a:r>
            <a:r>
              <a:rPr lang="en-US" sz="1400" dirty="0"/>
              <a:t> </a:t>
            </a:r>
            <a:r>
              <a:rPr lang="en-US" sz="1400" dirty="0" err="1"/>
              <a:t>móc</a:t>
            </a:r>
            <a:r>
              <a:rPr lang="en-US" sz="1400" dirty="0"/>
              <a:t>.</a:t>
            </a:r>
            <a:endParaRPr lang="vi-VN" sz="1400" dirty="0">
              <a:solidFill>
                <a:schemeClr val="bg1"/>
              </a:solidFill>
            </a:endParaRPr>
          </a:p>
        </p:txBody>
      </p:sp>
      <p:sp>
        <p:nvSpPr>
          <p:cNvPr id="10" name="Rectangle: Rounded Corners 9">
            <a:extLst>
              <a:ext uri="{FF2B5EF4-FFF2-40B4-BE49-F238E27FC236}">
                <a16:creationId xmlns:a16="http://schemas.microsoft.com/office/drawing/2014/main" id="{D80A1B4C-5341-CA60-C135-404170F693BF}"/>
              </a:ext>
            </a:extLst>
          </p:cNvPr>
          <p:cNvSpPr/>
          <p:nvPr/>
        </p:nvSpPr>
        <p:spPr>
          <a:xfrm>
            <a:off x="3256013" y="1373108"/>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1;p31">
            <a:extLst>
              <a:ext uri="{FF2B5EF4-FFF2-40B4-BE49-F238E27FC236}">
                <a16:creationId xmlns:a16="http://schemas.microsoft.com/office/drawing/2014/main" id="{3F7216D3-64D6-1E92-A9A8-33D53FDFDB07}"/>
              </a:ext>
            </a:extLst>
          </p:cNvPr>
          <p:cNvSpPr txBox="1">
            <a:spLocks/>
          </p:cNvSpPr>
          <p:nvPr/>
        </p:nvSpPr>
        <p:spPr>
          <a:xfrm>
            <a:off x="3256013" y="1372851"/>
            <a:ext cx="2610507"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Mất</a:t>
            </a:r>
            <a:r>
              <a:rPr lang="en-US" sz="1650" dirty="0">
                <a:solidFill>
                  <a:schemeClr val="accent6"/>
                </a:solidFill>
              </a:rPr>
              <a:t> </a:t>
            </a:r>
            <a:r>
              <a:rPr lang="en-US" sz="1650" dirty="0" err="1">
                <a:solidFill>
                  <a:schemeClr val="accent6"/>
                </a:solidFill>
              </a:rPr>
              <a:t>kết</a:t>
            </a:r>
            <a:r>
              <a:rPr lang="en-US" sz="1650" dirty="0">
                <a:solidFill>
                  <a:schemeClr val="accent6"/>
                </a:solidFill>
              </a:rPr>
              <a:t> </a:t>
            </a:r>
            <a:r>
              <a:rPr lang="en-US" sz="1650" dirty="0" err="1">
                <a:solidFill>
                  <a:schemeClr val="accent6"/>
                </a:solidFill>
              </a:rPr>
              <a:t>nối</a:t>
            </a:r>
            <a:r>
              <a:rPr lang="en-US" sz="1650" dirty="0">
                <a:solidFill>
                  <a:schemeClr val="accent6"/>
                </a:solidFill>
              </a:rPr>
              <a:t> Topology</a:t>
            </a:r>
          </a:p>
        </p:txBody>
      </p:sp>
      <p:sp>
        <p:nvSpPr>
          <p:cNvPr id="12" name="Rectangle: Rounded Corners 11">
            <a:extLst>
              <a:ext uri="{FF2B5EF4-FFF2-40B4-BE49-F238E27FC236}">
                <a16:creationId xmlns:a16="http://schemas.microsoft.com/office/drawing/2014/main" id="{D28E5C38-7AE7-6E18-DA22-7190DDFCDE15}"/>
              </a:ext>
            </a:extLst>
          </p:cNvPr>
          <p:cNvSpPr/>
          <p:nvPr/>
        </p:nvSpPr>
        <p:spPr>
          <a:xfrm>
            <a:off x="6145546" y="1274270"/>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Google Shape;1040;p31">
            <a:extLst>
              <a:ext uri="{FF2B5EF4-FFF2-40B4-BE49-F238E27FC236}">
                <a16:creationId xmlns:a16="http://schemas.microsoft.com/office/drawing/2014/main" id="{5104D149-5305-6F49-F61C-6FEA388F3B9B}"/>
              </a:ext>
            </a:extLst>
          </p:cNvPr>
          <p:cNvSpPr txBox="1">
            <a:spLocks/>
          </p:cNvSpPr>
          <p:nvPr/>
        </p:nvSpPr>
        <p:spPr>
          <a:xfrm>
            <a:off x="6135521" y="3599047"/>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Ép</a:t>
            </a:r>
            <a:r>
              <a:rPr lang="en-US" sz="1400" dirty="0"/>
              <a:t> </a:t>
            </a:r>
            <a:r>
              <a:rPr lang="en-US" sz="1400" dirty="0" err="1"/>
              <a:t>đường</a:t>
            </a:r>
            <a:r>
              <a:rPr lang="en-US" sz="1400" dirty="0"/>
              <a:t> B-Spline </a:t>
            </a:r>
            <a:r>
              <a:rPr lang="en-US" sz="1400" dirty="0" err="1"/>
              <a:t>đi</a:t>
            </a:r>
            <a:r>
              <a:rPr lang="en-US" sz="1400" dirty="0"/>
              <a:t> qua </a:t>
            </a:r>
            <a:r>
              <a:rPr lang="en-US" sz="1400" dirty="0" err="1"/>
              <a:t>hàng</a:t>
            </a:r>
            <a:r>
              <a:rPr lang="en-US" sz="1400" dirty="0"/>
              <a:t> </a:t>
            </a:r>
            <a:r>
              <a:rPr lang="en-US" sz="1400" dirty="0" err="1"/>
              <a:t>ngàn</a:t>
            </a:r>
            <a:r>
              <a:rPr lang="en-US" sz="1400" dirty="0"/>
              <a:t> pixel </a:t>
            </a:r>
            <a:r>
              <a:rPr lang="en-US" sz="1400" dirty="0" err="1"/>
              <a:t>sẽ</a:t>
            </a:r>
            <a:r>
              <a:rPr lang="en-US" sz="1400" dirty="0"/>
              <a:t> </a:t>
            </a:r>
            <a:r>
              <a:rPr lang="en-US" sz="1400" dirty="0" err="1"/>
              <a:t>gây</a:t>
            </a:r>
            <a:r>
              <a:rPr lang="en-US" sz="1400" dirty="0"/>
              <a:t> </a:t>
            </a:r>
            <a:r>
              <a:rPr lang="en-US" sz="1400" dirty="0" err="1"/>
              <a:t>ra</a:t>
            </a:r>
            <a:r>
              <a:rPr lang="en-US" sz="1400" dirty="0"/>
              <a:t> </a:t>
            </a:r>
            <a:r>
              <a:rPr lang="en-US" sz="1400" dirty="0" err="1"/>
              <a:t>hiện</a:t>
            </a:r>
            <a:r>
              <a:rPr lang="en-US" sz="1400" dirty="0"/>
              <a:t> </a:t>
            </a:r>
            <a:r>
              <a:rPr lang="en-US" sz="1400" dirty="0" err="1"/>
              <a:t>tượng</a:t>
            </a:r>
            <a:r>
              <a:rPr lang="en-US" sz="1400" dirty="0"/>
              <a:t> </a:t>
            </a:r>
            <a:r>
              <a:rPr lang="en-US" sz="1400" dirty="0" err="1"/>
              <a:t>gấp</a:t>
            </a:r>
            <a:r>
              <a:rPr lang="en-US" sz="1400" dirty="0"/>
              <a:t> </a:t>
            </a:r>
            <a:r>
              <a:rPr lang="en-US" sz="1400" dirty="0" err="1"/>
              <a:t>khúc</a:t>
            </a:r>
            <a:r>
              <a:rPr lang="en-US" sz="1400" dirty="0"/>
              <a:t> li </a:t>
            </a:r>
            <a:r>
              <a:rPr lang="en-US" sz="1400" dirty="0" err="1"/>
              <a:t>ti</a:t>
            </a:r>
            <a:r>
              <a:rPr lang="en-US" sz="1400" dirty="0"/>
              <a:t>, </a:t>
            </a:r>
            <a:r>
              <a:rPr lang="en-US" sz="1400" dirty="0" err="1"/>
              <a:t>mất</a:t>
            </a:r>
            <a:r>
              <a:rPr lang="en-US" sz="1400" dirty="0"/>
              <a:t> </a:t>
            </a:r>
            <a:r>
              <a:rPr lang="en-US" sz="1400" dirty="0" err="1"/>
              <a:t>độ</a:t>
            </a:r>
            <a:r>
              <a:rPr lang="en-US" sz="1400" dirty="0"/>
              <a:t> </a:t>
            </a:r>
            <a:r>
              <a:rPr lang="en-US" sz="1400" dirty="0" err="1"/>
              <a:t>trơn</a:t>
            </a:r>
            <a:r>
              <a:rPr lang="en-US" sz="1400" dirty="0"/>
              <a:t> </a:t>
            </a:r>
            <a:r>
              <a:rPr lang="en-US" sz="1400" dirty="0" err="1"/>
              <a:t>láng</a:t>
            </a:r>
            <a:r>
              <a:rPr lang="en-US" sz="1400" dirty="0"/>
              <a:t>.</a:t>
            </a:r>
            <a:endParaRPr lang="vi-VN" sz="1400" dirty="0">
              <a:solidFill>
                <a:schemeClr val="bg1"/>
              </a:solidFill>
            </a:endParaRPr>
          </a:p>
        </p:txBody>
      </p:sp>
      <p:sp>
        <p:nvSpPr>
          <p:cNvPr id="15" name="Rectangle: Rounded Corners 14">
            <a:extLst>
              <a:ext uri="{FF2B5EF4-FFF2-40B4-BE49-F238E27FC236}">
                <a16:creationId xmlns:a16="http://schemas.microsoft.com/office/drawing/2014/main" id="{382ECF31-57A7-22D9-97A7-F5D8D9E659EF}"/>
              </a:ext>
            </a:extLst>
          </p:cNvPr>
          <p:cNvSpPr/>
          <p:nvPr/>
        </p:nvSpPr>
        <p:spPr>
          <a:xfrm>
            <a:off x="6274706" y="1374584"/>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Google Shape;1041;p31">
            <a:extLst>
              <a:ext uri="{FF2B5EF4-FFF2-40B4-BE49-F238E27FC236}">
                <a16:creationId xmlns:a16="http://schemas.microsoft.com/office/drawing/2014/main" id="{53143502-3872-B5EE-C566-D6757DD2934A}"/>
              </a:ext>
            </a:extLst>
          </p:cNvPr>
          <p:cNvSpPr txBox="1">
            <a:spLocks/>
          </p:cNvSpPr>
          <p:nvPr/>
        </p:nvSpPr>
        <p:spPr>
          <a:xfrm>
            <a:off x="6145546" y="1374327"/>
            <a:ext cx="2853881"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Quá</a:t>
            </a:r>
            <a:r>
              <a:rPr lang="en-US" sz="1650" dirty="0">
                <a:solidFill>
                  <a:schemeClr val="accent6"/>
                </a:solidFill>
              </a:rPr>
              <a:t> </a:t>
            </a:r>
            <a:r>
              <a:rPr lang="en-US" sz="1650" dirty="0" err="1">
                <a:solidFill>
                  <a:schemeClr val="accent6"/>
                </a:solidFill>
              </a:rPr>
              <a:t>khớp</a:t>
            </a:r>
            <a:r>
              <a:rPr lang="en-US" sz="1650" dirty="0">
                <a:solidFill>
                  <a:schemeClr val="accent6"/>
                </a:solidFill>
              </a:rPr>
              <a:t> (Overfitting)</a:t>
            </a:r>
          </a:p>
        </p:txBody>
      </p:sp>
      <p:pic>
        <p:nvPicPr>
          <p:cNvPr id="26" name="Picture 25">
            <a:extLst>
              <a:ext uri="{FF2B5EF4-FFF2-40B4-BE49-F238E27FC236}">
                <a16:creationId xmlns:a16="http://schemas.microsoft.com/office/drawing/2014/main" id="{74339BFB-A888-25F0-E0F5-90C63F095E5D}"/>
              </a:ext>
            </a:extLst>
          </p:cNvPr>
          <p:cNvPicPr>
            <a:picLocks noChangeAspect="1"/>
          </p:cNvPicPr>
          <p:nvPr/>
        </p:nvPicPr>
        <p:blipFill>
          <a:blip r:embed="rId5"/>
          <a:srcRect/>
          <a:stretch/>
        </p:blipFill>
        <p:spPr>
          <a:xfrm>
            <a:off x="5375863" y="1462351"/>
            <a:ext cx="4408192" cy="2479607"/>
          </a:xfrm>
          <a:prstGeom prst="rect">
            <a:avLst/>
          </a:prstGeom>
        </p:spPr>
      </p:pic>
    </p:spTree>
    <p:extLst>
      <p:ext uri="{BB962C8B-B14F-4D97-AF65-F5344CB8AC3E}">
        <p14:creationId xmlns:p14="http://schemas.microsoft.com/office/powerpoint/2010/main" val="15761836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67B062CD-6B65-6157-560C-DC8B2D54DFD1}"/>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D6A5D1EF-E449-CBB4-758D-09C7D91F7A42}"/>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sp>
        <p:nvSpPr>
          <p:cNvPr id="1113" name="Google Shape;1113;p33">
            <a:extLst>
              <a:ext uri="{FF2B5EF4-FFF2-40B4-BE49-F238E27FC236}">
                <a16:creationId xmlns:a16="http://schemas.microsoft.com/office/drawing/2014/main" id="{4CD4F7BF-D429-6E68-C348-DD9C941A98B2}"/>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PHÂN TÍCH LỰA CHỌN, XÂY DỰNG THUẬT TOÁN</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770EC5D1-D79E-6022-9401-6B7A833AC366}"/>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12FC0F9B-3215-9E0C-56CD-EBA915427C7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7D6B24CE-B4CC-4D8E-024C-7CB08B6F9F18}"/>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062B9C64-26FC-ADE5-EB70-6C401EA0B796}"/>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A347C8A7-7D24-634A-8790-8CEF79FFBB63}"/>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C8194741-1A15-FF40-8F73-7C49BB4FE838}"/>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39330F61-CC86-33FF-C412-E8EE165265EE}"/>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B765B82-69CF-05B0-AF03-E43DB9F671AF}"/>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2AC78143-FD6F-DF5A-728E-12FA19AE2A0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DD54DAD9-ED32-D054-217D-24AED23754A8}"/>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0A707F1C-9EA3-12D8-2983-4DD3B9AD9BA6}"/>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5D3FA165-A96B-1225-6A10-0AD0255FA77C}"/>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98737D5A-FC76-C5BA-E7BE-643261FDD831}"/>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43581B12-CD46-BAE6-FB3C-CC62A6AA2292}"/>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94AA5324-BDA4-BB43-8D77-695A6E36968A}"/>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0B453D1C-27AB-6870-CC3F-78FD9ABF305F}"/>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DE16C743-1ECD-20FC-D6D2-55B4D9CB641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7083D85B-068E-9D8A-4F19-231AAAAF7CB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6677F485-1C33-88B0-E142-3E452861F3F1}"/>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B9A732D9-6400-7565-E683-260EB72BFA51}"/>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D051E93E-8B9E-8B2C-C831-61480FCE01C6}"/>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C1C16F-41A4-9198-5ECD-A2328A6589E6}"/>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EDB24995-D681-E82B-FEBF-ED392938CED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06D03736-FF4E-2F34-185B-E63E3E7A29E6}"/>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92EE2E8E-A5C7-AEEC-8CC4-C23A18207F9C}"/>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1383F727-926E-88A3-43B2-7B1FE9686C24}"/>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7FDB354D-33AA-C16E-2EBA-EF653DDD8C34}"/>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7FEC89-ABD1-B454-5B7F-499A5981F2CA}"/>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2B7C32B2-12A8-8F54-8E29-25B1DC6E0F49}"/>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B5A4B22C-3275-6BE6-B2FF-0A11D1AED36D}"/>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1E7F2F6C-6251-4DFC-0693-0FE258136219}"/>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E3ED00DD-549A-535F-3C34-D223D0A0C72D}"/>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D0A01A8C-83CB-1374-887D-2E84D84E8775}"/>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7E3C8FE5-1657-6189-1FF6-1EC006D22468}"/>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910C28B2-3E1F-FBEB-2DD9-7AC8A67897D0}"/>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7DE97E96-FE83-CF79-D94C-09BD87963F39}"/>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D54D37A8-F4EB-AAD9-27C4-C56676C22322}"/>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965838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36"/>
          <p:cNvSpPr txBox="1">
            <a:spLocks noGrp="1"/>
          </p:cNvSpPr>
          <p:nvPr>
            <p:ph type="title"/>
          </p:nvPr>
        </p:nvSpPr>
        <p:spPr>
          <a:xfrm>
            <a:off x="789416" y="227484"/>
            <a:ext cx="7578300" cy="495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PHÂN TÍCH LỰA CHỌN</a:t>
            </a:r>
            <a:endParaRPr dirty="0"/>
          </a:p>
        </p:txBody>
      </p:sp>
      <p:graphicFrame>
        <p:nvGraphicFramePr>
          <p:cNvPr id="1253" name="Google Shape;1253;p36"/>
          <p:cNvGraphicFramePr/>
          <p:nvPr>
            <p:extLst>
              <p:ext uri="{D42A27DB-BD31-4B8C-83A1-F6EECF244321}">
                <p14:modId xmlns:p14="http://schemas.microsoft.com/office/powerpoint/2010/main" val="3984107762"/>
              </p:ext>
            </p:extLst>
          </p:nvPr>
        </p:nvGraphicFramePr>
        <p:xfrm>
          <a:off x="782900" y="1202438"/>
          <a:ext cx="7578200" cy="2922215"/>
        </p:xfrm>
        <a:graphic>
          <a:graphicData uri="http://schemas.openxmlformats.org/drawingml/2006/table">
            <a:tbl>
              <a:tblPr>
                <a:noFill/>
                <a:tableStyleId>{7AEFDC93-782D-4E4C-A218-EDA5358B997B}</a:tableStyleId>
              </a:tblPr>
              <a:tblGrid>
                <a:gridCol w="2037140">
                  <a:extLst>
                    <a:ext uri="{9D8B030D-6E8A-4147-A177-3AD203B41FA5}">
                      <a16:colId xmlns:a16="http://schemas.microsoft.com/office/drawing/2014/main" val="20000"/>
                    </a:ext>
                  </a:extLst>
                </a:gridCol>
                <a:gridCol w="960505">
                  <a:extLst>
                    <a:ext uri="{9D8B030D-6E8A-4147-A177-3AD203B41FA5}">
                      <a16:colId xmlns:a16="http://schemas.microsoft.com/office/drawing/2014/main" val="20001"/>
                    </a:ext>
                  </a:extLst>
                </a:gridCol>
                <a:gridCol w="1367758">
                  <a:extLst>
                    <a:ext uri="{9D8B030D-6E8A-4147-A177-3AD203B41FA5}">
                      <a16:colId xmlns:a16="http://schemas.microsoft.com/office/drawing/2014/main" val="20002"/>
                    </a:ext>
                  </a:extLst>
                </a:gridCol>
                <a:gridCol w="1313969">
                  <a:extLst>
                    <a:ext uri="{9D8B030D-6E8A-4147-A177-3AD203B41FA5}">
                      <a16:colId xmlns:a16="http://schemas.microsoft.com/office/drawing/2014/main" val="20003"/>
                    </a:ext>
                  </a:extLst>
                </a:gridCol>
                <a:gridCol w="1898828">
                  <a:extLst>
                    <a:ext uri="{9D8B030D-6E8A-4147-A177-3AD203B41FA5}">
                      <a16:colId xmlns:a16="http://schemas.microsoft.com/office/drawing/2014/main" val="2709395016"/>
                    </a:ext>
                  </a:extLst>
                </a:gridCol>
              </a:tblGrid>
              <a:tr h="499175">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Giải</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pháp</a:t>
                      </a:r>
                      <a:endParaRPr lang="en-US" sz="1200" b="1" dirty="0">
                        <a:solidFill>
                          <a:schemeClr val="accent6">
                            <a:lumMod val="95000"/>
                          </a:schemeClr>
                        </a:solidFill>
                        <a:latin typeface="Montserrat"/>
                        <a:ea typeface="Montserrat"/>
                        <a:cs typeface="Montserrat"/>
                        <a:sym typeface="Montserrat"/>
                      </a:endParaRPr>
                    </a:p>
                  </a:txBody>
                  <a:tcPr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Tự</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động</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hóa</a:t>
                      </a:r>
                      <a:endParaRPr lang="en-US" sz="1200" b="1" dirty="0">
                        <a:solidFill>
                          <a:schemeClr val="accent6">
                            <a:lumMod val="95000"/>
                          </a:schemeClr>
                        </a:solidFill>
                        <a:latin typeface="Montserrat"/>
                        <a:ea typeface="Montserrat"/>
                        <a:cs typeface="Montserrat"/>
                        <a:sym typeface="Montserrat"/>
                      </a:endParaRPr>
                    </a:p>
                  </a:txBody>
                  <a:tcPr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quá khớp</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nhảy nét</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Xuất</a:t>
                      </a:r>
                      <a:r>
                        <a:rPr lang="en-US" sz="1200" b="1" dirty="0">
                          <a:solidFill>
                            <a:schemeClr val="accent6">
                              <a:lumMod val="95000"/>
                            </a:schemeClr>
                          </a:solidFill>
                          <a:latin typeface="Montserrat"/>
                          <a:ea typeface="Montserrat"/>
                          <a:cs typeface="Montserrat"/>
                          <a:sym typeface="Montserrat"/>
                        </a:rPr>
                        <a:t> file .</a:t>
                      </a:r>
                      <a:r>
                        <a:rPr lang="en-US" sz="1200" b="1" dirty="0" err="1">
                          <a:solidFill>
                            <a:schemeClr val="accent6">
                              <a:lumMod val="95000"/>
                            </a:schemeClr>
                          </a:solidFill>
                          <a:latin typeface="Montserrat"/>
                          <a:ea typeface="Montserrat"/>
                          <a:cs typeface="Montserrat"/>
                          <a:sym typeface="Montserrat"/>
                        </a:rPr>
                        <a:t>dat</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chuẩn</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Phần mềm thương mại (Adobe)</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can </a:t>
                      </a:r>
                      <a:r>
                        <a:rPr lang="en-US" sz="1200" dirty="0" err="1">
                          <a:solidFill>
                            <a:schemeClr val="lt1"/>
                          </a:solidFill>
                          <a:latin typeface="Montserrat"/>
                          <a:ea typeface="Montserrat"/>
                          <a:cs typeface="Montserrat"/>
                          <a:sym typeface="Montserrat"/>
                        </a:rPr>
                        <a:t>thiệp</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được</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toán</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học</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Hàm nội suy Python (Scipy)</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Dễ bám nhiễu</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hỗ</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trợ</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Nearest Neighbor Cơ bản</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Cảnh báo</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Kẹt vòng lặp ngã tư</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56385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err="1">
                          <a:solidFill>
                            <a:schemeClr val="lt1"/>
                          </a:solidFill>
                          <a:latin typeface="Montserrat"/>
                          <a:ea typeface="Montserrat"/>
                          <a:cs typeface="Montserrat"/>
                          <a:sym typeface="Montserrat"/>
                        </a:rPr>
                        <a:t>Giải</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pháp</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đề</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xuất</a:t>
                      </a:r>
                      <a:r>
                        <a:rPr lang="en-US" sz="1200" b="1" dirty="0">
                          <a:solidFill>
                            <a:schemeClr val="lt1"/>
                          </a:solidFill>
                          <a:latin typeface="Montserrat"/>
                          <a:ea typeface="Montserrat"/>
                          <a:cs typeface="Montserrat"/>
                          <a:sym typeface="Montserrat"/>
                        </a:rPr>
                        <a:t> (From-Scratch)</a:t>
                      </a:r>
                      <a:endParaRPr lang="vi-VN" sz="1200" b="1" dirty="0">
                        <a:solidFill>
                          <a:schemeClr val="lt1"/>
                        </a:solidFill>
                        <a:latin typeface="Montserrat"/>
                        <a:ea typeface="Montserrat"/>
                        <a:cs typeface="Montserrat"/>
                        <a:sym typeface="Montserrat"/>
                      </a:endParaRPr>
                    </a:p>
                    <a:p>
                      <a:pPr marL="0" lvl="0" indent="0" algn="ctr" rtl="0">
                        <a:spcBef>
                          <a:spcPts val="0"/>
                        </a:spcBef>
                        <a:spcAft>
                          <a:spcPts val="0"/>
                        </a:spcAft>
                        <a:buNone/>
                      </a:pP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extLst>
                  <a:ext uri="{0D108BD9-81ED-4DB2-BD59-A6C34878D82A}">
                    <a16:rowId xmlns:a16="http://schemas.microsoft.com/office/drawing/2014/main" val="3315174757"/>
                  </a:ext>
                </a:extLst>
              </a:tr>
            </a:tbl>
          </a:graphicData>
        </a:graphic>
      </p:graphicFrame>
      <p:grpSp>
        <p:nvGrpSpPr>
          <p:cNvPr id="1254" name="Google Shape;1254;p36"/>
          <p:cNvGrpSpPr/>
          <p:nvPr/>
        </p:nvGrpSpPr>
        <p:grpSpPr>
          <a:xfrm>
            <a:off x="811050" y="635345"/>
            <a:ext cx="7521900" cy="192184"/>
            <a:chOff x="369197" y="1069304"/>
            <a:chExt cx="7521900" cy="192184"/>
          </a:xfrm>
        </p:grpSpPr>
        <p:grpSp>
          <p:nvGrpSpPr>
            <p:cNvPr id="1255" name="Google Shape;1255;p36"/>
            <p:cNvGrpSpPr/>
            <p:nvPr/>
          </p:nvGrpSpPr>
          <p:grpSpPr>
            <a:xfrm>
              <a:off x="369197" y="1069304"/>
              <a:ext cx="7464900" cy="192184"/>
              <a:chOff x="1801697" y="1069304"/>
              <a:chExt cx="7464900" cy="192184"/>
            </a:xfrm>
          </p:grpSpPr>
          <p:sp>
            <p:nvSpPr>
              <p:cNvPr id="1256" name="Google Shape;1256;p36"/>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7" name="Google Shape;1257;p36"/>
              <p:cNvCxnSpPr>
                <a:stCxn id="1258" idx="6"/>
                <a:endCxn id="1259" idx="2"/>
              </p:cNvCxnSpPr>
              <p:nvPr/>
            </p:nvCxnSpPr>
            <p:spPr>
              <a:xfrm rot="10800000">
                <a:off x="1858697" y="1164492"/>
                <a:ext cx="7407900" cy="900"/>
              </a:xfrm>
              <a:prstGeom prst="straightConnector1">
                <a:avLst/>
              </a:prstGeom>
              <a:noFill/>
              <a:ln w="9525" cap="flat" cmpd="sng">
                <a:solidFill>
                  <a:schemeClr val="lt1"/>
                </a:solidFill>
                <a:prstDash val="solid"/>
                <a:round/>
                <a:headEnd type="none" w="med" len="med"/>
                <a:tailEnd type="none" w="med" len="med"/>
              </a:ln>
            </p:spPr>
          </p:cxnSp>
          <p:sp>
            <p:nvSpPr>
              <p:cNvPr id="1259" name="Google Shape;1259;p36"/>
              <p:cNvSpPr/>
              <p:nvPr/>
            </p:nvSpPr>
            <p:spPr>
              <a:xfrm flipH="1">
                <a:off x="1801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8" name="Google Shape;1258;p36"/>
            <p:cNvSpPr/>
            <p:nvPr/>
          </p:nvSpPr>
          <p:spPr>
            <a:xfrm flipH="1">
              <a:off x="78340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2869B929-C354-C8AA-BB53-775E598FAEB4}"/>
              </a:ext>
            </a:extLst>
          </p:cNvPr>
          <p:cNvSpPr txBox="1">
            <a:spLocks/>
          </p:cNvSpPr>
          <p:nvPr/>
        </p:nvSpPr>
        <p:spPr>
          <a:xfrm>
            <a:off x="261133" y="14602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3" name="Google Shape;1497;p43">
            <a:extLst>
              <a:ext uri="{FF2B5EF4-FFF2-40B4-BE49-F238E27FC236}">
                <a16:creationId xmlns:a16="http://schemas.microsoft.com/office/drawing/2014/main" id="{F806ECFC-6B24-7C49-2F7F-FE8B332BAC5B}"/>
              </a:ext>
            </a:extLst>
          </p:cNvPr>
          <p:cNvSpPr txBox="1">
            <a:spLocks/>
          </p:cNvSpPr>
          <p:nvPr/>
        </p:nvSpPr>
        <p:spPr>
          <a:xfrm>
            <a:off x="1617716" y="72890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err="1">
                <a:solidFill>
                  <a:schemeClr val="bg1"/>
                </a:solidFill>
              </a:rPr>
              <a:t>Đánh</a:t>
            </a:r>
            <a:r>
              <a:rPr lang="fr-FR" dirty="0">
                <a:solidFill>
                  <a:schemeClr val="bg1"/>
                </a:solidFill>
              </a:rPr>
              <a:t> </a:t>
            </a:r>
            <a:r>
              <a:rPr lang="fr-FR" dirty="0" err="1">
                <a:solidFill>
                  <a:schemeClr val="bg1"/>
                </a:solidFill>
              </a:rPr>
              <a:t>giá</a:t>
            </a:r>
            <a:r>
              <a:rPr lang="fr-FR" dirty="0">
                <a:solidFill>
                  <a:schemeClr val="bg1"/>
                </a:solidFill>
              </a:rPr>
              <a:t> </a:t>
            </a:r>
            <a:r>
              <a:rPr lang="fr-FR" dirty="0" err="1">
                <a:solidFill>
                  <a:schemeClr val="bg1"/>
                </a:solidFill>
              </a:rPr>
              <a:t>các</a:t>
            </a:r>
            <a:r>
              <a:rPr lang="fr-FR" dirty="0">
                <a:solidFill>
                  <a:schemeClr val="bg1"/>
                </a:solidFill>
              </a:rPr>
              <a:t> </a:t>
            </a:r>
            <a:r>
              <a:rPr lang="fr-FR" dirty="0" err="1">
                <a:solidFill>
                  <a:schemeClr val="bg1"/>
                </a:solidFill>
              </a:rPr>
              <a:t>giải</a:t>
            </a:r>
            <a:r>
              <a:rPr lang="fr-FR" dirty="0">
                <a:solidFill>
                  <a:schemeClr val="bg1"/>
                </a:solidFill>
              </a:rPr>
              <a:t> </a:t>
            </a:r>
            <a:r>
              <a:rPr lang="fr-FR" dirty="0" err="1">
                <a:solidFill>
                  <a:schemeClr val="bg1"/>
                </a:solidFill>
              </a:rPr>
              <a:t>pháp</a:t>
            </a:r>
            <a:endParaRPr lang="fr-FR" dirty="0">
              <a:solidFill>
                <a:schemeClr val="bg1"/>
              </a:solidFill>
            </a:endParaRPr>
          </a:p>
        </p:txBody>
      </p:sp>
      <p:sp>
        <p:nvSpPr>
          <p:cNvPr id="4" name="Rectangle: Rounded Corners 3">
            <a:extLst>
              <a:ext uri="{FF2B5EF4-FFF2-40B4-BE49-F238E27FC236}">
                <a16:creationId xmlns:a16="http://schemas.microsoft.com/office/drawing/2014/main" id="{BFAF35CE-CF0F-4299-7A60-33FD07CEA2E5}"/>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497;p43">
            <a:extLst>
              <a:ext uri="{FF2B5EF4-FFF2-40B4-BE49-F238E27FC236}">
                <a16:creationId xmlns:a16="http://schemas.microsoft.com/office/drawing/2014/main" id="{5EC022F1-C87F-FB6C-E6F3-262CE55CB92D}"/>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b="1" dirty="0">
                <a:solidFill>
                  <a:schemeClr val="accent6"/>
                </a:solidFill>
              </a:rPr>
              <a:t>Lựa chọn: </a:t>
            </a:r>
            <a:r>
              <a:rPr lang="vi-VN" dirty="0">
                <a:solidFill>
                  <a:schemeClr val="accent6"/>
                </a:solidFill>
              </a:rPr>
              <a:t>Tự xây dựng thuật toán DFS nhận thức hướng kết hợp xấp xỉ bình phương tối thiểu (LST) làm mịn từ gốc.</a:t>
            </a:r>
            <a:endParaRPr lang="fr-FR" dirty="0">
              <a:solidFill>
                <a:schemeClr val="accent6"/>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pic>
        <p:nvPicPr>
          <p:cNvPr id="1326" name="Picture 1325">
            <a:extLst>
              <a:ext uri="{FF2B5EF4-FFF2-40B4-BE49-F238E27FC236}">
                <a16:creationId xmlns:a16="http://schemas.microsoft.com/office/drawing/2014/main" id="{CF94D1CA-2459-986E-B237-C28233ACF1A0}"/>
              </a:ext>
            </a:extLst>
          </p:cNvPr>
          <p:cNvPicPr>
            <a:picLocks noChangeAspect="1"/>
          </p:cNvPicPr>
          <p:nvPr/>
        </p:nvPicPr>
        <p:blipFill>
          <a:blip r:embed="rId3"/>
          <a:stretch>
            <a:fillRect/>
          </a:stretch>
        </p:blipFill>
        <p:spPr>
          <a:xfrm>
            <a:off x="69157" y="-507146"/>
            <a:ext cx="9144000" cy="5143500"/>
          </a:xfrm>
          <a:prstGeom prst="rect">
            <a:avLst/>
          </a:prstGeom>
        </p:spPr>
      </p:pic>
      <p:sp>
        <p:nvSpPr>
          <p:cNvPr id="1343" name="Google Shape;1343;p39"/>
          <p:cNvSpPr txBox="1">
            <a:spLocks noGrp="1"/>
          </p:cNvSpPr>
          <p:nvPr>
            <p:ph type="title"/>
          </p:nvPr>
        </p:nvSpPr>
        <p:spPr>
          <a:xfrm>
            <a:off x="1197788" y="17262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p:cNvGrpSpPr/>
          <p:nvPr/>
        </p:nvGrpSpPr>
        <p:grpSpPr>
          <a:xfrm>
            <a:off x="1518942" y="650215"/>
            <a:ext cx="5921700" cy="192184"/>
            <a:chOff x="902597" y="1069304"/>
            <a:chExt cx="5921700" cy="192184"/>
          </a:xfrm>
        </p:grpSpPr>
        <p:grpSp>
          <p:nvGrpSpPr>
            <p:cNvPr id="1345" name="Google Shape;1345;p39"/>
            <p:cNvGrpSpPr/>
            <p:nvPr/>
          </p:nvGrpSpPr>
          <p:grpSpPr>
            <a:xfrm>
              <a:off x="902597" y="1069304"/>
              <a:ext cx="5864700" cy="192184"/>
              <a:chOff x="2335097" y="1069304"/>
              <a:chExt cx="5864700" cy="192184"/>
            </a:xfrm>
          </p:grpSpPr>
          <p:sp>
            <p:nvSpPr>
              <p:cNvPr id="1346" name="Google Shape;1346;p39"/>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71C4EEE5-22FB-4A2E-AFAA-067DBA70E5C9}"/>
              </a:ext>
            </a:extLst>
          </p:cNvPr>
          <p:cNvSpPr txBox="1">
            <a:spLocks/>
          </p:cNvSpPr>
          <p:nvPr/>
        </p:nvSpPr>
        <p:spPr>
          <a:xfrm>
            <a:off x="911312" y="16585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BD9E7B9C-F58A-7FC2-F448-35D41A57F165}"/>
              </a:ext>
            </a:extLst>
          </p:cNvPr>
          <p:cNvSpPr/>
          <p:nvPr/>
        </p:nvSpPr>
        <p:spPr>
          <a:xfrm>
            <a:off x="535958" y="3345638"/>
            <a:ext cx="4844028"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E99B9757-0531-A413-9325-E23B3FE8C640}"/>
              </a:ext>
            </a:extLst>
          </p:cNvPr>
          <p:cNvSpPr txBox="1">
            <a:spLocks/>
          </p:cNvSpPr>
          <p:nvPr/>
        </p:nvSpPr>
        <p:spPr>
          <a:xfrm>
            <a:off x="535958" y="3424935"/>
            <a:ext cx="5300646" cy="29089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Giải</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pháp</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duyệt</a:t>
            </a:r>
            <a:r>
              <a:rPr lang="en-US" sz="1800" b="1" dirty="0">
                <a:solidFill>
                  <a:schemeClr val="bg1"/>
                </a:solidFill>
                <a:latin typeface="Montserrat" panose="00000500000000000000" pitchFamily="2" charset="0"/>
              </a:rPr>
              <a:t> DFS </a:t>
            </a:r>
            <a:r>
              <a:rPr lang="en-US" sz="1800" b="1" dirty="0" err="1">
                <a:solidFill>
                  <a:schemeClr val="bg1"/>
                </a:solidFill>
                <a:latin typeface="Montserrat" panose="00000500000000000000" pitchFamily="2" charset="0"/>
              </a:rPr>
              <a:t>nhận</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thức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hướng</a:t>
            </a:r>
            <a:endParaRPr lang="vi-VN" sz="1800" dirty="0">
              <a:solidFill>
                <a:schemeClr val="bg1"/>
              </a:solidFill>
              <a:latin typeface="Montserrat" panose="00000500000000000000" pitchFamily="2" charset="0"/>
            </a:endParaRPr>
          </a:p>
        </p:txBody>
      </p:sp>
      <p:sp>
        <p:nvSpPr>
          <p:cNvPr id="12" name="Arrow: Right 11">
            <a:extLst>
              <a:ext uri="{FF2B5EF4-FFF2-40B4-BE49-F238E27FC236}">
                <a16:creationId xmlns:a16="http://schemas.microsoft.com/office/drawing/2014/main" id="{C4147AD3-FEB9-73E0-34C6-11729915D869}"/>
              </a:ext>
            </a:extLst>
          </p:cNvPr>
          <p:cNvSpPr/>
          <p:nvPr/>
        </p:nvSpPr>
        <p:spPr>
          <a:xfrm>
            <a:off x="20507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2EFED68-B063-EF8D-2723-F9014BAD0F7C}"/>
              </a:ext>
            </a:extLst>
          </p:cNvPr>
          <p:cNvSpPr txBox="1">
            <a:spLocks/>
          </p:cNvSpPr>
          <p:nvPr/>
        </p:nvSpPr>
        <p:spPr>
          <a:xfrm>
            <a:off x="1547442" y="75919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24" name="Google Shape;1040;p31">
            <a:extLst>
              <a:ext uri="{FF2B5EF4-FFF2-40B4-BE49-F238E27FC236}">
                <a16:creationId xmlns:a16="http://schemas.microsoft.com/office/drawing/2014/main" id="{20BB7BB0-7760-0566-0CFB-DD1096E1C924}"/>
              </a:ext>
            </a:extLst>
          </p:cNvPr>
          <p:cNvSpPr txBox="1">
            <a:spLocks/>
          </p:cNvSpPr>
          <p:nvPr/>
        </p:nvSpPr>
        <p:spPr>
          <a:xfrm>
            <a:off x="212061"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Ảnh</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gốc</a:t>
            </a:r>
            <a:r>
              <a:rPr lang="en-US" dirty="0">
                <a:solidFill>
                  <a:schemeClr val="bg1"/>
                </a:solidFill>
                <a:latin typeface="Montserrat" panose="00000500000000000000" pitchFamily="2" charset="0"/>
              </a:rPr>
              <a:t> (Raw)</a:t>
            </a:r>
            <a:endParaRPr lang="vi-VN" dirty="0">
              <a:solidFill>
                <a:schemeClr val="bg1"/>
              </a:solidFill>
              <a:latin typeface="Montserrat" panose="00000500000000000000" pitchFamily="2" charset="0"/>
            </a:endParaRPr>
          </a:p>
        </p:txBody>
      </p:sp>
      <p:sp>
        <p:nvSpPr>
          <p:cNvPr id="1327" name="Google Shape;1040;p31">
            <a:extLst>
              <a:ext uri="{FF2B5EF4-FFF2-40B4-BE49-F238E27FC236}">
                <a16:creationId xmlns:a16="http://schemas.microsoft.com/office/drawing/2014/main" id="{1F71D802-5A19-A3E7-4406-C25A633FB622}"/>
              </a:ext>
            </a:extLst>
          </p:cNvPr>
          <p:cNvSpPr txBox="1">
            <a:spLocks/>
          </p:cNvSpPr>
          <p:nvPr/>
        </p:nvSpPr>
        <p:spPr>
          <a:xfrm>
            <a:off x="2508339"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Mờ</a:t>
            </a:r>
            <a:r>
              <a:rPr lang="en-US" dirty="0">
                <a:solidFill>
                  <a:schemeClr val="bg1"/>
                </a:solidFill>
                <a:latin typeface="Montserrat" panose="00000500000000000000" pitchFamily="2" charset="0"/>
              </a:rPr>
              <a:t> Gaussian</a:t>
            </a:r>
            <a:endParaRPr lang="vi-VN" dirty="0">
              <a:solidFill>
                <a:schemeClr val="bg1"/>
              </a:solidFill>
              <a:latin typeface="Montserrat" panose="00000500000000000000" pitchFamily="2" charset="0"/>
            </a:endParaRPr>
          </a:p>
        </p:txBody>
      </p:sp>
      <p:sp>
        <p:nvSpPr>
          <p:cNvPr id="1328" name="Google Shape;1040;p31">
            <a:extLst>
              <a:ext uri="{FF2B5EF4-FFF2-40B4-BE49-F238E27FC236}">
                <a16:creationId xmlns:a16="http://schemas.microsoft.com/office/drawing/2014/main" id="{C762CF67-FD9E-503F-96AE-50F3248E537B}"/>
              </a:ext>
            </a:extLst>
          </p:cNvPr>
          <p:cNvSpPr txBox="1">
            <a:spLocks/>
          </p:cNvSpPr>
          <p:nvPr/>
        </p:nvSpPr>
        <p:spPr>
          <a:xfrm>
            <a:off x="480461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Otsu</a:t>
            </a:r>
            <a:endParaRPr lang="vi-VN" dirty="0">
              <a:solidFill>
                <a:schemeClr val="bg1"/>
              </a:solidFill>
              <a:latin typeface="Montserrat" panose="00000500000000000000" pitchFamily="2" charset="0"/>
            </a:endParaRPr>
          </a:p>
        </p:txBody>
      </p:sp>
      <p:sp>
        <p:nvSpPr>
          <p:cNvPr id="1329" name="Google Shape;1040;p31">
            <a:extLst>
              <a:ext uri="{FF2B5EF4-FFF2-40B4-BE49-F238E27FC236}">
                <a16:creationId xmlns:a16="http://schemas.microsoft.com/office/drawing/2014/main" id="{9C40C965-C9BD-5C18-2931-8ECA4AE1F53D}"/>
              </a:ext>
            </a:extLst>
          </p:cNvPr>
          <p:cNvSpPr txBox="1">
            <a:spLocks/>
          </p:cNvSpPr>
          <p:nvPr/>
        </p:nvSpPr>
        <p:spPr>
          <a:xfrm>
            <a:off x="700888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Zhang-Suen</a:t>
            </a:r>
            <a:endParaRPr lang="vi-VN" dirty="0">
              <a:solidFill>
                <a:schemeClr val="bg1"/>
              </a:solidFill>
              <a:latin typeface="Montserrat" panose="00000500000000000000" pitchFamily="2" charset="0"/>
            </a:endParaRPr>
          </a:p>
        </p:txBody>
      </p:sp>
      <p:sp>
        <p:nvSpPr>
          <p:cNvPr id="1330" name="Arrow: Right 1329">
            <a:extLst>
              <a:ext uri="{FF2B5EF4-FFF2-40B4-BE49-F238E27FC236}">
                <a16:creationId xmlns:a16="http://schemas.microsoft.com/office/drawing/2014/main" id="{47421C1F-A85A-8A67-35C0-299C159B44E2}"/>
              </a:ext>
            </a:extLst>
          </p:cNvPr>
          <p:cNvSpPr/>
          <p:nvPr/>
        </p:nvSpPr>
        <p:spPr>
          <a:xfrm>
            <a:off x="43248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Arrow: Right 1330">
            <a:extLst>
              <a:ext uri="{FF2B5EF4-FFF2-40B4-BE49-F238E27FC236}">
                <a16:creationId xmlns:a16="http://schemas.microsoft.com/office/drawing/2014/main" id="{4E7535C5-5ABC-74D4-1A3A-720B084CD073}"/>
              </a:ext>
            </a:extLst>
          </p:cNvPr>
          <p:cNvSpPr/>
          <p:nvPr/>
        </p:nvSpPr>
        <p:spPr>
          <a:xfrm>
            <a:off x="6536273" y="1744609"/>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3" name="Picture 1332">
            <a:extLst>
              <a:ext uri="{FF2B5EF4-FFF2-40B4-BE49-F238E27FC236}">
                <a16:creationId xmlns:a16="http://schemas.microsoft.com/office/drawing/2014/main" id="{8A616154-3697-E8A1-412F-1AD3A20CBF92}"/>
              </a:ext>
            </a:extLst>
          </p:cNvPr>
          <p:cNvPicPr>
            <a:picLocks noChangeAspect="1"/>
          </p:cNvPicPr>
          <p:nvPr/>
        </p:nvPicPr>
        <p:blipFill>
          <a:blip r:embed="rId4"/>
          <a:stretch>
            <a:fillRect/>
          </a:stretch>
        </p:blipFill>
        <p:spPr>
          <a:xfrm>
            <a:off x="-132458" y="3189158"/>
            <a:ext cx="4048122" cy="2277068"/>
          </a:xfrm>
          <a:prstGeom prst="rect">
            <a:avLst/>
          </a:prstGeom>
        </p:spPr>
      </p:pic>
      <p:sp>
        <p:nvSpPr>
          <p:cNvPr id="1334" name="Google Shape;1040;p31">
            <a:extLst>
              <a:ext uri="{FF2B5EF4-FFF2-40B4-BE49-F238E27FC236}">
                <a16:creationId xmlns:a16="http://schemas.microsoft.com/office/drawing/2014/main" id="{CEA8F498-47F2-3DF5-DDFD-7E668ECC3BAD}"/>
              </a:ext>
            </a:extLst>
          </p:cNvPr>
          <p:cNvSpPr txBox="1">
            <a:spLocks/>
          </p:cNvSpPr>
          <p:nvPr/>
        </p:nvSpPr>
        <p:spPr>
          <a:xfrm>
            <a:off x="3015485" y="412073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sz="1600" dirty="0" err="1">
                <a:solidFill>
                  <a:schemeClr val="bg1"/>
                </a:solidFill>
                <a:latin typeface="Montserrat" panose="00000500000000000000" pitchFamily="2" charset="0"/>
              </a:rPr>
              <a:t>Tích</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vô</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hướng</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ưu</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tiên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quán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tính</a:t>
            </a:r>
            <a:endParaRPr lang="vi-VN" sz="1600" dirty="0">
              <a:solidFill>
                <a:schemeClr val="bg1"/>
              </a:solidFill>
              <a:latin typeface="Montserrat" panose="00000500000000000000" pitchFamily="2" charset="0"/>
            </a:endParaRPr>
          </a:p>
        </p:txBody>
      </p:sp>
      <p:sp>
        <p:nvSpPr>
          <p:cNvPr id="1335" name="Rectangle: Rounded Corners 1334">
            <a:extLst>
              <a:ext uri="{FF2B5EF4-FFF2-40B4-BE49-F238E27FC236}">
                <a16:creationId xmlns:a16="http://schemas.microsoft.com/office/drawing/2014/main" id="{4667AA25-A280-1054-A403-478AB62D7445}"/>
              </a:ext>
            </a:extLst>
          </p:cNvPr>
          <p:cNvSpPr/>
          <p:nvPr/>
        </p:nvSpPr>
        <p:spPr>
          <a:xfrm>
            <a:off x="5646453" y="3345889"/>
            <a:ext cx="3051873"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2FB223B6-6B19-9A57-626D-FF7FD34FFF33}"/>
              </a:ext>
            </a:extLst>
          </p:cNvPr>
          <p:cNvSpPr txBox="1">
            <a:spLocks/>
          </p:cNvSpPr>
          <p:nvPr/>
        </p:nvSpPr>
        <p:spPr>
          <a:xfrm>
            <a:off x="5646453" y="3302086"/>
            <a:ext cx="3051873" cy="163729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Khắc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phục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triệt</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để</a:t>
            </a:r>
            <a:r>
              <a:rPr lang="en-US" sz="1800" b="1" dirty="0">
                <a:solidFill>
                  <a:schemeClr val="bg1"/>
                </a:solidFill>
                <a:latin typeface="Montserrat" panose="00000500000000000000" pitchFamily="2" charset="0"/>
              </a:rPr>
              <a:t> </a:t>
            </a:r>
          </a:p>
          <a:p>
            <a:pPr>
              <a:buClr>
                <a:schemeClr val="bg1"/>
              </a:buClr>
            </a:pPr>
            <a:r>
              <a:rPr lang="en-US" sz="1800" dirty="0" err="1">
                <a:solidFill>
                  <a:schemeClr val="bg1"/>
                </a:solidFill>
                <a:latin typeface="Montserrat" panose="00000500000000000000" pitchFamily="2" charset="0"/>
              </a:rPr>
              <a:t>lỗi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nhảy</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nét</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tại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các</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ngã</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tư</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đan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chéo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đảm</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bảo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thứ</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tự</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mảng</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tọa</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độ</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chuẩn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xác</a:t>
            </a:r>
            <a:r>
              <a:rPr lang="en-US" sz="1800" dirty="0">
                <a:solidFill>
                  <a:schemeClr val="bg1"/>
                </a:solidFill>
                <a:latin typeface="Montserrat" panose="00000500000000000000" pitchFamily="2" charset="0"/>
              </a:rPr>
              <a:t>. </a:t>
            </a:r>
            <a:endParaRPr lang="vi-VN" sz="1800" dirty="0">
              <a:solidFill>
                <a:schemeClr val="bg1"/>
              </a:solidFill>
              <a:latin typeface="Montserrat" panose="00000500000000000000"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E2B965D-BB24-CFCF-F444-D40E3201F8F9}"/>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9E13D2A4-6C4E-4E11-2616-64DB1B1B4A50}"/>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DF736459-AF7B-F637-BEAB-E936E611B5D4}"/>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33CD8E85-7B29-DA78-7D4A-9A2B361A47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9842609-E06A-ECFC-9DCB-B6C6C4419E1A}"/>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CAA5F885-639D-2389-B69E-A95DFA821FE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24E03EB3-D414-E774-35EA-D2F6107B9A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C31EF2BB-162C-DFB0-C383-041D562775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5398913-00A5-66F3-14B3-2C6B96DB9362}"/>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571D1E1D-AFA6-E535-3299-F20712591128}"/>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35" name="Rectangle: Rounded Corners 1334">
            <a:extLst>
              <a:ext uri="{FF2B5EF4-FFF2-40B4-BE49-F238E27FC236}">
                <a16:creationId xmlns:a16="http://schemas.microsoft.com/office/drawing/2014/main" id="{4FE65DAB-B49C-9573-BC1B-AB9E5E712E49}"/>
              </a:ext>
            </a:extLst>
          </p:cNvPr>
          <p:cNvSpPr/>
          <p:nvPr/>
        </p:nvSpPr>
        <p:spPr>
          <a:xfrm>
            <a:off x="238116" y="1173033"/>
            <a:ext cx="2788435" cy="38492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6B7BBBED-E28C-EA01-ABD1-A390D3886DF3}"/>
              </a:ext>
            </a:extLst>
          </p:cNvPr>
          <p:cNvSpPr txBox="1">
            <a:spLocks/>
          </p:cNvSpPr>
          <p:nvPr/>
        </p:nvSpPr>
        <p:spPr>
          <a:xfrm>
            <a:off x="224854" y="3636607"/>
            <a:ext cx="2788436"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a:t>
            </a:r>
            <a:r>
              <a:rPr lang="vi-VN" sz="1000" dirty="0" err="1">
                <a:solidFill>
                  <a:schemeClr val="bg1"/>
                </a:solidFill>
                <a:latin typeface="Montserrat" panose="00000500000000000000" pitchFamily="2" charset="0"/>
              </a:rPr>
              <a:t>heuristic</a:t>
            </a:r>
            <a:r>
              <a:rPr lang="vi-VN" sz="1000" dirty="0">
                <a:solidFill>
                  <a:schemeClr val="bg1"/>
                </a:solidFill>
                <a:latin typeface="Montserrat" panose="00000500000000000000" pitchFamily="2" charset="0"/>
              </a:rPr>
              <a:t> (Tham lam có hướng) hỗ trợ thuật toán DFS vượt qua các ngã ba, ngã tư đan chéo trong chữ ký bằng cách phân tích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hướng di chuyển.</a:t>
            </a:r>
          </a:p>
        </p:txBody>
      </p:sp>
      <p:pic>
        <p:nvPicPr>
          <p:cNvPr id="4" name="Picture 3">
            <a:extLst>
              <a:ext uri="{FF2B5EF4-FFF2-40B4-BE49-F238E27FC236}">
                <a16:creationId xmlns:a16="http://schemas.microsoft.com/office/drawing/2014/main" id="{333C2610-119E-65DF-5514-5C5780543BAA}"/>
              </a:ext>
            </a:extLst>
          </p:cNvPr>
          <p:cNvPicPr>
            <a:picLocks noChangeAspect="1"/>
          </p:cNvPicPr>
          <p:nvPr/>
        </p:nvPicPr>
        <p:blipFill>
          <a:blip r:embed="rId3"/>
          <a:stretch>
            <a:fillRect/>
          </a:stretch>
        </p:blipFill>
        <p:spPr>
          <a:xfrm>
            <a:off x="381293" y="1296438"/>
            <a:ext cx="2526797" cy="2199535"/>
          </a:xfrm>
          <a:prstGeom prst="rect">
            <a:avLst/>
          </a:prstGeom>
          <a:ln w="28575">
            <a:solidFill>
              <a:schemeClr val="bg1"/>
            </a:solidFill>
          </a:ln>
        </p:spPr>
      </p:pic>
      <p:sp>
        <p:nvSpPr>
          <p:cNvPr id="7" name="Rectangle: Rounded Corners 6">
            <a:extLst>
              <a:ext uri="{FF2B5EF4-FFF2-40B4-BE49-F238E27FC236}">
                <a16:creationId xmlns:a16="http://schemas.microsoft.com/office/drawing/2014/main" id="{60F68166-2215-123C-9F99-ABA6D210680B}"/>
              </a:ext>
            </a:extLst>
          </p:cNvPr>
          <p:cNvSpPr/>
          <p:nvPr/>
        </p:nvSpPr>
        <p:spPr>
          <a:xfrm>
            <a:off x="3177782" y="1162861"/>
            <a:ext cx="2788435" cy="385942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D278943-25AA-B284-E0C9-613AFBCC78C9}"/>
              </a:ext>
            </a:extLst>
          </p:cNvPr>
          <p:cNvPicPr>
            <a:picLocks noChangeAspect="1"/>
          </p:cNvPicPr>
          <p:nvPr/>
        </p:nvPicPr>
        <p:blipFill>
          <a:blip r:embed="rId4"/>
          <a:stretch>
            <a:fillRect/>
          </a:stretch>
        </p:blipFill>
        <p:spPr>
          <a:xfrm>
            <a:off x="3282865" y="1286267"/>
            <a:ext cx="2580259" cy="2199535"/>
          </a:xfrm>
          <a:prstGeom prst="rect">
            <a:avLst/>
          </a:prstGeom>
          <a:ln w="28575">
            <a:solidFill>
              <a:schemeClr val="bg1"/>
            </a:solidFill>
          </a:ln>
        </p:spPr>
      </p:pic>
      <p:sp>
        <p:nvSpPr>
          <p:cNvPr id="16" name="Google Shape;1040;p31">
            <a:extLst>
              <a:ext uri="{FF2B5EF4-FFF2-40B4-BE49-F238E27FC236}">
                <a16:creationId xmlns:a16="http://schemas.microsoft.com/office/drawing/2014/main" id="{DFDFD2AD-81E7-31CF-6B9F-3A1FCD3A1BE5}"/>
              </a:ext>
            </a:extLst>
          </p:cNvPr>
          <p:cNvSpPr txBox="1">
            <a:spLocks/>
          </p:cNvSpPr>
          <p:nvPr/>
        </p:nvSpPr>
        <p:spPr>
          <a:xfrm>
            <a:off x="3155681" y="3626436"/>
            <a:ext cx="2788436" cy="100234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Áp dụng thuật toán duyệt đồ thị theo chiều sâu (DFS) trên khung xương (</a:t>
            </a:r>
            <a:r>
              <a:rPr lang="vi-VN" sz="1000" dirty="0" err="1">
                <a:solidFill>
                  <a:schemeClr val="bg1"/>
                </a:solidFill>
                <a:latin typeface="Montserrat" panose="00000500000000000000" pitchFamily="2" charset="0"/>
              </a:rPr>
              <a:t>skeleton</a:t>
            </a:r>
            <a:r>
              <a:rPr lang="vi-VN" sz="1000" dirty="0">
                <a:solidFill>
                  <a:schemeClr val="bg1"/>
                </a:solidFill>
                <a:latin typeface="Montserrat" panose="00000500000000000000" pitchFamily="2" charset="0"/>
              </a:rPr>
              <a:t>) đã làm mảnh để sắp xếp các điểm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theo một trình tự duy nhất, giúp mô phỏng lại đường nét đưa bút của chữ ký.</a:t>
            </a:r>
          </a:p>
        </p:txBody>
      </p:sp>
      <p:sp>
        <p:nvSpPr>
          <p:cNvPr id="17" name="Rectangle: Rounded Corners 16">
            <a:extLst>
              <a:ext uri="{FF2B5EF4-FFF2-40B4-BE49-F238E27FC236}">
                <a16:creationId xmlns:a16="http://schemas.microsoft.com/office/drawing/2014/main" id="{487EDA57-5F81-08AB-D023-4A34AFFCFB4F}"/>
              </a:ext>
            </a:extLst>
          </p:cNvPr>
          <p:cNvSpPr/>
          <p:nvPr/>
        </p:nvSpPr>
        <p:spPr>
          <a:xfrm>
            <a:off x="6108609" y="1160539"/>
            <a:ext cx="2788435" cy="3854983"/>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040;p31">
            <a:extLst>
              <a:ext uri="{FF2B5EF4-FFF2-40B4-BE49-F238E27FC236}">
                <a16:creationId xmlns:a16="http://schemas.microsoft.com/office/drawing/2014/main" id="{67403659-9D55-6881-0DCB-FA694BD82258}"/>
              </a:ext>
            </a:extLst>
          </p:cNvPr>
          <p:cNvSpPr txBox="1">
            <a:spLocks/>
          </p:cNvSpPr>
          <p:nvPr/>
        </p:nvSpPr>
        <p:spPr>
          <a:xfrm>
            <a:off x="6095348" y="3636607"/>
            <a:ext cx="2797275" cy="126539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Quản lý toàn bộ luồng dữ liệu của bước xử lý ảnh. Nó thực hiện đọc ảnh, dùng bộ lọc </a:t>
            </a:r>
            <a:r>
              <a:rPr lang="vi-VN" sz="1000" dirty="0" err="1">
                <a:solidFill>
                  <a:schemeClr val="bg1"/>
                </a:solidFill>
                <a:latin typeface="Montserrat" panose="00000500000000000000" pitchFamily="2" charset="0"/>
              </a:rPr>
              <a:t>Gaussian</a:t>
            </a:r>
            <a:r>
              <a:rPr lang="vi-VN" sz="1000" dirty="0">
                <a:solidFill>
                  <a:schemeClr val="bg1"/>
                </a:solidFill>
                <a:latin typeface="Montserrat" panose="00000500000000000000" pitchFamily="2" charset="0"/>
              </a:rPr>
              <a:t> và </a:t>
            </a:r>
            <a:r>
              <a:rPr lang="vi-VN" sz="1000" dirty="0" err="1">
                <a:solidFill>
                  <a:schemeClr val="bg1"/>
                </a:solidFill>
                <a:latin typeface="Montserrat" panose="00000500000000000000" pitchFamily="2" charset="0"/>
              </a:rPr>
              <a:t>Otsu</a:t>
            </a:r>
            <a:r>
              <a:rPr lang="vi-VN" sz="1000" dirty="0">
                <a:solidFill>
                  <a:schemeClr val="bg1"/>
                </a:solidFill>
                <a:latin typeface="Montserrat" panose="00000500000000000000" pitchFamily="2" charset="0"/>
              </a:rPr>
              <a:t> để tách nền, dùng các phép toán hình thái học (</a:t>
            </a:r>
            <a:r>
              <a:rPr lang="vi-VN" sz="1000" dirty="0" err="1">
                <a:solidFill>
                  <a:schemeClr val="bg1"/>
                </a:solidFill>
                <a:latin typeface="Montserrat" panose="00000500000000000000" pitchFamily="2" charset="0"/>
              </a:rPr>
              <a:t>Morphological</a:t>
            </a:r>
            <a:r>
              <a:rPr lang="vi-VN" sz="1000" dirty="0">
                <a:solidFill>
                  <a:schemeClr val="bg1"/>
                </a:solidFill>
                <a:latin typeface="Montserrat" panose="00000500000000000000" pitchFamily="2" charset="0"/>
              </a:rPr>
              <a:t>) để làm liền nét, gọi hàm làm mảnh của </a:t>
            </a:r>
            <a:r>
              <a:rPr lang="vi-VN" sz="1000" dirty="0" err="1">
                <a:solidFill>
                  <a:schemeClr val="bg1"/>
                </a:solidFill>
                <a:latin typeface="Montserrat" panose="00000500000000000000" pitchFamily="2" charset="0"/>
              </a:rPr>
              <a:t>Zhang-Suen</a:t>
            </a:r>
            <a:r>
              <a:rPr lang="vi-VN" sz="1000" dirty="0">
                <a:solidFill>
                  <a:schemeClr val="bg1"/>
                </a:solidFill>
                <a:latin typeface="Montserrat" panose="00000500000000000000" pitchFamily="2" charset="0"/>
              </a:rPr>
              <a:t> và cuối cùng lưu kết quả ra chuỗi định dạng tệp diempixel.dat.</a:t>
            </a:r>
          </a:p>
        </p:txBody>
      </p:sp>
      <p:pic>
        <p:nvPicPr>
          <p:cNvPr id="21" name="Picture 20">
            <a:extLst>
              <a:ext uri="{FF2B5EF4-FFF2-40B4-BE49-F238E27FC236}">
                <a16:creationId xmlns:a16="http://schemas.microsoft.com/office/drawing/2014/main" id="{91DF848B-B775-D514-35E6-E92B63517883}"/>
              </a:ext>
            </a:extLst>
          </p:cNvPr>
          <p:cNvPicPr>
            <a:picLocks noChangeAspect="1"/>
          </p:cNvPicPr>
          <p:nvPr/>
        </p:nvPicPr>
        <p:blipFill>
          <a:blip r:embed="rId5"/>
          <a:stretch>
            <a:fillRect/>
          </a:stretch>
        </p:blipFill>
        <p:spPr>
          <a:xfrm>
            <a:off x="6203857" y="1282321"/>
            <a:ext cx="2580259" cy="2213652"/>
          </a:xfrm>
          <a:prstGeom prst="rect">
            <a:avLst/>
          </a:prstGeom>
          <a:ln w="28575">
            <a:solidFill>
              <a:schemeClr val="bg1"/>
            </a:solidFill>
          </a:ln>
        </p:spPr>
      </p:pic>
    </p:spTree>
    <p:extLst>
      <p:ext uri="{BB962C8B-B14F-4D97-AF65-F5344CB8AC3E}">
        <p14:creationId xmlns:p14="http://schemas.microsoft.com/office/powerpoint/2010/main" val="27903249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F47CB82-A2FA-94A2-3D7D-0E605B9FCF1A}"/>
            </a:ext>
          </a:extLst>
        </p:cNvPr>
        <p:cNvGrpSpPr/>
        <p:nvPr/>
      </p:nvGrpSpPr>
      <p:grpSpPr>
        <a:xfrm>
          <a:off x="0" y="0"/>
          <a:ext cx="0" cy="0"/>
          <a:chOff x="0" y="0"/>
          <a:chExt cx="0" cy="0"/>
        </a:xfrm>
      </p:grpSpPr>
      <p:sp>
        <p:nvSpPr>
          <p:cNvPr id="1039" name="Google Shape;1039;p31">
            <a:extLst>
              <a:ext uri="{FF2B5EF4-FFF2-40B4-BE49-F238E27FC236}">
                <a16:creationId xmlns:a16="http://schemas.microsoft.com/office/drawing/2014/main" id="{E97EC089-085C-D046-64F7-AF5CD515586E}"/>
              </a:ext>
            </a:extLst>
          </p:cNvPr>
          <p:cNvSpPr txBox="1">
            <a:spLocks noGrp="1"/>
          </p:cNvSpPr>
          <p:nvPr>
            <p:ph type="title"/>
          </p:nvPr>
        </p:nvSpPr>
        <p:spPr>
          <a:xfrm>
            <a:off x="1189340" y="124871"/>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042" name="Google Shape;1042;p31">
            <a:extLst>
              <a:ext uri="{FF2B5EF4-FFF2-40B4-BE49-F238E27FC236}">
                <a16:creationId xmlns:a16="http://schemas.microsoft.com/office/drawing/2014/main" id="{7DAFA520-86D6-199D-D8E5-819A18CDEF4D}"/>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AC183888-6FE0-327B-5AA5-DDDBF1E61F2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05D1DA8F-884A-3C53-4CA7-3F341672F2C7}"/>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067E1E6D-4C9F-3927-8001-265C86E4D875}"/>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87A624F7-F5D4-8923-0C82-3BF411662949}"/>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75CA721-FE77-6D21-1598-1D07ADBB0C26}"/>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492A583-BA95-3989-7DF2-6F1DDA768829}"/>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4" name="Rectangle: Rounded Corners 13">
            <a:extLst>
              <a:ext uri="{FF2B5EF4-FFF2-40B4-BE49-F238E27FC236}">
                <a16:creationId xmlns:a16="http://schemas.microsoft.com/office/drawing/2014/main" id="{2D05161E-17B5-0135-F51B-95BEACD7A8D7}"/>
              </a:ext>
            </a:extLst>
          </p:cNvPr>
          <p:cNvSpPr/>
          <p:nvPr/>
        </p:nvSpPr>
        <p:spPr>
          <a:xfrm>
            <a:off x="346585" y="1223755"/>
            <a:ext cx="3557352" cy="1821035"/>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ED0F1695-CAD7-B582-BD34-CE206826B9B0}"/>
              </a:ext>
            </a:extLst>
          </p:cNvPr>
          <p:cNvSpPr txBox="1">
            <a:spLocks noGrp="1"/>
          </p:cNvSpPr>
          <p:nvPr>
            <p:ph type="subTitle" idx="1"/>
          </p:nvPr>
        </p:nvSpPr>
        <p:spPr>
          <a:xfrm>
            <a:off x="356609" y="2124622"/>
            <a:ext cx="3557352" cy="799799"/>
          </a:xfrm>
          <a:prstGeom prst="rect">
            <a:avLst/>
          </a:prstGeom>
        </p:spPr>
        <p:txBody>
          <a:bodyPr spcFirstLastPara="1" wrap="square" lIns="91425" tIns="0" rIns="91425" bIns="0" anchor="ctr" anchorCtr="0">
            <a:noAutofit/>
          </a:bodyPr>
          <a:lstStyle/>
          <a:p>
            <a:pPr marL="0" lvl="0" indent="0">
              <a:lnSpc>
                <a:spcPct val="150000"/>
              </a:lnSpc>
              <a:buClr>
                <a:schemeClr val="bg1"/>
              </a:buClr>
            </a:pPr>
            <a:r>
              <a:rPr lang="en-US" sz="1300" dirty="0" err="1"/>
              <a:t>Đảm</a:t>
            </a:r>
            <a:r>
              <a:rPr lang="en-US" sz="1300" dirty="0"/>
              <a:t> </a:t>
            </a:r>
            <a:r>
              <a:rPr lang="en-US" sz="1300" dirty="0" err="1"/>
              <a:t>bảo</a:t>
            </a:r>
            <a:r>
              <a:rPr lang="en-US" sz="1300" dirty="0"/>
              <a:t> </a:t>
            </a:r>
            <a:r>
              <a:rPr lang="en-US" sz="1300" dirty="0" err="1"/>
              <a:t>không</a:t>
            </a:r>
            <a:r>
              <a:rPr lang="en-US" sz="1300" dirty="0"/>
              <a:t> </a:t>
            </a:r>
            <a:r>
              <a:rPr lang="en-US" sz="1300" dirty="0" err="1"/>
              <a:t>méo</a:t>
            </a:r>
            <a:r>
              <a:rPr lang="en-US" sz="1300" dirty="0"/>
              <a:t> </a:t>
            </a:r>
            <a:r>
              <a:rPr lang="en-US" sz="1300" dirty="0" err="1"/>
              <a:t>tốc</a:t>
            </a:r>
            <a:r>
              <a:rPr lang="en-US" sz="1300" dirty="0"/>
              <a:t> </a:t>
            </a:r>
            <a:r>
              <a:rPr lang="en-US" sz="1300" dirty="0" err="1"/>
              <a:t>độ</a:t>
            </a:r>
            <a:r>
              <a:rPr lang="en-US" sz="1300" dirty="0"/>
              <a:t> </a:t>
            </a:r>
            <a:r>
              <a:rPr lang="en-US" sz="1300" dirty="0" err="1"/>
              <a:t>tham</a:t>
            </a:r>
            <a:r>
              <a:rPr lang="en-US" sz="1300" dirty="0"/>
              <a:t> </a:t>
            </a:r>
            <a:r>
              <a:rPr lang="en-US" sz="1300" dirty="0" err="1"/>
              <a:t>số</a:t>
            </a:r>
            <a:r>
              <a:rPr lang="en-US" sz="1300" dirty="0"/>
              <a:t> </a:t>
            </a:r>
            <a:r>
              <a:rPr lang="en-US" sz="1300" dirty="0" err="1"/>
              <a:t>bằng</a:t>
            </a:r>
            <a:r>
              <a:rPr lang="en-US" sz="1300" dirty="0"/>
              <a:t> </a:t>
            </a:r>
            <a:r>
              <a:rPr lang="en-US" sz="1300" dirty="0" err="1"/>
              <a:t>cách</a:t>
            </a:r>
            <a:r>
              <a:rPr lang="en-US" sz="1300" dirty="0"/>
              <a:t> </a:t>
            </a:r>
            <a:r>
              <a:rPr lang="en-US" sz="1300" dirty="0" err="1"/>
              <a:t>phản</a:t>
            </a:r>
            <a:r>
              <a:rPr lang="en-US" sz="1300" dirty="0"/>
              <a:t> </a:t>
            </a:r>
            <a:r>
              <a:rPr lang="en-US" sz="1300" dirty="0" err="1"/>
              <a:t>ánh</a:t>
            </a:r>
            <a:r>
              <a:rPr lang="en-US" sz="1300" dirty="0"/>
              <a:t> </a:t>
            </a:r>
            <a:r>
              <a:rPr lang="en-US" sz="1300" dirty="0" err="1"/>
              <a:t>đúng</a:t>
            </a:r>
            <a:r>
              <a:rPr lang="en-US" sz="1300" dirty="0"/>
              <a:t> </a:t>
            </a:r>
            <a:r>
              <a:rPr lang="en-US" sz="1300" dirty="0" err="1"/>
              <a:t>tỷ</a:t>
            </a:r>
            <a:r>
              <a:rPr lang="en-US" sz="1300" dirty="0"/>
              <a:t> </a:t>
            </a:r>
            <a:r>
              <a:rPr lang="en-US" sz="1300" dirty="0" err="1"/>
              <a:t>lệ</a:t>
            </a:r>
            <a:r>
              <a:rPr lang="en-US" sz="1300" dirty="0"/>
              <a:t> </a:t>
            </a:r>
            <a:r>
              <a:rPr lang="en-US" sz="1300" dirty="0" err="1"/>
              <a:t>khoảng</a:t>
            </a:r>
            <a:r>
              <a:rPr lang="en-US" sz="1300" dirty="0"/>
              <a:t> </a:t>
            </a:r>
            <a:r>
              <a:rPr lang="en-US" sz="1300" dirty="0" err="1"/>
              <a:t>cách</a:t>
            </a:r>
            <a:r>
              <a:rPr lang="en-US" sz="1300" dirty="0"/>
              <a:t> Euclid </a:t>
            </a:r>
            <a:r>
              <a:rPr lang="en-US" sz="1300" dirty="0" err="1"/>
              <a:t>thực</a:t>
            </a:r>
            <a:r>
              <a:rPr lang="en-US" sz="1300" dirty="0"/>
              <a:t> </a:t>
            </a:r>
            <a:r>
              <a:rPr lang="en-US" sz="1300" dirty="0" err="1"/>
              <a:t>tế</a:t>
            </a:r>
            <a:r>
              <a:rPr lang="en-US" sz="1300" dirty="0"/>
              <a:t>.</a:t>
            </a:r>
            <a:endParaRPr sz="1300" dirty="0">
              <a:solidFill>
                <a:schemeClr val="bg1"/>
              </a:solidFill>
            </a:endParaRPr>
          </a:p>
        </p:txBody>
      </p:sp>
      <p:sp>
        <p:nvSpPr>
          <p:cNvPr id="23" name="Google Shape;1039;p31">
            <a:extLst>
              <a:ext uri="{FF2B5EF4-FFF2-40B4-BE49-F238E27FC236}">
                <a16:creationId xmlns:a16="http://schemas.microsoft.com/office/drawing/2014/main" id="{73679B9D-8112-81C8-A393-FCAD067046D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2" name="Rectangle: Rounded Corners 1">
            <a:extLst>
              <a:ext uri="{FF2B5EF4-FFF2-40B4-BE49-F238E27FC236}">
                <a16:creationId xmlns:a16="http://schemas.microsoft.com/office/drawing/2014/main" id="{A4ECB6B4-7C98-FAD6-8030-802484E9BFBF}"/>
              </a:ext>
            </a:extLst>
          </p:cNvPr>
          <p:cNvSpPr/>
          <p:nvPr/>
        </p:nvSpPr>
        <p:spPr>
          <a:xfrm>
            <a:off x="475745" y="1324069"/>
            <a:ext cx="3287516" cy="745467"/>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571423E4-55BA-496E-FD4C-7315CB258AC5}"/>
              </a:ext>
            </a:extLst>
          </p:cNvPr>
          <p:cNvSpPr txBox="1">
            <a:spLocks noGrp="1"/>
          </p:cNvSpPr>
          <p:nvPr>
            <p:ph type="subTitle" idx="2"/>
          </p:nvPr>
        </p:nvSpPr>
        <p:spPr>
          <a:xfrm>
            <a:off x="465721" y="1344842"/>
            <a:ext cx="3287516" cy="739616"/>
          </a:xfrm>
          <a:prstGeom prst="rect">
            <a:avLst/>
          </a:prstGeom>
        </p:spPr>
        <p:txBody>
          <a:bodyPr spcFirstLastPara="1" wrap="square" lIns="91425" tIns="0" rIns="91425" bIns="0" anchor="ctr" anchorCtr="0">
            <a:noAutofit/>
          </a:bodyPr>
          <a:lstStyle/>
          <a:p>
            <a:pPr marL="0" lvl="0" indent="0" algn="ctr"/>
            <a:r>
              <a:rPr lang="en-US" sz="1500" dirty="0">
                <a:solidFill>
                  <a:schemeClr val="accent6"/>
                </a:solidFill>
              </a:rPr>
              <a:t>Tham </a:t>
            </a:r>
            <a:r>
              <a:rPr lang="en-US" sz="1500" dirty="0" err="1">
                <a:solidFill>
                  <a:schemeClr val="accent6"/>
                </a:solidFill>
              </a:rPr>
              <a:t>số</a:t>
            </a:r>
            <a:r>
              <a:rPr lang="en-US" sz="1500" dirty="0">
                <a:solidFill>
                  <a:schemeClr val="accent6"/>
                </a:solidFill>
              </a:rPr>
              <a:t> </a:t>
            </a:r>
            <a:r>
              <a:rPr lang="en-US" sz="1500" dirty="0" err="1">
                <a:solidFill>
                  <a:schemeClr val="accent6"/>
                </a:solidFill>
              </a:rPr>
              <a:t>hóa</a:t>
            </a:r>
            <a:r>
              <a:rPr lang="en-US" sz="1500" dirty="0">
                <a:solidFill>
                  <a:schemeClr val="accent6"/>
                </a:solidFill>
              </a:rPr>
              <a:t> </a:t>
            </a:r>
            <a:r>
              <a:rPr lang="en-US" sz="1500" dirty="0" err="1">
                <a:solidFill>
                  <a:schemeClr val="accent6"/>
                </a:solidFill>
              </a:rPr>
              <a:t>chiều</a:t>
            </a:r>
            <a:r>
              <a:rPr lang="en-US" sz="1500" dirty="0">
                <a:solidFill>
                  <a:schemeClr val="accent6"/>
                </a:solidFill>
              </a:rPr>
              <a:t> </a:t>
            </a:r>
            <a:r>
              <a:rPr lang="en-US" sz="1500" dirty="0" err="1">
                <a:solidFill>
                  <a:schemeClr val="accent6"/>
                </a:solidFill>
              </a:rPr>
              <a:t>dài</a:t>
            </a:r>
            <a:r>
              <a:rPr lang="en-US" sz="1500" dirty="0">
                <a:solidFill>
                  <a:schemeClr val="accent6"/>
                </a:solidFill>
              </a:rPr>
              <a:t> </a:t>
            </a:r>
          </a:p>
          <a:p>
            <a:pPr marL="0" lvl="0" indent="0" algn="ctr"/>
            <a:r>
              <a:rPr lang="en-US" sz="1500" dirty="0" err="1">
                <a:solidFill>
                  <a:schemeClr val="accent6"/>
                </a:solidFill>
              </a:rPr>
              <a:t>dây</a:t>
            </a:r>
            <a:r>
              <a:rPr lang="en-US" sz="1500" dirty="0">
                <a:solidFill>
                  <a:schemeClr val="accent6"/>
                </a:solidFill>
              </a:rPr>
              <a:t> </a:t>
            </a:r>
            <a:r>
              <a:rPr lang="en-US" sz="1500" dirty="0" err="1">
                <a:solidFill>
                  <a:schemeClr val="accent6"/>
                </a:solidFill>
              </a:rPr>
              <a:t>cung</a:t>
            </a:r>
            <a:r>
              <a:rPr lang="en-US" sz="1500" dirty="0">
                <a:solidFill>
                  <a:schemeClr val="accent6"/>
                </a:solidFill>
              </a:rPr>
              <a:t> (Chord Length Parameterization)</a:t>
            </a:r>
            <a:endParaRPr sz="1500" dirty="0">
              <a:solidFill>
                <a:schemeClr val="accent6"/>
              </a:solidFill>
            </a:endParaRPr>
          </a:p>
        </p:txBody>
      </p:sp>
      <p:sp>
        <p:nvSpPr>
          <p:cNvPr id="3" name="Rectangle: Rounded Corners 2">
            <a:extLst>
              <a:ext uri="{FF2B5EF4-FFF2-40B4-BE49-F238E27FC236}">
                <a16:creationId xmlns:a16="http://schemas.microsoft.com/office/drawing/2014/main" id="{4AB9C8A5-29AC-1C60-238F-F39AC851C712}"/>
              </a:ext>
            </a:extLst>
          </p:cNvPr>
          <p:cNvSpPr/>
          <p:nvPr/>
        </p:nvSpPr>
        <p:spPr>
          <a:xfrm>
            <a:off x="351431" y="3350380"/>
            <a:ext cx="3557352" cy="151716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Google Shape;1040;p31">
            <a:extLst>
              <a:ext uri="{FF2B5EF4-FFF2-40B4-BE49-F238E27FC236}">
                <a16:creationId xmlns:a16="http://schemas.microsoft.com/office/drawing/2014/main" id="{C762B90D-D38E-BC8B-0074-5B5F00828B93}"/>
              </a:ext>
            </a:extLst>
          </p:cNvPr>
          <p:cNvSpPr txBox="1">
            <a:spLocks/>
          </p:cNvSpPr>
          <p:nvPr/>
        </p:nvSpPr>
        <p:spPr>
          <a:xfrm>
            <a:off x="371479" y="4032054"/>
            <a:ext cx="3557352" cy="79979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Đảm bảo đường cong kẹp chính xác tại điểm bắt đầu và kết thúc của mỗi nét vẽ độc lập.</a:t>
            </a:r>
            <a:endParaRPr lang="en-US" sz="1300" dirty="0">
              <a:solidFill>
                <a:schemeClr val="bg1"/>
              </a:solidFill>
            </a:endParaRPr>
          </a:p>
        </p:txBody>
      </p:sp>
      <p:sp>
        <p:nvSpPr>
          <p:cNvPr id="6" name="Rectangle: Rounded Corners 5">
            <a:extLst>
              <a:ext uri="{FF2B5EF4-FFF2-40B4-BE49-F238E27FC236}">
                <a16:creationId xmlns:a16="http://schemas.microsoft.com/office/drawing/2014/main" id="{A7551EE9-D616-D56D-E34B-5C1298242E79}"/>
              </a:ext>
            </a:extLst>
          </p:cNvPr>
          <p:cNvSpPr/>
          <p:nvPr/>
        </p:nvSpPr>
        <p:spPr>
          <a:xfrm>
            <a:off x="480591" y="3450694"/>
            <a:ext cx="3287516"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1041;p31">
            <a:extLst>
              <a:ext uri="{FF2B5EF4-FFF2-40B4-BE49-F238E27FC236}">
                <a16:creationId xmlns:a16="http://schemas.microsoft.com/office/drawing/2014/main" id="{1769CE81-058B-C695-0E42-3E7702A5FB56}"/>
              </a:ext>
            </a:extLst>
          </p:cNvPr>
          <p:cNvSpPr txBox="1">
            <a:spLocks/>
          </p:cNvSpPr>
          <p:nvPr/>
        </p:nvSpPr>
        <p:spPr>
          <a:xfrm>
            <a:off x="490615" y="3470749"/>
            <a:ext cx="3287516"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Khởi</a:t>
            </a:r>
            <a:r>
              <a:rPr lang="en-US" sz="1500" dirty="0">
                <a:solidFill>
                  <a:schemeClr val="accent6"/>
                </a:solidFill>
              </a:rPr>
              <a:t> </a:t>
            </a:r>
            <a:r>
              <a:rPr lang="en-US" sz="1500" dirty="0" err="1">
                <a:solidFill>
                  <a:schemeClr val="accent6"/>
                </a:solidFill>
              </a:rPr>
              <a:t>tạo</a:t>
            </a:r>
            <a:r>
              <a:rPr lang="en-US" sz="1500" dirty="0">
                <a:solidFill>
                  <a:schemeClr val="accent6"/>
                </a:solidFill>
              </a:rPr>
              <a:t> Vector </a:t>
            </a:r>
            <a:r>
              <a:rPr lang="en-US" sz="1500" dirty="0" err="1">
                <a:solidFill>
                  <a:schemeClr val="accent6"/>
                </a:solidFill>
              </a:rPr>
              <a:t>Nút</a:t>
            </a:r>
            <a:r>
              <a:rPr lang="en-US" sz="1500" dirty="0">
                <a:solidFill>
                  <a:schemeClr val="accent6"/>
                </a:solidFill>
              </a:rPr>
              <a:t> (Clamped Uniform Knot Vector):</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595718B-70AF-F0B5-3ED1-D78E2160CFBB}"/>
                  </a:ext>
                </a:extLst>
              </p:cNvPr>
              <p:cNvSpPr txBox="1"/>
              <p:nvPr/>
            </p:nvSpPr>
            <p:spPr>
              <a:xfrm>
                <a:off x="3828691" y="2919498"/>
                <a:ext cx="3072294" cy="451214"/>
              </a:xfrm>
              <a:prstGeom prst="rect">
                <a:avLst/>
              </a:prstGeom>
              <a:noFill/>
            </p:spPr>
            <p:txBody>
              <a:bodyPr wrap="square">
                <a:spAutoFit/>
              </a:bodyPr>
              <a:lstStyle/>
              <a:p>
                <a:r>
                  <a:rPr lang="en-US" sz="2000" dirty="0">
                    <a:solidFill>
                      <a:schemeClr val="bg1"/>
                    </a:solidFill>
                    <a:latin typeface="Montserrat" panose="00000500000000000000" pitchFamily="2" charset="0"/>
                  </a:rPr>
                  <a:t>C(u) = </a:t>
                </a:r>
                <a14:m>
                  <m:oMath xmlns:m="http://schemas.openxmlformats.org/officeDocument/2006/math">
                    <m:nary>
                      <m:naryPr>
                        <m:chr m:val="∑"/>
                        <m:limLoc m:val="undOvr"/>
                        <m:ctrlPr>
                          <a:rPr lang="en-US" sz="2000" i="1">
                            <a:solidFill>
                              <a:schemeClr val="bg1"/>
                            </a:solidFill>
                            <a:latin typeface="Cambria Math" panose="02040503050406030204" pitchFamily="18" charset="0"/>
                          </a:rPr>
                        </m:ctrlPr>
                      </m:naryPr>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=0</m:t>
                        </m:r>
                      </m:sub>
                      <m:sup>
                        <m:r>
                          <a:rPr lang="en-US" sz="2000" i="1">
                            <a:solidFill>
                              <a:schemeClr val="bg1"/>
                            </a:solidFill>
                            <a:latin typeface="Cambria Math" panose="02040503050406030204" pitchFamily="18" charset="0"/>
                          </a:rPr>
                          <m:t>𝑛</m:t>
                        </m:r>
                        <m:r>
                          <a:rPr lang="en-US" sz="2000" i="1">
                            <a:solidFill>
                              <a:schemeClr val="bg1"/>
                            </a:solidFill>
                            <a:latin typeface="Cambria Math" panose="02040503050406030204" pitchFamily="18" charset="0"/>
                          </a:rPr>
                          <m:t>−1</m:t>
                        </m:r>
                      </m:sup>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𝑃</m:t>
                            </m:r>
                          </m:e>
                          <m:sub>
                            <m:r>
                              <a:rPr lang="en-US" sz="2000" i="1">
                                <a:solidFill>
                                  <a:schemeClr val="bg1"/>
                                </a:solidFill>
                                <a:latin typeface="Cambria Math" panose="02040503050406030204" pitchFamily="18" charset="0"/>
                              </a:rPr>
                              <m:t>𝑖</m:t>
                            </m:r>
                          </m:sub>
                        </m:sSub>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𝑁</m:t>
                            </m:r>
                          </m:e>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𝑝</m:t>
                            </m:r>
                          </m:sub>
                        </m:sSub>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𝑢</m:t>
                        </m:r>
                        <m:r>
                          <a:rPr lang="en-US" sz="2000" i="1">
                            <a:solidFill>
                              <a:schemeClr val="bg1"/>
                            </a:solidFill>
                            <a:latin typeface="Cambria Math" panose="02040503050406030204" pitchFamily="18" charset="0"/>
                          </a:rPr>
                          <m:t>)</m:t>
                        </m:r>
                      </m:e>
                    </m:nary>
                  </m:oMath>
                </a14:m>
                <a:endParaRPr lang="vi-VN" sz="2000" dirty="0">
                  <a:solidFill>
                    <a:schemeClr val="bg1"/>
                  </a:solidFill>
                  <a:latin typeface="Montserrat" panose="00000500000000000000" pitchFamily="2" charset="0"/>
                </a:endParaRPr>
              </a:p>
            </p:txBody>
          </p:sp>
        </mc:Choice>
        <mc:Fallback xmlns="">
          <p:sp>
            <p:nvSpPr>
              <p:cNvPr id="20" name="TextBox 19">
                <a:extLst>
                  <a:ext uri="{FF2B5EF4-FFF2-40B4-BE49-F238E27FC236}">
                    <a16:creationId xmlns:a16="http://schemas.microsoft.com/office/drawing/2014/main" id="{7595718B-70AF-F0B5-3ED1-D78E2160CFBB}"/>
                  </a:ext>
                </a:extLst>
              </p:cNvPr>
              <p:cNvSpPr txBox="1">
                <a:spLocks noRot="1" noChangeAspect="1" noMove="1" noResize="1" noEditPoints="1" noAdjustHandles="1" noChangeArrowheads="1" noChangeShapeType="1" noTextEdit="1"/>
              </p:cNvSpPr>
              <p:nvPr/>
            </p:nvSpPr>
            <p:spPr>
              <a:xfrm>
                <a:off x="3828691" y="2919498"/>
                <a:ext cx="3072294" cy="451214"/>
              </a:xfrm>
              <a:prstGeom prst="rect">
                <a:avLst/>
              </a:prstGeom>
              <a:blipFill>
                <a:blip r:embed="rId3"/>
                <a:stretch>
                  <a:fillRect l="-1984" t="-104054" b="-156757"/>
                </a:stretch>
              </a:blipFill>
            </p:spPr>
            <p:txBody>
              <a:bodyPr/>
              <a:lstStyle/>
              <a:p>
                <a:r>
                  <a:rPr lang="en-US">
                    <a:noFill/>
                  </a:rPr>
                  <a:t> </a:t>
                </a:r>
              </a:p>
            </p:txBody>
          </p:sp>
        </mc:Fallback>
      </mc:AlternateContent>
      <p:cxnSp>
        <p:nvCxnSpPr>
          <p:cNvPr id="22" name="Connector: Elbow 21">
            <a:extLst>
              <a:ext uri="{FF2B5EF4-FFF2-40B4-BE49-F238E27FC236}">
                <a16:creationId xmlns:a16="http://schemas.microsoft.com/office/drawing/2014/main" id="{C091F237-E9D6-B2AB-CEA6-AF49C8A8402F}"/>
              </a:ext>
            </a:extLst>
          </p:cNvPr>
          <p:cNvCxnSpPr>
            <a:cxnSpLocks/>
            <a:stCxn id="20" idx="0"/>
          </p:cNvCxnSpPr>
          <p:nvPr/>
        </p:nvCxnSpPr>
        <p:spPr>
          <a:xfrm rot="16200000" flipV="1">
            <a:off x="4343016" y="1897675"/>
            <a:ext cx="612818" cy="143082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Elbow 1024">
            <a:extLst>
              <a:ext uri="{FF2B5EF4-FFF2-40B4-BE49-F238E27FC236}">
                <a16:creationId xmlns:a16="http://schemas.microsoft.com/office/drawing/2014/main" id="{7A24595E-4BB0-E950-4D0B-EF7388E0F350}"/>
              </a:ext>
            </a:extLst>
          </p:cNvPr>
          <p:cNvCxnSpPr>
            <a:cxnSpLocks/>
            <a:stCxn id="20" idx="2"/>
          </p:cNvCxnSpPr>
          <p:nvPr/>
        </p:nvCxnSpPr>
        <p:spPr>
          <a:xfrm rot="5400000">
            <a:off x="4249396" y="3050148"/>
            <a:ext cx="794878" cy="143600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35" name="Rectangle: Rounded Corners 1034">
            <a:extLst>
              <a:ext uri="{FF2B5EF4-FFF2-40B4-BE49-F238E27FC236}">
                <a16:creationId xmlns:a16="http://schemas.microsoft.com/office/drawing/2014/main" id="{AB76F39F-1E99-30FD-4D82-071328DC7703}"/>
              </a:ext>
            </a:extLst>
          </p:cNvPr>
          <p:cNvSpPr/>
          <p:nvPr/>
        </p:nvSpPr>
        <p:spPr>
          <a:xfrm>
            <a:off x="6522477" y="1996977"/>
            <a:ext cx="2245163" cy="2300827"/>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Google Shape;1040;p31">
            <a:extLst>
              <a:ext uri="{FF2B5EF4-FFF2-40B4-BE49-F238E27FC236}">
                <a16:creationId xmlns:a16="http://schemas.microsoft.com/office/drawing/2014/main" id="{14EC205C-2F58-B0BB-EBDD-F9F4EED98079}"/>
              </a:ext>
            </a:extLst>
          </p:cNvPr>
          <p:cNvSpPr txBox="1">
            <a:spLocks/>
          </p:cNvSpPr>
          <p:nvPr/>
        </p:nvSpPr>
        <p:spPr>
          <a:xfrm>
            <a:off x="6542525" y="2678652"/>
            <a:ext cx="2245163" cy="158346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Tự lập trình hàm cơ sở tính toán ma trận </a:t>
            </a:r>
            <a:r>
              <a:rPr lang="vi-VN" sz="1300" b="1" dirty="0"/>
              <a:t>N</a:t>
            </a:r>
            <a:r>
              <a:rPr lang="vi-VN" sz="1300" dirty="0"/>
              <a:t>, đảm bảo tính điều khiển cục bộ (</a:t>
            </a:r>
            <a:r>
              <a:rPr lang="vi-VN" sz="1300" b="1" dirty="0" err="1"/>
              <a:t>local</a:t>
            </a:r>
            <a:r>
              <a:rPr lang="vi-VN" sz="1300" b="1" dirty="0"/>
              <a:t> </a:t>
            </a:r>
            <a:r>
              <a:rPr lang="vi-VN" sz="1300" b="1" dirty="0" err="1"/>
              <a:t>control</a:t>
            </a:r>
            <a:r>
              <a:rPr lang="vi-VN" sz="1300" dirty="0"/>
              <a:t>).</a:t>
            </a:r>
            <a:endParaRPr lang="en-US" sz="1300" dirty="0">
              <a:solidFill>
                <a:schemeClr val="bg1"/>
              </a:solidFill>
            </a:endParaRPr>
          </a:p>
        </p:txBody>
      </p:sp>
      <p:sp>
        <p:nvSpPr>
          <p:cNvPr id="1037" name="Rectangle: Rounded Corners 1036">
            <a:extLst>
              <a:ext uri="{FF2B5EF4-FFF2-40B4-BE49-F238E27FC236}">
                <a16:creationId xmlns:a16="http://schemas.microsoft.com/office/drawing/2014/main" id="{5A9A5B15-8F47-E019-FADA-F43F0B3EFA52}"/>
              </a:ext>
            </a:extLst>
          </p:cNvPr>
          <p:cNvSpPr/>
          <p:nvPr/>
        </p:nvSpPr>
        <p:spPr>
          <a:xfrm>
            <a:off x="6651637" y="2097292"/>
            <a:ext cx="1990123"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Google Shape;1041;p31">
            <a:extLst>
              <a:ext uri="{FF2B5EF4-FFF2-40B4-BE49-F238E27FC236}">
                <a16:creationId xmlns:a16="http://schemas.microsoft.com/office/drawing/2014/main" id="{2532D09B-27FC-94B9-1FD8-70716BB3F357}"/>
              </a:ext>
            </a:extLst>
          </p:cNvPr>
          <p:cNvSpPr txBox="1">
            <a:spLocks/>
          </p:cNvSpPr>
          <p:nvPr/>
        </p:nvSpPr>
        <p:spPr>
          <a:xfrm>
            <a:off x="6661661" y="2117347"/>
            <a:ext cx="1990123"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Thuật</a:t>
            </a:r>
            <a:r>
              <a:rPr lang="en-US" sz="1500" dirty="0">
                <a:solidFill>
                  <a:schemeClr val="accent6"/>
                </a:solidFill>
              </a:rPr>
              <a:t> </a:t>
            </a:r>
            <a:r>
              <a:rPr lang="en-US" sz="1500" dirty="0" err="1">
                <a:solidFill>
                  <a:schemeClr val="accent6"/>
                </a:solidFill>
              </a:rPr>
              <a:t>toán</a:t>
            </a:r>
            <a:r>
              <a:rPr lang="en-US" sz="1500" dirty="0">
                <a:solidFill>
                  <a:schemeClr val="accent6"/>
                </a:solidFill>
              </a:rPr>
              <a:t> </a:t>
            </a:r>
            <a:r>
              <a:rPr lang="en-US" sz="1500" dirty="0" err="1">
                <a:solidFill>
                  <a:schemeClr val="accent6"/>
                </a:solidFill>
              </a:rPr>
              <a:t>Đệ</a:t>
            </a:r>
            <a:r>
              <a:rPr lang="en-US" sz="1500" dirty="0">
                <a:solidFill>
                  <a:schemeClr val="accent6"/>
                </a:solidFill>
              </a:rPr>
              <a:t> </a:t>
            </a:r>
            <a:r>
              <a:rPr lang="en-US" sz="1500" dirty="0" err="1">
                <a:solidFill>
                  <a:schemeClr val="accent6"/>
                </a:solidFill>
              </a:rPr>
              <a:t>quy</a:t>
            </a:r>
            <a:r>
              <a:rPr lang="en-US" sz="1500" dirty="0">
                <a:solidFill>
                  <a:schemeClr val="accent6"/>
                </a:solidFill>
              </a:rPr>
              <a:t> Cox-de Boor</a:t>
            </a:r>
          </a:p>
        </p:txBody>
      </p:sp>
      <p:cxnSp>
        <p:nvCxnSpPr>
          <p:cNvPr id="1056" name="Straight Arrow Connector 1055">
            <a:extLst>
              <a:ext uri="{FF2B5EF4-FFF2-40B4-BE49-F238E27FC236}">
                <a16:creationId xmlns:a16="http://schemas.microsoft.com/office/drawing/2014/main" id="{ECECDCF5-BD98-ABE7-B1A5-00AC7D48A550}"/>
              </a:ext>
            </a:extLst>
          </p:cNvPr>
          <p:cNvCxnSpPr>
            <a:cxnSpLocks/>
          </p:cNvCxnSpPr>
          <p:nvPr/>
        </p:nvCxnSpPr>
        <p:spPr>
          <a:xfrm>
            <a:off x="6254803" y="3168741"/>
            <a:ext cx="230521" cy="0"/>
          </a:xfrm>
          <a:prstGeom prst="straightConnector1">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8650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5D52716-1FD3-B76A-440B-D1130797BBB3}"/>
            </a:ext>
          </a:extLst>
        </p:cNvPr>
        <p:cNvGrpSpPr/>
        <p:nvPr/>
      </p:nvGrpSpPr>
      <p:grpSpPr>
        <a:xfrm>
          <a:off x="0" y="0"/>
          <a:ext cx="0" cy="0"/>
          <a:chOff x="0" y="0"/>
          <a:chExt cx="0" cy="0"/>
        </a:xfrm>
      </p:grpSpPr>
      <p:grpSp>
        <p:nvGrpSpPr>
          <p:cNvPr id="10" name="Google Shape;1345;p39">
            <a:extLst>
              <a:ext uri="{FF2B5EF4-FFF2-40B4-BE49-F238E27FC236}">
                <a16:creationId xmlns:a16="http://schemas.microsoft.com/office/drawing/2014/main" id="{B7144BAC-855E-AD43-E9C8-82CFDFC1505D}"/>
              </a:ext>
            </a:extLst>
          </p:cNvPr>
          <p:cNvGrpSpPr/>
          <p:nvPr/>
        </p:nvGrpSpPr>
        <p:grpSpPr>
          <a:xfrm>
            <a:off x="3729739" y="1350394"/>
            <a:ext cx="467796" cy="53928"/>
            <a:chOff x="7685921" y="1136892"/>
            <a:chExt cx="513876" cy="57000"/>
          </a:xfrm>
        </p:grpSpPr>
        <p:cxnSp>
          <p:nvCxnSpPr>
            <p:cNvPr id="14" name="Google Shape;1347;p39">
              <a:extLst>
                <a:ext uri="{FF2B5EF4-FFF2-40B4-BE49-F238E27FC236}">
                  <a16:creationId xmlns:a16="http://schemas.microsoft.com/office/drawing/2014/main" id="{A1411C70-6A42-E64C-9B49-87305A294257}"/>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5" name="Google Shape;1349;p39">
              <a:extLst>
                <a:ext uri="{FF2B5EF4-FFF2-40B4-BE49-F238E27FC236}">
                  <a16:creationId xmlns:a16="http://schemas.microsoft.com/office/drawing/2014/main" id="{6C0A51F9-F664-D736-392F-28BB887E1B97}"/>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 name="Google Shape;1347;p39">
            <a:extLst>
              <a:ext uri="{FF2B5EF4-FFF2-40B4-BE49-F238E27FC236}">
                <a16:creationId xmlns:a16="http://schemas.microsoft.com/office/drawing/2014/main" id="{BA6BFEA8-AC8B-2EA5-7DB9-BD87C13A0132}"/>
              </a:ext>
            </a:extLst>
          </p:cNvPr>
          <p:cNvCxnSpPr>
            <a:cxnSpLocks/>
            <a:endCxn id="1332" idx="2"/>
          </p:cNvCxnSpPr>
          <p:nvPr/>
        </p:nvCxnSpPr>
        <p:spPr>
          <a:xfrm>
            <a:off x="4447532" y="1477108"/>
            <a:ext cx="4521" cy="3235302"/>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43" name="Google Shape;1343;p39">
            <a:extLst>
              <a:ext uri="{FF2B5EF4-FFF2-40B4-BE49-F238E27FC236}">
                <a16:creationId xmlns:a16="http://schemas.microsoft.com/office/drawing/2014/main" id="{732AC0C5-1743-AEC0-57CC-D672C6E44A0F}"/>
              </a:ext>
            </a:extLst>
          </p:cNvPr>
          <p:cNvSpPr txBox="1">
            <a:spLocks noGrp="1"/>
          </p:cNvSpPr>
          <p:nvPr>
            <p:ph type="title"/>
          </p:nvPr>
        </p:nvSpPr>
        <p:spPr>
          <a:xfrm>
            <a:off x="1137028" y="51016"/>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15DAB9AD-1AC5-A4C0-FB3A-B1FB104F89B0}"/>
              </a:ext>
            </a:extLst>
          </p:cNvPr>
          <p:cNvGrpSpPr/>
          <p:nvPr/>
        </p:nvGrpSpPr>
        <p:grpSpPr>
          <a:xfrm>
            <a:off x="1458182" y="528603"/>
            <a:ext cx="5921700" cy="192184"/>
            <a:chOff x="902597" y="1069304"/>
            <a:chExt cx="5921700" cy="192184"/>
          </a:xfrm>
        </p:grpSpPr>
        <p:grpSp>
          <p:nvGrpSpPr>
            <p:cNvPr id="1345" name="Google Shape;1345;p39">
              <a:extLst>
                <a:ext uri="{FF2B5EF4-FFF2-40B4-BE49-F238E27FC236}">
                  <a16:creationId xmlns:a16="http://schemas.microsoft.com/office/drawing/2014/main" id="{764629E4-9D11-93DC-865C-BD02B1156BAE}"/>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F4163F8-3E16-D533-4A30-F313A0469EFE}"/>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A9E35C66-3BF9-605C-9D65-FB04D46DBAB5}"/>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DE91369-D3C6-3123-913E-CA5C1257530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F7F64D6-A2AA-46AE-B2E0-91C5EE6A00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18B16C6-19F8-C6D1-6AFB-1135B3CBF2E7}"/>
              </a:ext>
            </a:extLst>
          </p:cNvPr>
          <p:cNvSpPr txBox="1">
            <a:spLocks/>
          </p:cNvSpPr>
          <p:nvPr/>
        </p:nvSpPr>
        <p:spPr>
          <a:xfrm>
            <a:off x="850552" y="4424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69F8F0FB-6BE9-0E0E-1C1D-671BF2EACA9F}"/>
              </a:ext>
            </a:extLst>
          </p:cNvPr>
          <p:cNvSpPr txBox="1">
            <a:spLocks/>
          </p:cNvSpPr>
          <p:nvPr/>
        </p:nvSpPr>
        <p:spPr>
          <a:xfrm>
            <a:off x="1486682" y="637581"/>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337" name="Google Shape;1040;p31">
            <a:extLst>
              <a:ext uri="{FF2B5EF4-FFF2-40B4-BE49-F238E27FC236}">
                <a16:creationId xmlns:a16="http://schemas.microsoft.com/office/drawing/2014/main" id="{5EA82DFC-D762-A093-80F7-425FF18CAF0A}"/>
              </a:ext>
            </a:extLst>
          </p:cNvPr>
          <p:cNvSpPr txBox="1">
            <a:spLocks/>
          </p:cNvSpPr>
          <p:nvPr/>
        </p:nvSpPr>
        <p:spPr>
          <a:xfrm>
            <a:off x="280638" y="1162034"/>
            <a:ext cx="3344789" cy="499174"/>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đọc mảng tọa độ không gian từ nội dung </a:t>
            </a:r>
            <a:r>
              <a:rPr lang="vi-VN" sz="1000" dirty="0" err="1">
                <a:solidFill>
                  <a:schemeClr val="bg1"/>
                </a:solidFill>
                <a:latin typeface="Montserrat" panose="00000500000000000000" pitchFamily="2" charset="0"/>
              </a:rPr>
              <a:t>file</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text</a:t>
            </a:r>
            <a:r>
              <a:rPr lang="vi-VN" sz="1000" dirty="0">
                <a:solidFill>
                  <a:schemeClr val="bg1"/>
                </a:solidFill>
                <a:latin typeface="Montserrat" panose="00000500000000000000" pitchFamily="2" charset="0"/>
              </a:rPr>
              <a:t> diempixel.dat (được sinh ra từ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1) để nạp vào ma trận tính toán </a:t>
            </a:r>
            <a:r>
              <a:rPr lang="vi-VN" sz="1000" dirty="0" err="1">
                <a:solidFill>
                  <a:schemeClr val="bg1"/>
                </a:solidFill>
                <a:latin typeface="Montserrat" panose="00000500000000000000" pitchFamily="2" charset="0"/>
              </a:rPr>
              <a:t>numpy</a:t>
            </a:r>
            <a:r>
              <a:rPr lang="vi-VN" sz="1000" dirty="0">
                <a:solidFill>
                  <a:schemeClr val="bg1"/>
                </a:solidFill>
                <a:latin typeface="Montserrat" panose="00000500000000000000" pitchFamily="2" charset="0"/>
              </a:rPr>
              <a:t> Q.</a:t>
            </a:r>
          </a:p>
        </p:txBody>
      </p:sp>
      <p:sp>
        <p:nvSpPr>
          <p:cNvPr id="3" name="Rectangle: Rounded Corners 2">
            <a:extLst>
              <a:ext uri="{FF2B5EF4-FFF2-40B4-BE49-F238E27FC236}">
                <a16:creationId xmlns:a16="http://schemas.microsoft.com/office/drawing/2014/main" id="{E8C16012-553B-D8E4-E61C-462C2FA960EB}"/>
              </a:ext>
            </a:extLst>
          </p:cNvPr>
          <p:cNvSpPr/>
          <p:nvPr/>
        </p:nvSpPr>
        <p:spPr>
          <a:xfrm>
            <a:off x="4182034" y="1147514"/>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039;p31">
            <a:extLst>
              <a:ext uri="{FF2B5EF4-FFF2-40B4-BE49-F238E27FC236}">
                <a16:creationId xmlns:a16="http://schemas.microsoft.com/office/drawing/2014/main" id="{AB97D44A-C861-551F-49AB-EF626A7F2424}"/>
              </a:ext>
            </a:extLst>
          </p:cNvPr>
          <p:cNvSpPr txBox="1">
            <a:spLocks/>
          </p:cNvSpPr>
          <p:nvPr/>
        </p:nvSpPr>
        <p:spPr>
          <a:xfrm>
            <a:off x="4213036" y="1127771"/>
            <a:ext cx="437990" cy="48290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1</a:t>
            </a:r>
          </a:p>
        </p:txBody>
      </p:sp>
      <p:pic>
        <p:nvPicPr>
          <p:cNvPr id="23" name="Picture 22">
            <a:extLst>
              <a:ext uri="{FF2B5EF4-FFF2-40B4-BE49-F238E27FC236}">
                <a16:creationId xmlns:a16="http://schemas.microsoft.com/office/drawing/2014/main" id="{74A8B42C-5D76-46D9-4351-D71A966A26DE}"/>
              </a:ext>
            </a:extLst>
          </p:cNvPr>
          <p:cNvPicPr>
            <a:picLocks noChangeAspect="1"/>
          </p:cNvPicPr>
          <p:nvPr/>
        </p:nvPicPr>
        <p:blipFill>
          <a:blip r:embed="rId3"/>
          <a:stretch>
            <a:fillRect/>
          </a:stretch>
        </p:blipFill>
        <p:spPr>
          <a:xfrm>
            <a:off x="5245594" y="1004464"/>
            <a:ext cx="2697621" cy="945288"/>
          </a:xfrm>
          <a:prstGeom prst="rect">
            <a:avLst/>
          </a:prstGeom>
          <a:ln w="28575">
            <a:solidFill>
              <a:schemeClr val="bg1"/>
            </a:solidFill>
          </a:ln>
        </p:spPr>
      </p:pic>
      <p:sp>
        <p:nvSpPr>
          <p:cNvPr id="28" name="Rectangle: Rounded Corners 27">
            <a:extLst>
              <a:ext uri="{FF2B5EF4-FFF2-40B4-BE49-F238E27FC236}">
                <a16:creationId xmlns:a16="http://schemas.microsoft.com/office/drawing/2014/main" id="{E3A5FE5A-23A5-A294-5164-0D63534DDE6C}"/>
              </a:ext>
            </a:extLst>
          </p:cNvPr>
          <p:cNvSpPr/>
          <p:nvPr/>
        </p:nvSpPr>
        <p:spPr>
          <a:xfrm>
            <a:off x="4194665" y="214035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oogle Shape;1039;p31">
            <a:extLst>
              <a:ext uri="{FF2B5EF4-FFF2-40B4-BE49-F238E27FC236}">
                <a16:creationId xmlns:a16="http://schemas.microsoft.com/office/drawing/2014/main" id="{0198DC88-C8B6-14C8-7AB1-362FCBBF5CB5}"/>
              </a:ext>
            </a:extLst>
          </p:cNvPr>
          <p:cNvSpPr txBox="1">
            <a:spLocks/>
          </p:cNvSpPr>
          <p:nvPr/>
        </p:nvSpPr>
        <p:spPr>
          <a:xfrm>
            <a:off x="4225667" y="212060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2</a:t>
            </a:r>
          </a:p>
        </p:txBody>
      </p:sp>
      <p:pic>
        <p:nvPicPr>
          <p:cNvPr id="31" name="Picture 30">
            <a:extLst>
              <a:ext uri="{FF2B5EF4-FFF2-40B4-BE49-F238E27FC236}">
                <a16:creationId xmlns:a16="http://schemas.microsoft.com/office/drawing/2014/main" id="{4C6E132E-6B8D-6C9A-4C2B-6EBE5ADB6411}"/>
              </a:ext>
            </a:extLst>
          </p:cNvPr>
          <p:cNvPicPr>
            <a:picLocks noChangeAspect="1"/>
          </p:cNvPicPr>
          <p:nvPr/>
        </p:nvPicPr>
        <p:blipFill>
          <a:blip r:embed="rId4"/>
          <a:stretch>
            <a:fillRect/>
          </a:stretch>
        </p:blipFill>
        <p:spPr>
          <a:xfrm>
            <a:off x="1200785" y="1766976"/>
            <a:ext cx="2413820" cy="1152970"/>
          </a:xfrm>
          <a:prstGeom prst="rect">
            <a:avLst/>
          </a:prstGeom>
          <a:ln w="28575">
            <a:solidFill>
              <a:schemeClr val="bg1"/>
            </a:solidFill>
          </a:ln>
        </p:spPr>
      </p:pic>
      <p:grpSp>
        <p:nvGrpSpPr>
          <p:cNvPr id="1367" name="Google Shape;1345;p39">
            <a:extLst>
              <a:ext uri="{FF2B5EF4-FFF2-40B4-BE49-F238E27FC236}">
                <a16:creationId xmlns:a16="http://schemas.microsoft.com/office/drawing/2014/main" id="{C6B0E223-97E2-0974-A163-92A2F11B5447}"/>
              </a:ext>
            </a:extLst>
          </p:cNvPr>
          <p:cNvGrpSpPr/>
          <p:nvPr/>
        </p:nvGrpSpPr>
        <p:grpSpPr>
          <a:xfrm rot="10800000">
            <a:off x="4694659" y="2341505"/>
            <a:ext cx="467796" cy="53928"/>
            <a:chOff x="7685921" y="1136892"/>
            <a:chExt cx="513876" cy="57000"/>
          </a:xfrm>
        </p:grpSpPr>
        <p:cxnSp>
          <p:nvCxnSpPr>
            <p:cNvPr id="1368" name="Google Shape;1347;p39">
              <a:extLst>
                <a:ext uri="{FF2B5EF4-FFF2-40B4-BE49-F238E27FC236}">
                  <a16:creationId xmlns:a16="http://schemas.microsoft.com/office/drawing/2014/main" id="{2AEC6291-1477-F8B7-AA80-C70BE05014F8}"/>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69" name="Google Shape;1349;p39">
              <a:extLst>
                <a:ext uri="{FF2B5EF4-FFF2-40B4-BE49-F238E27FC236}">
                  <a16:creationId xmlns:a16="http://schemas.microsoft.com/office/drawing/2014/main" id="{0AA728AD-4A99-A5D8-E2F6-A50D77404A40}"/>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mc:AlternateContent xmlns:mc="http://schemas.openxmlformats.org/markup-compatibility/2006" xmlns:a14="http://schemas.microsoft.com/office/drawing/2010/main">
        <mc:Choice Requires="a14">
          <p:sp>
            <p:nvSpPr>
              <p:cNvPr id="1370" name="Google Shape;1040;p31">
                <a:extLst>
                  <a:ext uri="{FF2B5EF4-FFF2-40B4-BE49-F238E27FC236}">
                    <a16:creationId xmlns:a16="http://schemas.microsoft.com/office/drawing/2014/main" id="{11A2CD80-92E6-A2C0-2699-A783D4423BC3}"/>
                  </a:ext>
                </a:extLst>
              </p:cNvPr>
              <p:cNvSpPr txBox="1">
                <a:spLocks/>
              </p:cNvSpPr>
              <p:nvPr/>
            </p:nvSpPr>
            <p:spPr>
              <a:xfrm>
                <a:off x="5223133" y="2067730"/>
                <a:ext cx="3326110"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Tính toán độ dài dây cung (khoảng cách </a:t>
                </a:r>
                <a:r>
                  <a:rPr lang="vi-VN" sz="1000" dirty="0" err="1">
                    <a:solidFill>
                      <a:schemeClr val="bg1"/>
                    </a:solidFill>
                    <a:latin typeface="Montserrat" panose="00000500000000000000" pitchFamily="2" charset="0"/>
                  </a:rPr>
                  <a:t>Euclid</a:t>
                </a:r>
                <a:r>
                  <a:rPr lang="vi-VN" sz="1000" dirty="0">
                    <a:solidFill>
                      <a:schemeClr val="bg1"/>
                    </a:solidFill>
                    <a:latin typeface="Montserrat" panose="00000500000000000000" pitchFamily="2" charset="0"/>
                  </a:rPr>
                  <a:t> giữa các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liền kề) và chuẩn hóa chúng về khoảng [0,1] để tạo ra mảng tham số </a:t>
                </a:r>
                <a14:m>
                  <m:oMath xmlns:m="http://schemas.openxmlformats.org/officeDocument/2006/math">
                    <m:acc>
                      <m:accPr>
                        <m:chr m:val="̅"/>
                        <m:ctrlPr>
                          <a:rPr lang="en-US" sz="1000" i="1" smtClean="0">
                            <a:solidFill>
                              <a:schemeClr val="bg1"/>
                            </a:solidFill>
                            <a:latin typeface="Cambria Math" panose="02040503050406030204" pitchFamily="18" charset="0"/>
                          </a:rPr>
                        </m:ctrlPr>
                      </m:accPr>
                      <m:e>
                        <m:r>
                          <a:rPr lang="en-US" sz="1000" b="0" i="1" smtClean="0">
                            <a:solidFill>
                              <a:schemeClr val="bg1"/>
                            </a:solidFill>
                            <a:latin typeface="Cambria Math" panose="02040503050406030204" pitchFamily="18" charset="0"/>
                          </a:rPr>
                          <m:t>𝑢</m:t>
                        </m:r>
                      </m:e>
                    </m:acc>
                  </m:oMath>
                </a14:m>
                <a:r>
                  <a:rPr lang="en-US" sz="1000" dirty="0">
                    <a:solidFill>
                      <a:schemeClr val="bg1"/>
                    </a:solidFill>
                    <a:latin typeface="Montserrat" panose="00000500000000000000" pitchFamily="2" charset="0"/>
                  </a:rPr>
                  <a:t>. </a:t>
                </a:r>
                <a:r>
                  <a:rPr lang="vi-VN" sz="1000" dirty="0">
                    <a:solidFill>
                      <a:schemeClr val="bg1"/>
                    </a:solidFill>
                    <a:latin typeface="Montserrat" panose="00000500000000000000" pitchFamily="2" charset="0"/>
                  </a:rPr>
                  <a:t>Bước này giúp đường cong tái tạo không bị méo lệch về mặt tỷ lệ.</a:t>
                </a:r>
              </a:p>
            </p:txBody>
          </p:sp>
        </mc:Choice>
        <mc:Fallback xmlns="">
          <p:sp>
            <p:nvSpPr>
              <p:cNvPr id="1370" name="Google Shape;1040;p31">
                <a:extLst>
                  <a:ext uri="{FF2B5EF4-FFF2-40B4-BE49-F238E27FC236}">
                    <a16:creationId xmlns:a16="http://schemas.microsoft.com/office/drawing/2014/main" id="{11A2CD80-92E6-A2C0-2699-A783D4423BC3}"/>
                  </a:ext>
                </a:extLst>
              </p:cNvPr>
              <p:cNvSpPr txBox="1">
                <a:spLocks noRot="1" noChangeAspect="1" noMove="1" noResize="1" noEditPoints="1" noAdjustHandles="1" noChangeArrowheads="1" noChangeShapeType="1" noTextEdit="1"/>
              </p:cNvSpPr>
              <p:nvPr/>
            </p:nvSpPr>
            <p:spPr>
              <a:xfrm>
                <a:off x="5223133" y="2067730"/>
                <a:ext cx="3326110" cy="688615"/>
              </a:xfrm>
              <a:prstGeom prst="rect">
                <a:avLst/>
              </a:prstGeom>
              <a:blipFill>
                <a:blip r:embed="rId5"/>
                <a:stretch>
                  <a:fillRect t="-11504" b="-16814"/>
                </a:stretch>
              </a:blipFill>
            </p:spPr>
            <p:txBody>
              <a:bodyPr/>
              <a:lstStyle/>
              <a:p>
                <a:r>
                  <a:rPr lang="en-US">
                    <a:noFill/>
                  </a:rPr>
                  <a:t> </a:t>
                </a:r>
              </a:p>
            </p:txBody>
          </p:sp>
        </mc:Fallback>
      </mc:AlternateContent>
      <p:pic>
        <p:nvPicPr>
          <p:cNvPr id="1313" name="Picture 1312">
            <a:extLst>
              <a:ext uri="{FF2B5EF4-FFF2-40B4-BE49-F238E27FC236}">
                <a16:creationId xmlns:a16="http://schemas.microsoft.com/office/drawing/2014/main" id="{D35F832B-2309-B14B-319D-CE902F1546B7}"/>
              </a:ext>
            </a:extLst>
          </p:cNvPr>
          <p:cNvPicPr>
            <a:picLocks noChangeAspect="1"/>
          </p:cNvPicPr>
          <p:nvPr/>
        </p:nvPicPr>
        <p:blipFill>
          <a:blip r:embed="rId6"/>
          <a:stretch>
            <a:fillRect/>
          </a:stretch>
        </p:blipFill>
        <p:spPr>
          <a:xfrm>
            <a:off x="5223133" y="2907492"/>
            <a:ext cx="2720080" cy="947969"/>
          </a:xfrm>
          <a:prstGeom prst="rect">
            <a:avLst/>
          </a:prstGeom>
          <a:ln w="28575">
            <a:solidFill>
              <a:schemeClr val="bg1"/>
            </a:solidFill>
          </a:ln>
        </p:spPr>
      </p:pic>
      <p:sp>
        <p:nvSpPr>
          <p:cNvPr id="1315" name="Rectangle: Rounded Corners 1314">
            <a:extLst>
              <a:ext uri="{FF2B5EF4-FFF2-40B4-BE49-F238E27FC236}">
                <a16:creationId xmlns:a16="http://schemas.microsoft.com/office/drawing/2014/main" id="{0020FB27-8841-69FD-CEF4-9D69FCC4CA6E}"/>
              </a:ext>
            </a:extLst>
          </p:cNvPr>
          <p:cNvSpPr/>
          <p:nvPr/>
        </p:nvSpPr>
        <p:spPr>
          <a:xfrm>
            <a:off x="4189784" y="3091953"/>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6" name="Google Shape;1039;p31">
            <a:extLst>
              <a:ext uri="{FF2B5EF4-FFF2-40B4-BE49-F238E27FC236}">
                <a16:creationId xmlns:a16="http://schemas.microsoft.com/office/drawing/2014/main" id="{F6D75A7F-7DE7-03D5-321B-4B40A82ED4FB}"/>
              </a:ext>
            </a:extLst>
          </p:cNvPr>
          <p:cNvSpPr txBox="1">
            <a:spLocks/>
          </p:cNvSpPr>
          <p:nvPr/>
        </p:nvSpPr>
        <p:spPr>
          <a:xfrm>
            <a:off x="4220786" y="3072210"/>
            <a:ext cx="437990" cy="49917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3</a:t>
            </a:r>
          </a:p>
        </p:txBody>
      </p:sp>
      <p:grpSp>
        <p:nvGrpSpPr>
          <p:cNvPr id="1317" name="Google Shape;1345;p39">
            <a:extLst>
              <a:ext uri="{FF2B5EF4-FFF2-40B4-BE49-F238E27FC236}">
                <a16:creationId xmlns:a16="http://schemas.microsoft.com/office/drawing/2014/main" id="{50350BB5-A642-0BC1-6A96-668DEAEEC2E0}"/>
              </a:ext>
            </a:extLst>
          </p:cNvPr>
          <p:cNvGrpSpPr/>
          <p:nvPr/>
        </p:nvGrpSpPr>
        <p:grpSpPr>
          <a:xfrm>
            <a:off x="3729739" y="3282704"/>
            <a:ext cx="467796" cy="53928"/>
            <a:chOff x="7685921" y="1136892"/>
            <a:chExt cx="513876" cy="57000"/>
          </a:xfrm>
        </p:grpSpPr>
        <p:cxnSp>
          <p:nvCxnSpPr>
            <p:cNvPr id="1318" name="Google Shape;1347;p39">
              <a:extLst>
                <a:ext uri="{FF2B5EF4-FFF2-40B4-BE49-F238E27FC236}">
                  <a16:creationId xmlns:a16="http://schemas.microsoft.com/office/drawing/2014/main" id="{4629579A-1C51-F5CA-C1FD-2B118318CA84}"/>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19" name="Google Shape;1349;p39">
              <a:extLst>
                <a:ext uri="{FF2B5EF4-FFF2-40B4-BE49-F238E27FC236}">
                  <a16:creationId xmlns:a16="http://schemas.microsoft.com/office/drawing/2014/main" id="{F77F5799-D560-6247-EB01-A717B070CD08}"/>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0" name="Google Shape;1040;p31">
            <a:extLst>
              <a:ext uri="{FF2B5EF4-FFF2-40B4-BE49-F238E27FC236}">
                <a16:creationId xmlns:a16="http://schemas.microsoft.com/office/drawing/2014/main" id="{ED5BA9A0-D4D3-38C0-455C-0051D64218C5}"/>
              </a:ext>
            </a:extLst>
          </p:cNvPr>
          <p:cNvSpPr txBox="1">
            <a:spLocks/>
          </p:cNvSpPr>
          <p:nvPr/>
        </p:nvSpPr>
        <p:spPr>
          <a:xfrm>
            <a:off x="5223133" y="4099760"/>
            <a:ext cx="3439242" cy="812318"/>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Đây là hàm tính toán đệ quy thuật toán </a:t>
            </a:r>
            <a:r>
              <a:rPr lang="vi-VN" sz="1000" b="1" dirty="0" err="1">
                <a:solidFill>
                  <a:schemeClr val="bg1"/>
                </a:solidFill>
                <a:latin typeface="Montserrat" panose="00000500000000000000" pitchFamily="2" charset="0"/>
              </a:rPr>
              <a:t>Cox</a:t>
            </a:r>
            <a:r>
              <a:rPr lang="vi-VN" sz="1000" b="1" dirty="0">
                <a:solidFill>
                  <a:schemeClr val="bg1"/>
                </a:solidFill>
                <a:latin typeface="Montserrat" panose="00000500000000000000" pitchFamily="2" charset="0"/>
              </a:rPr>
              <a:t>-de </a:t>
            </a:r>
            <a:r>
              <a:rPr lang="vi-VN" sz="1000" b="1" dirty="0" err="1">
                <a:solidFill>
                  <a:schemeClr val="bg1"/>
                </a:solidFill>
                <a:latin typeface="Montserrat" panose="00000500000000000000" pitchFamily="2" charset="0"/>
              </a:rPr>
              <a:t>Boor</a:t>
            </a:r>
            <a:r>
              <a:rPr lang="vi-VN" sz="1000" dirty="0">
                <a:solidFill>
                  <a:schemeClr val="bg1"/>
                </a:solidFill>
                <a:latin typeface="Montserrat" panose="00000500000000000000" pitchFamily="2" charset="0"/>
              </a:rPr>
              <a:t> kinh điển để tìm ra giá trị của hàm cơ sở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a:t>
            </a:r>
            <a:r>
              <a:rPr lang="en-US" sz="1000" dirty="0" err="1">
                <a:solidFill>
                  <a:schemeClr val="bg1"/>
                </a:solidFill>
                <a:latin typeface="Montserrat" panose="00000500000000000000" pitchFamily="2" charset="0"/>
              </a:rPr>
              <a:t>N</a:t>
            </a:r>
            <a:r>
              <a:rPr lang="en-US" sz="1000" baseline="-25000" dirty="0" err="1">
                <a:solidFill>
                  <a:schemeClr val="bg1"/>
                </a:solidFill>
                <a:latin typeface="Montserrat" panose="00000500000000000000" pitchFamily="2" charset="0"/>
              </a:rPr>
              <a:t>i,p</a:t>
            </a:r>
            <a:r>
              <a:rPr lang="en-US" sz="1000" dirty="0">
                <a:solidFill>
                  <a:schemeClr val="bg1"/>
                </a:solidFill>
                <a:latin typeface="Montserrat" panose="00000500000000000000" pitchFamily="2" charset="0"/>
              </a:rPr>
              <a:t>(u)</a:t>
            </a:r>
            <a:r>
              <a:rPr lang="vi-VN" sz="1000" dirty="0">
                <a:solidFill>
                  <a:schemeClr val="bg1"/>
                </a:solidFill>
                <a:latin typeface="Montserrat" panose="00000500000000000000" pitchFamily="2" charset="0"/>
              </a:rPr>
              <a:t>), vốn sẽ được dùng để lấp đầy ma trận quan sát N ở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3.</a:t>
            </a:r>
          </a:p>
        </p:txBody>
      </p:sp>
      <p:pic>
        <p:nvPicPr>
          <p:cNvPr id="1325" name="Picture 1324">
            <a:extLst>
              <a:ext uri="{FF2B5EF4-FFF2-40B4-BE49-F238E27FC236}">
                <a16:creationId xmlns:a16="http://schemas.microsoft.com/office/drawing/2014/main" id="{990F7017-8C11-B880-B511-B7AAA40813E6}"/>
              </a:ext>
            </a:extLst>
          </p:cNvPr>
          <p:cNvPicPr>
            <a:picLocks noChangeAspect="1"/>
          </p:cNvPicPr>
          <p:nvPr/>
        </p:nvPicPr>
        <p:blipFill>
          <a:blip r:embed="rId7"/>
          <a:stretch>
            <a:fillRect/>
          </a:stretch>
        </p:blipFill>
        <p:spPr>
          <a:xfrm>
            <a:off x="1196211" y="3740925"/>
            <a:ext cx="2413821" cy="1349667"/>
          </a:xfrm>
          <a:prstGeom prst="rect">
            <a:avLst/>
          </a:prstGeom>
          <a:ln w="28575">
            <a:solidFill>
              <a:schemeClr val="bg1"/>
            </a:solidFill>
          </a:ln>
        </p:spPr>
      </p:pic>
      <p:sp>
        <p:nvSpPr>
          <p:cNvPr id="1330" name="Google Shape;1040;p31">
            <a:extLst>
              <a:ext uri="{FF2B5EF4-FFF2-40B4-BE49-F238E27FC236}">
                <a16:creationId xmlns:a16="http://schemas.microsoft.com/office/drawing/2014/main" id="{0930CB21-9E72-A424-F146-4E042E33A779}"/>
              </a:ext>
            </a:extLst>
          </p:cNvPr>
          <p:cNvSpPr txBox="1">
            <a:spLocks/>
          </p:cNvSpPr>
          <p:nvPr/>
        </p:nvSpPr>
        <p:spPr>
          <a:xfrm>
            <a:off x="229819" y="2975317"/>
            <a:ext cx="3395608" cy="71168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Cấp phát mảng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Uniform</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Knot</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U. Việc thiết lập các nút lặp lại ở hai đầu mút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ép đường cong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bắt buộc phải dính chặt vào điểm bắt đầu và kết thúc của nét vẽ.</a:t>
            </a:r>
          </a:p>
        </p:txBody>
      </p:sp>
      <p:sp>
        <p:nvSpPr>
          <p:cNvPr id="1331" name="Rectangle: Rounded Corners 1330">
            <a:extLst>
              <a:ext uri="{FF2B5EF4-FFF2-40B4-BE49-F238E27FC236}">
                <a16:creationId xmlns:a16="http://schemas.microsoft.com/office/drawing/2014/main" id="{8E5D774F-718C-4422-165A-A014176D7B59}"/>
              </a:ext>
            </a:extLst>
          </p:cNvPr>
          <p:cNvSpPr/>
          <p:nvPr/>
        </p:nvSpPr>
        <p:spPr>
          <a:xfrm>
            <a:off x="4202056" y="428101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 name="Google Shape;1039;p31">
            <a:extLst>
              <a:ext uri="{FF2B5EF4-FFF2-40B4-BE49-F238E27FC236}">
                <a16:creationId xmlns:a16="http://schemas.microsoft.com/office/drawing/2014/main" id="{A528DC69-2B01-B06E-7353-5CEB709D571A}"/>
              </a:ext>
            </a:extLst>
          </p:cNvPr>
          <p:cNvSpPr txBox="1">
            <a:spLocks/>
          </p:cNvSpPr>
          <p:nvPr/>
        </p:nvSpPr>
        <p:spPr>
          <a:xfrm>
            <a:off x="4233058" y="426126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4</a:t>
            </a:r>
          </a:p>
        </p:txBody>
      </p:sp>
      <p:grpSp>
        <p:nvGrpSpPr>
          <p:cNvPr id="1333" name="Google Shape;1345;p39">
            <a:extLst>
              <a:ext uri="{FF2B5EF4-FFF2-40B4-BE49-F238E27FC236}">
                <a16:creationId xmlns:a16="http://schemas.microsoft.com/office/drawing/2014/main" id="{21379493-848F-76BB-8C95-8954B5759011}"/>
              </a:ext>
            </a:extLst>
          </p:cNvPr>
          <p:cNvGrpSpPr/>
          <p:nvPr/>
        </p:nvGrpSpPr>
        <p:grpSpPr>
          <a:xfrm rot="10800000">
            <a:off x="4702050" y="4482165"/>
            <a:ext cx="467796" cy="53928"/>
            <a:chOff x="7685921" y="1136892"/>
            <a:chExt cx="513876" cy="57000"/>
          </a:xfrm>
        </p:grpSpPr>
        <p:cxnSp>
          <p:nvCxnSpPr>
            <p:cNvPr id="1334" name="Google Shape;1347;p39">
              <a:extLst>
                <a:ext uri="{FF2B5EF4-FFF2-40B4-BE49-F238E27FC236}">
                  <a16:creationId xmlns:a16="http://schemas.microsoft.com/office/drawing/2014/main" id="{803D42CF-6231-C8FB-4225-3B56D71E4B21}"/>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36" name="Google Shape;1349;p39">
              <a:extLst>
                <a:ext uri="{FF2B5EF4-FFF2-40B4-BE49-F238E27FC236}">
                  <a16:creationId xmlns:a16="http://schemas.microsoft.com/office/drawing/2014/main" id="{5726DCDC-9403-D58E-F0C9-53EECE40EAF1}"/>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673035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D7AE590-FA37-BBC1-7AA0-7563CEE8941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2E94545-9864-3A75-41BC-A3D38228BD31}"/>
              </a:ext>
            </a:extLst>
          </p:cNvPr>
          <p:cNvPicPr>
            <a:picLocks noChangeAspect="1"/>
          </p:cNvPicPr>
          <p:nvPr/>
        </p:nvPicPr>
        <p:blipFill>
          <a:blip r:embed="rId3"/>
          <a:stretch>
            <a:fillRect/>
          </a:stretch>
        </p:blipFill>
        <p:spPr>
          <a:xfrm>
            <a:off x="1721643" y="804578"/>
            <a:ext cx="5661999" cy="3184874"/>
          </a:xfrm>
          <a:prstGeom prst="rect">
            <a:avLst/>
          </a:prstGeom>
        </p:spPr>
      </p:pic>
      <p:sp>
        <p:nvSpPr>
          <p:cNvPr id="1343" name="Google Shape;1343;p39">
            <a:extLst>
              <a:ext uri="{FF2B5EF4-FFF2-40B4-BE49-F238E27FC236}">
                <a16:creationId xmlns:a16="http://schemas.microsoft.com/office/drawing/2014/main" id="{7DCF9F62-B00F-4B1A-58C0-07E9775EA51D}"/>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6E99D6FF-5341-A72A-3C27-AD44B00E7D96}"/>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023DEBE-60BD-266E-97D8-65125E440627}"/>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0F165AF-5296-266B-4D97-31C238E13B30}"/>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077DAECD-7977-F8B5-19FD-4588865FFFF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CD8968D-B1FE-72D6-FC7C-814F6A6019FA}"/>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468A9B19-A843-3EC3-DDC4-D05697236A3E}"/>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62BF3C25-4E35-8F84-46EC-87F02378DE2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365A7E74-6427-8649-6CCB-77BBE53E7506}"/>
              </a:ext>
            </a:extLst>
          </p:cNvPr>
          <p:cNvSpPr/>
          <p:nvPr/>
        </p:nvSpPr>
        <p:spPr>
          <a:xfrm>
            <a:off x="535958" y="3918590"/>
            <a:ext cx="8129740" cy="76910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4943A6C-45E7-B0E8-48B2-590BC75C1C4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24" name="Google Shape;1040;p31">
            <a:extLst>
              <a:ext uri="{FF2B5EF4-FFF2-40B4-BE49-F238E27FC236}">
                <a16:creationId xmlns:a16="http://schemas.microsoft.com/office/drawing/2014/main" id="{614CC484-D689-4A8D-89CD-0B879147B480}"/>
              </a:ext>
            </a:extLst>
          </p:cNvPr>
          <p:cNvSpPr txBox="1">
            <a:spLocks/>
          </p:cNvSpPr>
          <p:nvPr/>
        </p:nvSpPr>
        <p:spPr>
          <a:xfrm>
            <a:off x="854848" y="184774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Độ</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bám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sát</a:t>
            </a:r>
            <a:r>
              <a:rPr lang="en-US" dirty="0">
                <a:solidFill>
                  <a:schemeClr val="bg1"/>
                </a:solidFill>
                <a:latin typeface="Montserrat" panose="00000500000000000000" pitchFamily="2" charset="0"/>
              </a:rPr>
              <a:t> pixel</a:t>
            </a:r>
          </a:p>
          <a:p>
            <a:pPr algn="ctr">
              <a:buClr>
                <a:schemeClr val="bg1"/>
              </a:buClr>
            </a:pPr>
            <a:r>
              <a:rPr lang="en-US" dirty="0">
                <a:solidFill>
                  <a:schemeClr val="bg1"/>
                </a:solidFill>
                <a:latin typeface="Montserrat" panose="00000500000000000000" pitchFamily="2" charset="0"/>
              </a:rPr>
              <a:t>(</a:t>
            </a:r>
            <a:r>
              <a:rPr lang="en-US" b="1" dirty="0">
                <a:solidFill>
                  <a:schemeClr val="bg1"/>
                </a:solidFill>
                <a:latin typeface="Montserrat" panose="00000500000000000000" pitchFamily="2" charset="0"/>
              </a:rPr>
              <a:t>N</a:t>
            </a:r>
            <a:r>
              <a:rPr lang="en-US" b="1" baseline="30000" dirty="0">
                <a:solidFill>
                  <a:schemeClr val="bg1"/>
                </a:solidFill>
                <a:latin typeface="Montserrat" panose="00000500000000000000" pitchFamily="2" charset="0"/>
              </a:rPr>
              <a:t>T</a:t>
            </a:r>
            <a:r>
              <a:rPr lang="en-US" b="1" dirty="0">
                <a:solidFill>
                  <a:schemeClr val="bg1"/>
                </a:solidFill>
                <a:latin typeface="Montserrat" panose="00000500000000000000" pitchFamily="2" charset="0"/>
              </a:rPr>
              <a:t>N</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p:sp>
        <p:nvSpPr>
          <p:cNvPr id="1334" name="Google Shape;1040;p31">
            <a:extLst>
              <a:ext uri="{FF2B5EF4-FFF2-40B4-BE49-F238E27FC236}">
                <a16:creationId xmlns:a16="http://schemas.microsoft.com/office/drawing/2014/main" id="{1DD1F33C-16ED-B721-BE65-BC5B6E0294A8}"/>
              </a:ext>
            </a:extLst>
          </p:cNvPr>
          <p:cNvSpPr txBox="1">
            <a:spLocks/>
          </p:cNvSpPr>
          <p:nvPr/>
        </p:nvSpPr>
        <p:spPr>
          <a:xfrm>
            <a:off x="535958" y="4060314"/>
            <a:ext cx="8129740"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600" dirty="0">
                <a:solidFill>
                  <a:schemeClr val="bg1"/>
                </a:solidFill>
                <a:latin typeface="Montserrat" panose="00000500000000000000" pitchFamily="2" charset="0"/>
              </a:rPr>
              <a:t>Thêm ma trận phạt sai phân bậc hai </a:t>
            </a:r>
            <a:r>
              <a:rPr lang="en-US" sz="1600" b="1" dirty="0">
                <a:solidFill>
                  <a:schemeClr val="bg1"/>
                </a:solidFill>
                <a:latin typeface="Montserrat" panose="00000500000000000000" pitchFamily="2" charset="0"/>
                <a:ea typeface="Times New Roman" panose="02020603050405020304" pitchFamily="18" charset="0"/>
              </a:rPr>
              <a:t>D</a:t>
            </a:r>
            <a:r>
              <a:rPr lang="en-US" sz="1600" b="1" baseline="-25000" dirty="0">
                <a:solidFill>
                  <a:schemeClr val="bg1"/>
                </a:solidFill>
                <a:latin typeface="Montserrat" panose="00000500000000000000" pitchFamily="2" charset="0"/>
                <a:ea typeface="Times New Roman" panose="02020603050405020304" pitchFamily="18" charset="0"/>
              </a:rPr>
              <a:t>2</a:t>
            </a:r>
            <a:r>
              <a:rPr lang="vi-VN" sz="1600" dirty="0">
                <a:solidFill>
                  <a:schemeClr val="bg1"/>
                </a:solidFill>
                <a:latin typeface="Montserrat" panose="00000500000000000000" pitchFamily="2" charset="0"/>
              </a:rPr>
              <a:t> có trọng số </a:t>
            </a:r>
            <a:r>
              <a:rPr lang="el-GR" sz="1600" dirty="0">
                <a:solidFill>
                  <a:schemeClr val="bg1"/>
                </a:solidFill>
                <a:latin typeface="Montserrat" panose="00000500000000000000" pitchFamily="2" charset="0"/>
              </a:rPr>
              <a:t>λ </a:t>
            </a:r>
            <a:r>
              <a:rPr lang="vi-VN" sz="1600" dirty="0">
                <a:solidFill>
                  <a:schemeClr val="bg1"/>
                </a:solidFill>
                <a:latin typeface="Montserrat" panose="00000500000000000000" pitchFamily="2" charset="0"/>
              </a:rPr>
              <a:t>để chống hiện tượng đường cong bị gấp khúc do bám theo các nhiễu răng cưa của </a:t>
            </a:r>
            <a:r>
              <a:rPr lang="vi-VN" sz="1600" dirty="0" err="1">
                <a:solidFill>
                  <a:schemeClr val="bg1"/>
                </a:solidFill>
                <a:latin typeface="Montserrat" panose="00000500000000000000" pitchFamily="2" charset="0"/>
              </a:rPr>
              <a:t>pixel</a:t>
            </a:r>
            <a:r>
              <a:rPr lang="vi-VN" sz="1600" dirty="0">
                <a:solidFill>
                  <a:schemeClr val="bg1"/>
                </a:solidFill>
                <a:latin typeface="Montserrat" panose="00000500000000000000" pitchFamily="2" charset="0"/>
              </a:rPr>
              <a:t> gốc.</a:t>
            </a:r>
          </a:p>
        </p:txBody>
      </p:sp>
      <mc:AlternateContent xmlns:mc="http://schemas.openxmlformats.org/markup-compatibility/2006" xmlns:a14="http://schemas.microsoft.com/office/drawing/2010/main">
        <mc:Choice Requires="a14">
          <p:sp>
            <p:nvSpPr>
              <p:cNvPr id="5" name="Google Shape;1040;p31">
                <a:extLst>
                  <a:ext uri="{FF2B5EF4-FFF2-40B4-BE49-F238E27FC236}">
                    <a16:creationId xmlns:a16="http://schemas.microsoft.com/office/drawing/2014/main" id="{6AB125CF-91D5-31B2-9253-8F4F77A83DC4}"/>
                  </a:ext>
                </a:extLst>
              </p:cNvPr>
              <p:cNvSpPr txBox="1">
                <a:spLocks/>
              </p:cNvSpPr>
              <p:nvPr/>
            </p:nvSpPr>
            <p:spPr>
              <a:xfrm>
                <a:off x="6278984" y="1910488"/>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Độ </a:t>
                </a:r>
                <a:r>
                  <a:rPr lang="en-US" dirty="0" err="1">
                    <a:solidFill>
                      <a:schemeClr val="bg1"/>
                    </a:solidFill>
                    <a:latin typeface="Montserrat" panose="00000500000000000000" pitchFamily="2" charset="0"/>
                  </a:rPr>
                  <a:t>trơn</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láng</a:t>
                </a:r>
                <a:endParaRPr lang="en-US" dirty="0">
                  <a:solidFill>
                    <a:schemeClr val="bg1"/>
                  </a:solidFill>
                  <a:latin typeface="Montserrat" panose="00000500000000000000" pitchFamily="2" charset="0"/>
                </a:endParaRPr>
              </a:p>
              <a:p>
                <a:pPr algn="ctr">
                  <a:buClr>
                    <a:schemeClr val="bg1"/>
                  </a:buClr>
                </a:pPr>
                <a:r>
                  <a:rPr lang="en-US" dirty="0">
                    <a:solidFill>
                      <a:schemeClr val="bg1"/>
                    </a:solidFill>
                    <a:latin typeface="Montserrat" panose="00000500000000000000" pitchFamily="2" charset="0"/>
                  </a:rPr>
                  <a:t>(</a:t>
                </a:r>
                <a14:m>
                  <m:oMath xmlns:m="http://schemas.openxmlformats.org/officeDocument/2006/math">
                    <m:sSubSup>
                      <m:sSubSupPr>
                        <m:ctrlPr>
                          <a:rPr lang="en-US" b="1" i="1" smtClean="0">
                            <a:solidFill>
                              <a:schemeClr val="bg1"/>
                            </a:solidFill>
                            <a:effectLst/>
                            <a:latin typeface="Cambria Math" panose="02040503050406030204" pitchFamily="18" charset="0"/>
                          </a:rPr>
                        </m:ctrlPr>
                      </m:sSubSupPr>
                      <m:e>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𝐃</m:t>
                        </m:r>
                      </m:e>
                      <m:sub>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𝐓</m:t>
                        </m:r>
                      </m:sup>
                    </m:sSubSup>
                  </m:oMath>
                </a14:m>
                <a:r>
                  <a:rPr lang="en-US" sz="1400" b="1" dirty="0">
                    <a:solidFill>
                      <a:schemeClr val="bg1"/>
                    </a:solidFill>
                    <a:effectLst/>
                    <a:latin typeface="Montserrat" panose="00000500000000000000" pitchFamily="2" charset="0"/>
                    <a:ea typeface="Times New Roman" panose="02020603050405020304" pitchFamily="18" charset="0"/>
                  </a:rPr>
                  <a:t>D</a:t>
                </a:r>
                <a:r>
                  <a:rPr lang="en-US" sz="1400" b="1" baseline="-25000" dirty="0">
                    <a:solidFill>
                      <a:schemeClr val="bg1"/>
                    </a:solidFill>
                    <a:effectLst/>
                    <a:latin typeface="Montserrat" panose="00000500000000000000" pitchFamily="2" charset="0"/>
                    <a:ea typeface="Times New Roman" panose="02020603050405020304" pitchFamily="18" charset="0"/>
                  </a:rPr>
                  <a:t>2</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mc:Choice>
        <mc:Fallback xmlns="">
          <p:sp>
            <p:nvSpPr>
              <p:cNvPr id="5" name="Google Shape;1040;p31">
                <a:extLst>
                  <a:ext uri="{FF2B5EF4-FFF2-40B4-BE49-F238E27FC236}">
                    <a16:creationId xmlns:a16="http://schemas.microsoft.com/office/drawing/2014/main" id="{6AB125CF-91D5-31B2-9253-8F4F77A83DC4}"/>
                  </a:ext>
                </a:extLst>
              </p:cNvPr>
              <p:cNvSpPr txBox="1">
                <a:spLocks noRot="1" noChangeAspect="1" noMove="1" noResize="1" noEditPoints="1" noAdjustHandles="1" noChangeArrowheads="1" noChangeShapeType="1" noTextEdit="1"/>
              </p:cNvSpPr>
              <p:nvPr/>
            </p:nvSpPr>
            <p:spPr>
              <a:xfrm>
                <a:off x="6278984" y="1910488"/>
                <a:ext cx="1971453" cy="435431"/>
              </a:xfrm>
              <a:prstGeom prst="rect">
                <a:avLst/>
              </a:prstGeom>
              <a:blipFill>
                <a:blip r:embed="rId4"/>
                <a:stretch>
                  <a:fillRect t="-12500" b="-25000"/>
                </a:stretch>
              </a:blipFill>
            </p:spPr>
            <p:txBody>
              <a:bodyPr/>
              <a:lstStyle/>
              <a:p>
                <a:r>
                  <a:rPr lang="en-US">
                    <a:noFill/>
                  </a:rPr>
                  <a:t> </a:t>
                </a:r>
              </a:p>
            </p:txBody>
          </p:sp>
        </mc:Fallback>
      </mc:AlternateContent>
      <p:sp>
        <p:nvSpPr>
          <p:cNvPr id="6" name="Google Shape;1040;p31">
            <a:extLst>
              <a:ext uri="{FF2B5EF4-FFF2-40B4-BE49-F238E27FC236}">
                <a16:creationId xmlns:a16="http://schemas.microsoft.com/office/drawing/2014/main" id="{2745453E-B138-FA80-57CE-4B070AB44EF2}"/>
              </a:ext>
            </a:extLst>
          </p:cNvPr>
          <p:cNvSpPr txBox="1">
            <a:spLocks/>
          </p:cNvSpPr>
          <p:nvPr/>
        </p:nvSpPr>
        <p:spPr>
          <a:xfrm>
            <a:off x="4952133" y="2742185"/>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Hệ</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số</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làm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mịn</a:t>
            </a:r>
            <a:r>
              <a:rPr lang="en-US" dirty="0">
                <a:solidFill>
                  <a:schemeClr val="bg1"/>
                </a:solidFill>
                <a:latin typeface="Montserrat" panose="00000500000000000000" pitchFamily="2" charset="0"/>
              </a:rPr>
              <a:t> </a:t>
            </a:r>
            <a:r>
              <a:rPr lang="en-US" sz="1400" dirty="0">
                <a:solidFill>
                  <a:schemeClr val="bg1"/>
                </a:solidFill>
                <a:effectLst/>
                <a:latin typeface="Montserrat" panose="00000500000000000000" pitchFamily="2" charset="0"/>
                <a:ea typeface="Times New Roman" panose="02020603050405020304" pitchFamily="18" charset="0"/>
              </a:rPr>
              <a:t>λ</a:t>
            </a:r>
            <a:endParaRPr lang="vi-VN" dirty="0">
              <a:solidFill>
                <a:schemeClr val="bg1"/>
              </a:solidFill>
              <a:latin typeface="Montserrat" panose="00000500000000000000" pitchFamily="2"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7E9C781-3631-3736-01A6-702E0457ED21}"/>
                  </a:ext>
                </a:extLst>
              </p:cNvPr>
              <p:cNvSpPr txBox="1"/>
              <p:nvPr/>
            </p:nvSpPr>
            <p:spPr>
              <a:xfrm>
                <a:off x="2466302" y="3249007"/>
                <a:ext cx="4965894" cy="418513"/>
              </a:xfrm>
              <a:prstGeom prst="rect">
                <a:avLst/>
              </a:prstGeom>
              <a:noFill/>
            </p:spPr>
            <p:txBody>
              <a:bodyPr wrap="square">
                <a:spAutoFit/>
              </a:bodyPr>
              <a:lstStyle/>
              <a:p>
                <a:r>
                  <a:rPr lang="en-US" sz="2000" b="1" dirty="0">
                    <a:solidFill>
                      <a:schemeClr val="bg1"/>
                    </a:solidFill>
                    <a:effectLst/>
                    <a:latin typeface="Montserrat" panose="00000500000000000000" pitchFamily="2" charset="0"/>
                    <a:ea typeface="Times New Roman" panose="02020603050405020304" pitchFamily="18" charset="0"/>
                  </a:rPr>
                  <a:t>(N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N + λ ∙ scale ∙ </a:t>
                </a:r>
                <a14:m>
                  <m:oMath xmlns:m="http://schemas.openxmlformats.org/officeDocument/2006/math">
                    <m:sSubSup>
                      <m:sSubSupPr>
                        <m:ctrlPr>
                          <a:rPr lang="en-US" sz="2000" b="1" i="1">
                            <a:solidFill>
                              <a:schemeClr val="bg1"/>
                            </a:solidFill>
                            <a:effectLst/>
                            <a:latin typeface="Cambria Math" panose="02040503050406030204" pitchFamily="18" charset="0"/>
                          </a:rPr>
                        </m:ctrlPr>
                      </m:sSubSupPr>
                      <m:e>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𝑫</m:t>
                        </m:r>
                      </m:e>
                      <m:sub>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𝑻</m:t>
                        </m:r>
                      </m:sup>
                    </m:sSubSup>
                  </m:oMath>
                </a14:m>
                <a:r>
                  <a:rPr lang="en-US" sz="2000" b="1" dirty="0">
                    <a:solidFill>
                      <a:schemeClr val="bg1"/>
                    </a:solidFill>
                    <a:effectLst/>
                    <a:latin typeface="Montserrat" panose="00000500000000000000" pitchFamily="2" charset="0"/>
                    <a:ea typeface="Times New Roman" panose="02020603050405020304" pitchFamily="18" charset="0"/>
                  </a:rPr>
                  <a:t>D</a:t>
                </a:r>
                <a:r>
                  <a:rPr lang="en-US" sz="2000" b="1" baseline="-25000" dirty="0">
                    <a:solidFill>
                      <a:schemeClr val="bg1"/>
                    </a:solidFill>
                    <a:effectLst/>
                    <a:latin typeface="Montserrat" panose="00000500000000000000" pitchFamily="2" charset="0"/>
                    <a:ea typeface="Times New Roman" panose="02020603050405020304" pitchFamily="18" charset="0"/>
                  </a:rPr>
                  <a:t>2</a:t>
                </a:r>
                <a:r>
                  <a:rPr lang="en-US" sz="2000" b="1" dirty="0">
                    <a:solidFill>
                      <a:schemeClr val="bg1"/>
                    </a:solidFill>
                    <a:effectLst/>
                    <a:latin typeface="Montserrat" panose="00000500000000000000" pitchFamily="2" charset="0"/>
                    <a:ea typeface="Times New Roman" panose="02020603050405020304" pitchFamily="18" charset="0"/>
                  </a:rPr>
                  <a:t>)P = 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Q </a:t>
                </a:r>
                <a:endParaRPr lang="en-US" sz="2000" b="1" dirty="0">
                  <a:solidFill>
                    <a:schemeClr val="bg1"/>
                  </a:solidFill>
                  <a:latin typeface="Montserrat" panose="00000500000000000000" pitchFamily="2" charset="0"/>
                </a:endParaRPr>
              </a:p>
            </p:txBody>
          </p:sp>
        </mc:Choice>
        <mc:Fallback xmlns="">
          <p:sp>
            <p:nvSpPr>
              <p:cNvPr id="13" name="TextBox 12">
                <a:extLst>
                  <a:ext uri="{FF2B5EF4-FFF2-40B4-BE49-F238E27FC236}">
                    <a16:creationId xmlns:a16="http://schemas.microsoft.com/office/drawing/2014/main" id="{F7E9C781-3631-3736-01A6-702E0457ED21}"/>
                  </a:ext>
                </a:extLst>
              </p:cNvPr>
              <p:cNvSpPr txBox="1">
                <a:spLocks noRot="1" noChangeAspect="1" noMove="1" noResize="1" noEditPoints="1" noAdjustHandles="1" noChangeArrowheads="1" noChangeShapeType="1" noTextEdit="1"/>
              </p:cNvSpPr>
              <p:nvPr/>
            </p:nvSpPr>
            <p:spPr>
              <a:xfrm>
                <a:off x="2466302" y="3249007"/>
                <a:ext cx="4965894" cy="418513"/>
              </a:xfrm>
              <a:prstGeom prst="rect">
                <a:avLst/>
              </a:prstGeom>
              <a:blipFill>
                <a:blip r:embed="rId5"/>
                <a:stretch>
                  <a:fillRect l="-1351" t="-5797" b="-26087"/>
                </a:stretch>
              </a:blipFill>
            </p:spPr>
            <p:txBody>
              <a:bodyPr/>
              <a:lstStyle/>
              <a:p>
                <a:r>
                  <a:rPr lang="en-US">
                    <a:noFill/>
                  </a:rPr>
                  <a:t> </a:t>
                </a:r>
              </a:p>
            </p:txBody>
          </p:sp>
        </mc:Fallback>
      </mc:AlternateContent>
    </p:spTree>
    <p:extLst>
      <p:ext uri="{BB962C8B-B14F-4D97-AF65-F5344CB8AC3E}">
        <p14:creationId xmlns:p14="http://schemas.microsoft.com/office/powerpoint/2010/main" val="971089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FFDDC38-9D82-DB2B-7FD4-2CCB92B7EE3D}"/>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EF5A464A-6B97-1039-EFCA-21574CA19EE6}"/>
              </a:ext>
            </a:extLst>
          </p:cNvPr>
          <p:cNvSpPr/>
          <p:nvPr/>
        </p:nvSpPr>
        <p:spPr>
          <a:xfrm>
            <a:off x="65294" y="2309089"/>
            <a:ext cx="8966279" cy="16690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995CB7D-8BA6-2901-4B21-139B134AB683}"/>
              </a:ext>
            </a:extLst>
          </p:cNvPr>
          <p:cNvSpPr/>
          <p:nvPr/>
        </p:nvSpPr>
        <p:spPr>
          <a:xfrm>
            <a:off x="169112" y="3739498"/>
            <a:ext cx="2753073" cy="1349663"/>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D4DA58F7-EC21-C6F8-45D3-ED7D310BB78C}"/>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BF418C42-3C07-2F31-D898-D8060F7E9CFC}"/>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B61E1F9F-70C5-CBB9-F491-1F54E6F1E3A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DB244398-F6E5-EEF0-B0D8-ADD66392029D}"/>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906494AF-D6BA-41FC-CA4A-6FE511710571}"/>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650456B2-AFFA-748B-6BCA-15E228A37D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D1AB6CB0-02A3-500C-E095-CF946F1631E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299A2A0-A016-ECC0-3691-02F47DB80406}"/>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F79D42A5-69BE-C0C6-CEFB-DE09046EAE9D}"/>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37" name="Google Shape;1040;p31">
            <a:extLst>
              <a:ext uri="{FF2B5EF4-FFF2-40B4-BE49-F238E27FC236}">
                <a16:creationId xmlns:a16="http://schemas.microsoft.com/office/drawing/2014/main" id="{40CA253F-29FD-6608-7DBD-CB54C26D5982}"/>
              </a:ext>
            </a:extLst>
          </p:cNvPr>
          <p:cNvSpPr txBox="1">
            <a:spLocks/>
          </p:cNvSpPr>
          <p:nvPr/>
        </p:nvSpPr>
        <p:spPr>
          <a:xfrm>
            <a:off x="169111" y="3739498"/>
            <a:ext cx="2753073" cy="1349663"/>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Hàm </a:t>
            </a:r>
            <a:r>
              <a:rPr lang="en-US" sz="1000" dirty="0" err="1">
                <a:solidFill>
                  <a:schemeClr val="accent6"/>
                </a:solidFill>
                <a:latin typeface="Montserrat" panose="00000500000000000000" pitchFamily="2" charset="0"/>
              </a:rPr>
              <a:t>này</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đọc các điểm ảnh liên tục, dựa vào biến "Ngưỡng nhảy đứt nét" (</a:t>
            </a:r>
            <a:r>
              <a:rPr lang="vi-VN" sz="1000" dirty="0" err="1">
                <a:solidFill>
                  <a:schemeClr val="accent6"/>
                </a:solidFill>
                <a:latin typeface="Montserrat" panose="00000500000000000000" pitchFamily="2" charset="0"/>
              </a:rPr>
              <a:t>jump_threshold</a:t>
            </a:r>
            <a:r>
              <a:rPr lang="vi-VN" sz="1000" dirty="0">
                <a:solidFill>
                  <a:schemeClr val="accent6"/>
                </a:solidFill>
                <a:latin typeface="Montserrat" panose="00000500000000000000" pitchFamily="2" charset="0"/>
              </a:rPr>
              <a:t>) để phân mảnh chữ ký ra làm nhiều nét khác nhau. Bên trong nó còn có </a:t>
            </a:r>
            <a:r>
              <a:rPr lang="vi-VN" sz="1000" dirty="0" err="1">
                <a:solidFill>
                  <a:schemeClr val="accent6"/>
                </a:solidFill>
                <a:latin typeface="Montserrat" panose="00000500000000000000" pitchFamily="2" charset="0"/>
              </a:rPr>
              <a:t>logic</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Spur</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Pruning</a:t>
            </a:r>
            <a:r>
              <a:rPr lang="vi-VN" sz="1000" dirty="0">
                <a:solidFill>
                  <a:schemeClr val="accent6"/>
                </a:solidFill>
                <a:latin typeface="Montserrat" panose="00000500000000000000" pitchFamily="2" charset="0"/>
              </a:rPr>
              <a:t> (xóa các hạt nhiễu có độ dài nhỏ hơn 15 điểm) và </a:t>
            </a:r>
            <a:r>
              <a:rPr lang="vi-VN" sz="1000" dirty="0" err="1">
                <a:solidFill>
                  <a:schemeClr val="accent6"/>
                </a:solidFill>
                <a:latin typeface="Montserrat" panose="00000500000000000000" pitchFamily="2" charset="0"/>
              </a:rPr>
              <a:t>Junction</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Healing</a:t>
            </a:r>
            <a:r>
              <a:rPr lang="vi-VN" sz="1000" dirty="0">
                <a:solidFill>
                  <a:schemeClr val="accent6"/>
                </a:solidFill>
                <a:latin typeface="Montserrat" panose="00000500000000000000" pitchFamily="2" charset="0"/>
              </a:rPr>
              <a:t> (tự động hút và nối các nét đứt gãy nếu khoảng cách ≤ 5px).</a:t>
            </a:r>
          </a:p>
        </p:txBody>
      </p:sp>
      <p:pic>
        <p:nvPicPr>
          <p:cNvPr id="5" name="Picture 4">
            <a:extLst>
              <a:ext uri="{FF2B5EF4-FFF2-40B4-BE49-F238E27FC236}">
                <a16:creationId xmlns:a16="http://schemas.microsoft.com/office/drawing/2014/main" id="{F2A37C3A-E16D-DAD4-36F9-E34F78287AB6}"/>
              </a:ext>
            </a:extLst>
          </p:cNvPr>
          <p:cNvPicPr>
            <a:picLocks noChangeAspect="1"/>
          </p:cNvPicPr>
          <p:nvPr/>
        </p:nvPicPr>
        <p:blipFill>
          <a:blip r:embed="rId3"/>
          <a:stretch>
            <a:fillRect/>
          </a:stretch>
        </p:blipFill>
        <p:spPr>
          <a:xfrm>
            <a:off x="169111" y="1165313"/>
            <a:ext cx="2753073" cy="2473745"/>
          </a:xfrm>
          <a:prstGeom prst="rect">
            <a:avLst/>
          </a:prstGeom>
          <a:ln w="28575">
            <a:solidFill>
              <a:schemeClr val="bg1"/>
            </a:solidFill>
          </a:ln>
        </p:spPr>
      </p:pic>
      <p:pic>
        <p:nvPicPr>
          <p:cNvPr id="9" name="Picture 8">
            <a:extLst>
              <a:ext uri="{FF2B5EF4-FFF2-40B4-BE49-F238E27FC236}">
                <a16:creationId xmlns:a16="http://schemas.microsoft.com/office/drawing/2014/main" id="{075FDD4D-9435-8F56-8CDE-CC0C35EFCC6B}"/>
              </a:ext>
            </a:extLst>
          </p:cNvPr>
          <p:cNvPicPr>
            <a:picLocks noChangeAspect="1"/>
          </p:cNvPicPr>
          <p:nvPr/>
        </p:nvPicPr>
        <p:blipFill>
          <a:blip r:embed="rId4"/>
          <a:stretch>
            <a:fillRect/>
          </a:stretch>
        </p:blipFill>
        <p:spPr>
          <a:xfrm>
            <a:off x="3335438" y="1164061"/>
            <a:ext cx="2313396" cy="2473745"/>
          </a:xfrm>
          <a:prstGeom prst="rect">
            <a:avLst/>
          </a:prstGeom>
          <a:ln w="28575">
            <a:solidFill>
              <a:schemeClr val="bg1"/>
            </a:solidFill>
          </a:ln>
        </p:spPr>
      </p:pic>
      <p:sp>
        <p:nvSpPr>
          <p:cNvPr id="10" name="Rectangle: Rounded Corners 9">
            <a:extLst>
              <a:ext uri="{FF2B5EF4-FFF2-40B4-BE49-F238E27FC236}">
                <a16:creationId xmlns:a16="http://schemas.microsoft.com/office/drawing/2014/main" id="{5F89D6EA-8E68-D792-3B85-FE9D85E6B22C}"/>
              </a:ext>
            </a:extLst>
          </p:cNvPr>
          <p:cNvSpPr/>
          <p:nvPr/>
        </p:nvSpPr>
        <p:spPr>
          <a:xfrm>
            <a:off x="3335438" y="3739498"/>
            <a:ext cx="2313397" cy="435430"/>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4CDCB625-BDFB-E7C1-F45C-27CC336677BD}"/>
              </a:ext>
            </a:extLst>
          </p:cNvPr>
          <p:cNvSpPr txBox="1">
            <a:spLocks/>
          </p:cNvSpPr>
          <p:nvPr/>
        </p:nvSpPr>
        <p:spPr>
          <a:xfrm>
            <a:off x="3335439" y="3739497"/>
            <a:ext cx="2313396" cy="43543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Hạt nhân chính giải hệ phương trình LST</a:t>
            </a:r>
            <a:r>
              <a:rPr lang="en-US" sz="1000" dirty="0">
                <a:solidFill>
                  <a:schemeClr val="accent6"/>
                </a:solidFill>
                <a:latin typeface="Montserrat" panose="00000500000000000000" pitchFamily="2" charset="0"/>
              </a:rPr>
              <a:t>.</a:t>
            </a:r>
            <a:endParaRPr lang="vi-VN" sz="1000" dirty="0">
              <a:solidFill>
                <a:schemeClr val="accent6"/>
              </a:solidFill>
              <a:latin typeface="Montserrat" panose="00000500000000000000" pitchFamily="2" charset="0"/>
            </a:endParaRPr>
          </a:p>
        </p:txBody>
      </p:sp>
      <p:pic>
        <p:nvPicPr>
          <p:cNvPr id="18" name="Picture 17">
            <a:extLst>
              <a:ext uri="{FF2B5EF4-FFF2-40B4-BE49-F238E27FC236}">
                <a16:creationId xmlns:a16="http://schemas.microsoft.com/office/drawing/2014/main" id="{28FBB702-7D33-AFC3-D52B-FAFA36AA0B88}"/>
              </a:ext>
            </a:extLst>
          </p:cNvPr>
          <p:cNvPicPr>
            <a:picLocks noChangeAspect="1"/>
          </p:cNvPicPr>
          <p:nvPr/>
        </p:nvPicPr>
        <p:blipFill>
          <a:blip r:embed="rId5"/>
          <a:stretch>
            <a:fillRect/>
          </a:stretch>
        </p:blipFill>
        <p:spPr>
          <a:xfrm>
            <a:off x="6043035" y="1138066"/>
            <a:ext cx="2905627" cy="2499740"/>
          </a:xfrm>
          <a:prstGeom prst="rect">
            <a:avLst/>
          </a:prstGeom>
          <a:ln w="28575">
            <a:solidFill>
              <a:schemeClr val="bg1"/>
            </a:solidFill>
          </a:ln>
        </p:spPr>
      </p:pic>
      <p:sp>
        <p:nvSpPr>
          <p:cNvPr id="22" name="Rectangle: Rounded Corners 21">
            <a:extLst>
              <a:ext uri="{FF2B5EF4-FFF2-40B4-BE49-F238E27FC236}">
                <a16:creationId xmlns:a16="http://schemas.microsoft.com/office/drawing/2014/main" id="{568EAB82-0341-0180-44E5-1383D43EA70E}"/>
              </a:ext>
            </a:extLst>
          </p:cNvPr>
          <p:cNvSpPr/>
          <p:nvPr/>
        </p:nvSpPr>
        <p:spPr>
          <a:xfrm>
            <a:off x="6043034" y="3739497"/>
            <a:ext cx="2905627" cy="1127679"/>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Google Shape;1040;p31">
            <a:extLst>
              <a:ext uri="{FF2B5EF4-FFF2-40B4-BE49-F238E27FC236}">
                <a16:creationId xmlns:a16="http://schemas.microsoft.com/office/drawing/2014/main" id="{58AA321F-4527-293C-FA4C-F70EA080F120}"/>
              </a:ext>
            </a:extLst>
          </p:cNvPr>
          <p:cNvSpPr txBox="1">
            <a:spLocks/>
          </p:cNvSpPr>
          <p:nvPr/>
        </p:nvSpPr>
        <p:spPr>
          <a:xfrm>
            <a:off x="6043034" y="3739497"/>
            <a:ext cx="2905627" cy="112767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Trình xuất dữ liệu mảng (</a:t>
            </a:r>
            <a:r>
              <a:rPr lang="vi-VN" sz="1000" dirty="0" err="1">
                <a:solidFill>
                  <a:schemeClr val="accent6"/>
                </a:solidFill>
                <a:latin typeface="Montserrat" panose="00000500000000000000" pitchFamily="2" charset="0"/>
              </a:rPr>
              <a:t>array</a:t>
            </a:r>
            <a:r>
              <a:rPr lang="vi-VN" sz="1000" dirty="0">
                <a:solidFill>
                  <a:schemeClr val="accent6"/>
                </a:solidFill>
                <a:latin typeface="Montserrat" panose="00000500000000000000" pitchFamily="2" charset="0"/>
              </a:rPr>
              <a:t>) trong </a:t>
            </a:r>
            <a:r>
              <a:rPr lang="vi-VN" sz="1000" dirty="0" err="1">
                <a:solidFill>
                  <a:schemeClr val="accent6"/>
                </a:solidFill>
                <a:latin typeface="Montserrat" panose="00000500000000000000" pitchFamily="2" charset="0"/>
              </a:rPr>
              <a:t>Python</a:t>
            </a:r>
            <a:r>
              <a:rPr lang="vi-VN" sz="1000" dirty="0">
                <a:solidFill>
                  <a:schemeClr val="accent6"/>
                </a:solidFill>
                <a:latin typeface="Montserrat" panose="00000500000000000000" pitchFamily="2" charset="0"/>
              </a:rPr>
              <a:t> thành chuỗi </a:t>
            </a:r>
            <a:r>
              <a:rPr lang="vi-VN" sz="1000" dirty="0" err="1">
                <a:solidFill>
                  <a:schemeClr val="accent6"/>
                </a:solidFill>
                <a:latin typeface="Montserrat" panose="00000500000000000000" pitchFamily="2" charset="0"/>
              </a:rPr>
              <a:t>text</a:t>
            </a:r>
            <a:r>
              <a:rPr lang="vi-VN" sz="1000" dirty="0">
                <a:solidFill>
                  <a:schemeClr val="accent6"/>
                </a:solidFill>
                <a:latin typeface="Montserrat" panose="00000500000000000000" pitchFamily="2" charset="0"/>
              </a:rPr>
              <a:t> định dạng nghiêm ngặt theo chuẩn</a:t>
            </a:r>
            <a:r>
              <a:rPr lang="en-US"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DUTMod</a:t>
            </a:r>
            <a:r>
              <a:rPr lang="en-US" sz="1000" dirty="0" err="1">
                <a:solidFill>
                  <a:schemeClr val="accent6"/>
                </a:solidFill>
                <a:latin typeface="Montserrat" panose="00000500000000000000" pitchFamily="2" charset="0"/>
              </a:rPr>
              <a:t>eling</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DISCO, đảm bảo W</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1.00000000 (tọa độ đồng nhất) và </a:t>
            </a:r>
            <a:r>
              <a:rPr lang="vi-VN" sz="1000" dirty="0" err="1">
                <a:solidFill>
                  <a:schemeClr val="accent6"/>
                </a:solidFill>
                <a:latin typeface="Montserrat" panose="00000500000000000000" pitchFamily="2" charset="0"/>
              </a:rPr>
              <a:t>vector</a:t>
            </a:r>
            <a:r>
              <a:rPr lang="vi-VN" sz="1000" dirty="0">
                <a:solidFill>
                  <a:schemeClr val="accent6"/>
                </a:solidFill>
                <a:latin typeface="Montserrat" panose="00000500000000000000" pitchFamily="2" charset="0"/>
              </a:rPr>
              <a:t> nút </a:t>
            </a:r>
            <a:r>
              <a:rPr lang="vi-VN" sz="1000" dirty="0" err="1">
                <a:solidFill>
                  <a:schemeClr val="accent6"/>
                </a:solidFill>
                <a:latin typeface="Montserrat" panose="00000500000000000000" pitchFamily="2" charset="0"/>
              </a:rPr>
              <a:t>Uknot</a:t>
            </a:r>
            <a:r>
              <a:rPr lang="vi-VN" sz="1000" dirty="0">
                <a:solidFill>
                  <a:schemeClr val="accent6"/>
                </a:solidFill>
                <a:latin typeface="Montserrat" panose="00000500000000000000" pitchFamily="2" charset="0"/>
              </a:rPr>
              <a:t> được </a:t>
            </a:r>
            <a:r>
              <a:rPr lang="vi-VN" sz="1000" dirty="0" err="1">
                <a:solidFill>
                  <a:schemeClr val="accent6"/>
                </a:solidFill>
                <a:latin typeface="Montserrat" panose="00000500000000000000" pitchFamily="2" charset="0"/>
              </a:rPr>
              <a:t>format</a:t>
            </a:r>
            <a:r>
              <a:rPr lang="vi-VN" sz="1000" dirty="0">
                <a:solidFill>
                  <a:schemeClr val="accent6"/>
                </a:solidFill>
                <a:latin typeface="Montserrat" panose="00000500000000000000" pitchFamily="2" charset="0"/>
              </a:rPr>
              <a:t> đúng 8 số lẻ thập phân.</a:t>
            </a:r>
          </a:p>
        </p:txBody>
      </p:sp>
    </p:spTree>
    <p:extLst>
      <p:ext uri="{BB962C8B-B14F-4D97-AF65-F5344CB8AC3E}">
        <p14:creationId xmlns:p14="http://schemas.microsoft.com/office/powerpoint/2010/main" val="3639140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D183FE3C-950A-BF7A-CB7D-AABD1C3F3D12}"/>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A8102F34-CB54-3D9C-8453-52095210E5A4}"/>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04</a:t>
            </a:r>
            <a:endParaRPr dirty="0"/>
          </a:p>
        </p:txBody>
      </p:sp>
      <p:sp>
        <p:nvSpPr>
          <p:cNvPr id="1113" name="Google Shape;1113;p33">
            <a:extLst>
              <a:ext uri="{FF2B5EF4-FFF2-40B4-BE49-F238E27FC236}">
                <a16:creationId xmlns:a16="http://schemas.microsoft.com/office/drawing/2014/main" id="{A59BC4A1-DF3D-6B0C-6B53-3DE133104AD4}"/>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vi-VN" dirty="0">
                <a:latin typeface="Montserrat"/>
                <a:ea typeface="Montserrat"/>
                <a:cs typeface="Montserrat"/>
                <a:sym typeface="Montserrat"/>
              </a:rPr>
              <a:t>KẾT QUẢ THỰC HIỆN</a:t>
            </a:r>
            <a:br>
              <a:rPr lang="vi-VN" dirty="0">
                <a:latin typeface="Montserrat"/>
                <a:ea typeface="Montserrat"/>
                <a:cs typeface="Montserrat"/>
                <a:sym typeface="Montserrat"/>
              </a:rPr>
            </a:br>
            <a:r>
              <a:rPr lang="vi-VN" dirty="0">
                <a:latin typeface="Montserrat"/>
                <a:ea typeface="Montserrat"/>
                <a:cs typeface="Montserrat"/>
                <a:sym typeface="Montserrat"/>
              </a:rPr>
              <a:t>CHƯƠNG TRÌNH</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65B4ADD5-2FA4-EE81-4A4A-1C49BE89DE0C}"/>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C33068B9-56FA-1EDB-FE94-AB618816374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DF134263-76A1-23B7-DE9A-557812682D4E}"/>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7F134FFB-FEEB-4A7D-6893-DF96F8207DD5}"/>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6D879F46-336D-B811-2C0A-657E4317D85B}"/>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AEF2C50E-C483-D6B1-E02C-5384BC727F19}"/>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8297E35F-78E9-091A-5AC0-E7F4747C15D1}"/>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9F28EB3-C9A7-6215-03CD-40492B938D54}"/>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5E354526-C17B-F76E-9EB9-57A9F35CF5B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C1BCC435-FA85-0F2B-0E1C-09F69FCF52D9}"/>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45D902BA-D59B-E072-2F7B-8BC0AE6540D4}"/>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B0C99E82-738C-A776-46B1-D25ADEA194A0}"/>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09498A06-7615-D9F8-EA63-5554E7CC13B2}"/>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3B11D52A-B460-53D3-531A-BF6200F27AE9}"/>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B07287AC-FB49-92DA-128B-1BBB4DD143F0}"/>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B82D0EAD-8424-2662-16B5-1F1BE5E5FE7E}"/>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14874EC7-A334-651C-33FD-71A04B2260E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1C6ACDB1-A5B2-88AF-D820-5456F28E8F84}"/>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D6C21D48-7C25-03E4-8C29-ADE3F61102D8}"/>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2BE65773-D492-F4AF-2086-32A326B724CE}"/>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C2409DB4-5050-5945-2D89-A65E8940568C}"/>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DA1767-4C41-0F6E-A3D9-9AE014BB3DC3}"/>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1BD83F50-61A0-4998-2265-D8B518D7392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99ABB44C-7F00-081D-FF17-2948020D59F0}"/>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4459BD5E-4C98-AB44-4EBD-A631299B148A}"/>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089E6D3D-BF14-79A9-85E7-E4B637028563}"/>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07AF7234-BBED-495C-2099-D324D1EEF3C8}"/>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51ACCA-ADB3-5883-1235-B7EF065E4122}"/>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06EF5D98-716C-5090-7012-BC0111C74745}"/>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FD2DDE48-26EC-016E-5EC1-5D267529E0CB}"/>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EFFC9E97-AEA6-5904-9F89-286AFA1378C7}"/>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39DBFC84-B89F-58E6-4DAB-B77F0AC2E234}"/>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A6719753-2CEB-4B7C-D473-19133FB3E709}"/>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FAC190FB-6D52-1C1E-D79E-1A38517742CF}"/>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A21E2E82-8EDD-504B-E72F-D060DA63435B}"/>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9BCE7156-A27E-EF9D-B7DE-B56CA971279C}"/>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3DB71E53-3E78-777F-0047-F0AE0CA2629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296669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970DAE7C-0A95-2D35-5DCB-EEB9A945962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23349E69-DF7B-F2D6-4BF8-D1B5848C179E}"/>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2BD7995-477D-D9BF-A171-FBBDEB688F69}"/>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76E88FF-86C8-606E-72E5-747E45382D98}"/>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FB628FA-13C0-9EB5-A1F9-13B0955AAD98}"/>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01525D0-6563-2297-4D90-BC31204E6BBF}"/>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5657190A-9016-1022-82C0-5148E409792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6266D98-E947-0F14-F676-143773A6933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D4AFF7-9F45-353F-D81F-9C4622DF308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ABC0E8-8230-C8C5-A5C5-48715DDA9C41}"/>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solidFill>
                  <a:schemeClr val="bg1"/>
                </a:solidFill>
              </a:rPr>
              <a:t>Giao diện tương tác </a:t>
            </a:r>
            <a:r>
              <a:rPr lang="vi-VN" dirty="0" err="1">
                <a:solidFill>
                  <a:schemeClr val="bg1"/>
                </a:solidFill>
              </a:rPr>
              <a:t>Web</a:t>
            </a:r>
            <a:r>
              <a:rPr lang="vi-VN" dirty="0">
                <a:solidFill>
                  <a:schemeClr val="bg1"/>
                </a:solidFill>
              </a:rPr>
              <a:t> UI</a:t>
            </a:r>
            <a:endParaRPr lang="fr-FR" dirty="0">
              <a:solidFill>
                <a:schemeClr val="bg1"/>
              </a:solidFill>
            </a:endParaRPr>
          </a:p>
        </p:txBody>
      </p:sp>
      <p:sp>
        <p:nvSpPr>
          <p:cNvPr id="6" name="Google Shape;1040;p31">
            <a:extLst>
              <a:ext uri="{FF2B5EF4-FFF2-40B4-BE49-F238E27FC236}">
                <a16:creationId xmlns:a16="http://schemas.microsoft.com/office/drawing/2014/main" id="{B288754E-E9FD-D77C-D60E-F43C6F502205}"/>
              </a:ext>
            </a:extLst>
          </p:cNvPr>
          <p:cNvSpPr txBox="1">
            <a:spLocks/>
          </p:cNvSpPr>
          <p:nvPr/>
        </p:nvSpPr>
        <p:spPr>
          <a:xfrm>
            <a:off x="392274" y="180222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Upload</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ảnh </a:t>
            </a:r>
          </a:p>
          <a:p>
            <a:pPr algn="ctr">
              <a:buClr>
                <a:schemeClr val="bg1"/>
              </a:buClr>
            </a:pPr>
            <a:r>
              <a:rPr lang="vi-VN" sz="1200" dirty="0">
                <a:solidFill>
                  <a:schemeClr val="bg1"/>
                </a:solidFill>
                <a:latin typeface="Montserrat" panose="00000500000000000000" pitchFamily="2" charset="0"/>
              </a:rPr>
              <a:t>(.</a:t>
            </a:r>
            <a:r>
              <a:rPr lang="vi-VN" sz="1200" dirty="0" err="1">
                <a:solidFill>
                  <a:schemeClr val="bg1"/>
                </a:solidFill>
                <a:latin typeface="Montserrat" panose="00000500000000000000" pitchFamily="2" charset="0"/>
              </a:rPr>
              <a:t>jpg</a:t>
            </a:r>
            <a:r>
              <a:rPr lang="vi-VN" sz="1200" dirty="0">
                <a:solidFill>
                  <a:schemeClr val="bg1"/>
                </a:solidFill>
                <a:latin typeface="Montserrat" panose="00000500000000000000" pitchFamily="2" charset="0"/>
              </a:rPr>
              <a:t> hoặc .</a:t>
            </a:r>
            <a:r>
              <a:rPr lang="vi-VN" sz="1200" dirty="0" err="1">
                <a:solidFill>
                  <a:schemeClr val="bg1"/>
                </a:solidFill>
                <a:latin typeface="Montserrat" panose="00000500000000000000" pitchFamily="2" charset="0"/>
              </a:rPr>
              <a:t>png</a:t>
            </a:r>
            <a:r>
              <a:rPr lang="vi-VN" sz="1200" dirty="0">
                <a:solidFill>
                  <a:schemeClr val="bg1"/>
                </a:solidFill>
                <a:latin typeface="Montserrat" panose="00000500000000000000" pitchFamily="2" charset="0"/>
              </a:rPr>
              <a:t>)</a:t>
            </a:r>
          </a:p>
        </p:txBody>
      </p:sp>
      <p:sp>
        <p:nvSpPr>
          <p:cNvPr id="10" name="Arrow: Right 9">
            <a:extLst>
              <a:ext uri="{FF2B5EF4-FFF2-40B4-BE49-F238E27FC236}">
                <a16:creationId xmlns:a16="http://schemas.microsoft.com/office/drawing/2014/main" id="{FB22F6D2-4805-05A5-C5B2-DD5077ED2839}"/>
              </a:ext>
            </a:extLst>
          </p:cNvPr>
          <p:cNvSpPr/>
          <p:nvPr/>
        </p:nvSpPr>
        <p:spPr>
          <a:xfrm>
            <a:off x="2116771" y="195112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9E9D5000-F965-7B54-5BB3-96E10AFD38FB}"/>
              </a:ext>
            </a:extLst>
          </p:cNvPr>
          <p:cNvSpPr txBox="1">
            <a:spLocks/>
          </p:cNvSpPr>
          <p:nvPr/>
        </p:nvSpPr>
        <p:spPr>
          <a:xfrm>
            <a:off x="268796" y="2387790"/>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Thanh trượt điều chỉnh hệ số làm mịn </a:t>
            </a:r>
            <a:r>
              <a:rPr lang="el-GR" sz="1200" dirty="0">
                <a:solidFill>
                  <a:schemeClr val="bg1"/>
                </a:solidFill>
                <a:latin typeface="Montserrat" panose="00000500000000000000" pitchFamily="2" charset="0"/>
              </a:rPr>
              <a:t>λ </a:t>
            </a:r>
            <a:r>
              <a:rPr lang="vi-VN" sz="1200" dirty="0">
                <a:solidFill>
                  <a:schemeClr val="bg1"/>
                </a:solidFill>
                <a:latin typeface="Montserrat" panose="00000500000000000000" pitchFamily="2" charset="0"/>
              </a:rPr>
              <a:t>và ngưỡng nhảy</a:t>
            </a:r>
          </a:p>
        </p:txBody>
      </p:sp>
      <p:sp>
        <p:nvSpPr>
          <p:cNvPr id="12" name="Arrow: Right 11">
            <a:extLst>
              <a:ext uri="{FF2B5EF4-FFF2-40B4-BE49-F238E27FC236}">
                <a16:creationId xmlns:a16="http://schemas.microsoft.com/office/drawing/2014/main" id="{320A5780-13C2-BE38-1051-5D20CF8A1C3C}"/>
              </a:ext>
            </a:extLst>
          </p:cNvPr>
          <p:cNvSpPr/>
          <p:nvPr/>
        </p:nvSpPr>
        <p:spPr>
          <a:xfrm>
            <a:off x="2116771" y="2592088"/>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Google Shape;1497;p43">
            <a:extLst>
              <a:ext uri="{FF2B5EF4-FFF2-40B4-BE49-F238E27FC236}">
                <a16:creationId xmlns:a16="http://schemas.microsoft.com/office/drawing/2014/main" id="{AAD308C2-42DD-49C4-06B7-36FF65EDECBF}"/>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3CBCE3B0-B188-8FC0-1D14-61642C128A7B}"/>
              </a:ext>
            </a:extLst>
          </p:cNvPr>
          <p:cNvPicPr>
            <a:picLocks noChangeAspect="1"/>
          </p:cNvPicPr>
          <p:nvPr/>
        </p:nvPicPr>
        <p:blipFill>
          <a:blip r:embed="rId4"/>
          <a:stretch>
            <a:fillRect/>
          </a:stretch>
        </p:blipFill>
        <p:spPr>
          <a:xfrm>
            <a:off x="2555837" y="1412766"/>
            <a:ext cx="5574406" cy="2679780"/>
          </a:xfrm>
          <a:prstGeom prst="rect">
            <a:avLst/>
          </a:prstGeom>
          <a:ln w="28575">
            <a:solidFill>
              <a:schemeClr val="bg1"/>
            </a:solidFill>
          </a:ln>
        </p:spPr>
      </p:pic>
      <p:sp>
        <p:nvSpPr>
          <p:cNvPr id="5" name="Google Shape;1040;p31">
            <a:extLst>
              <a:ext uri="{FF2B5EF4-FFF2-40B4-BE49-F238E27FC236}">
                <a16:creationId xmlns:a16="http://schemas.microsoft.com/office/drawing/2014/main" id="{76DD32A8-F256-49A4-8439-EC1504F078E2}"/>
              </a:ext>
            </a:extLst>
          </p:cNvPr>
          <p:cNvSpPr txBox="1">
            <a:spLocks/>
          </p:cNvSpPr>
          <p:nvPr/>
        </p:nvSpPr>
        <p:spPr>
          <a:xfrm>
            <a:off x="268796" y="3677845"/>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Bấm vào nút để thực hiện việc tạo đường cong</a:t>
            </a:r>
          </a:p>
        </p:txBody>
      </p:sp>
      <p:sp>
        <p:nvSpPr>
          <p:cNvPr id="7" name="Arrow: Right 6">
            <a:extLst>
              <a:ext uri="{FF2B5EF4-FFF2-40B4-BE49-F238E27FC236}">
                <a16:creationId xmlns:a16="http://schemas.microsoft.com/office/drawing/2014/main" id="{0493D554-D95C-86E9-8053-46A26B676C70}"/>
              </a:ext>
            </a:extLst>
          </p:cNvPr>
          <p:cNvSpPr/>
          <p:nvPr/>
        </p:nvSpPr>
        <p:spPr>
          <a:xfrm>
            <a:off x="2116771" y="3882143"/>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9736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03A789F3-6822-0260-6F7D-34E9DC3F7A37}"/>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0E1F307E-5A0C-FBFA-6156-FE5F606EA96E}"/>
              </a:ext>
            </a:extLst>
          </p:cNvPr>
          <p:cNvSpPr/>
          <p:nvPr/>
        </p:nvSpPr>
        <p:spPr>
          <a:xfrm>
            <a:off x="3170419" y="2309089"/>
            <a:ext cx="5673777"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E05FC752-8CA5-A328-6479-D2FA3EF53185}"/>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3F0A7D0B-09A4-2D59-395F-E49EC76B73D5}"/>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848E241F-AFAE-0EEC-F44F-9D2DF043316D}"/>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F2608B8B-CF5B-2EDF-4F4F-21B72A5DE176}"/>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2CF2E5A3-AAE8-7AD9-B9B0-1BEF18D56B3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88F18F1-466C-C066-20DF-994E0FD29D8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C7EEA3D-7616-7A00-A080-72B2FF1909E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73BE302-ECE4-FE46-5F76-61F79CD1FBCA}"/>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9287BA59-B2DA-D0DE-5C1B-3CB81BF1386B}"/>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1" name="Google Shape;1040;p31">
            <a:extLst>
              <a:ext uri="{FF2B5EF4-FFF2-40B4-BE49-F238E27FC236}">
                <a16:creationId xmlns:a16="http://schemas.microsoft.com/office/drawing/2014/main" id="{86987578-9592-D6DB-9B0F-52A14E257ABB}"/>
              </a:ext>
            </a:extLst>
          </p:cNvPr>
          <p:cNvSpPr txBox="1">
            <a:spLocks/>
          </p:cNvSpPr>
          <p:nvPr/>
        </p:nvSpPr>
        <p:spPr>
          <a:xfrm>
            <a:off x="874366" y="1406307"/>
            <a:ext cx="1971453"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Giao diện hiển thị thành công 3 khung hình: </a:t>
            </a:r>
            <a:r>
              <a:rPr lang="vi-VN" sz="1200" b="1" dirty="0">
                <a:solidFill>
                  <a:schemeClr val="bg1"/>
                </a:solidFill>
                <a:latin typeface="Montserrat" panose="00000500000000000000" pitchFamily="2" charset="0"/>
              </a:rPr>
              <a:t>Ảnh gốc, Ảnh khung xương </a:t>
            </a:r>
            <a:r>
              <a:rPr lang="vi-VN" sz="1200" b="1" dirty="0" err="1">
                <a:solidFill>
                  <a:schemeClr val="bg1"/>
                </a:solidFill>
                <a:latin typeface="Montserrat" panose="00000500000000000000" pitchFamily="2" charset="0"/>
              </a:rPr>
              <a:t>Zhang-Suen</a:t>
            </a:r>
            <a:r>
              <a:rPr lang="vi-VN" sz="1200" b="1" dirty="0">
                <a:solidFill>
                  <a:schemeClr val="bg1"/>
                </a:solidFill>
                <a:latin typeface="Montserrat" panose="00000500000000000000" pitchFamily="2" charset="0"/>
              </a:rPr>
              <a:t>, và Đồ thị điểm ảnh có thứ tự</a:t>
            </a:r>
            <a:r>
              <a:rPr lang="vi-VN" sz="1200" dirty="0">
                <a:solidFill>
                  <a:schemeClr val="bg1"/>
                </a:solidFill>
                <a:latin typeface="Montserrat" panose="00000500000000000000" pitchFamily="2" charset="0"/>
              </a:rPr>
              <a:t>. Bảng thống kê ghi nhận hệ thống trích xuất được 1,958 </a:t>
            </a:r>
            <a:r>
              <a:rPr lang="vi-VN" sz="1200" dirty="0" err="1">
                <a:solidFill>
                  <a:schemeClr val="bg1"/>
                </a:solidFill>
                <a:latin typeface="Montserrat" panose="00000500000000000000" pitchFamily="2" charset="0"/>
              </a:rPr>
              <a:t>pixel</a:t>
            </a:r>
            <a:r>
              <a:rPr lang="vi-VN" sz="1200" dirty="0">
                <a:solidFill>
                  <a:schemeClr val="bg1"/>
                </a:solidFill>
                <a:latin typeface="Montserrat" panose="00000500000000000000" pitchFamily="2" charset="0"/>
              </a:rPr>
              <a:t> và chia làm 4 nét vẽ.</a:t>
            </a:r>
          </a:p>
        </p:txBody>
      </p:sp>
      <p:sp>
        <p:nvSpPr>
          <p:cNvPr id="14" name="Google Shape;1497;p43">
            <a:extLst>
              <a:ext uri="{FF2B5EF4-FFF2-40B4-BE49-F238E27FC236}">
                <a16:creationId xmlns:a16="http://schemas.microsoft.com/office/drawing/2014/main" id="{A54A4B9D-709B-A5B1-2E77-EC12D5523755}"/>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16" name="Picture 15">
            <a:extLst>
              <a:ext uri="{FF2B5EF4-FFF2-40B4-BE49-F238E27FC236}">
                <a16:creationId xmlns:a16="http://schemas.microsoft.com/office/drawing/2014/main" id="{8D0C9042-98C8-B162-12C2-35605E1AB70A}"/>
              </a:ext>
            </a:extLst>
          </p:cNvPr>
          <p:cNvPicPr>
            <a:picLocks noChangeAspect="1"/>
          </p:cNvPicPr>
          <p:nvPr/>
        </p:nvPicPr>
        <p:blipFill>
          <a:blip r:embed="rId4"/>
          <a:stretch>
            <a:fillRect/>
          </a:stretch>
        </p:blipFill>
        <p:spPr>
          <a:xfrm>
            <a:off x="3356209" y="1311714"/>
            <a:ext cx="5261399" cy="2523827"/>
          </a:xfrm>
          <a:prstGeom prst="rect">
            <a:avLst/>
          </a:prstGeom>
          <a:ln w="28575">
            <a:solidFill>
              <a:schemeClr val="bg1"/>
            </a:solidFill>
          </a:ln>
        </p:spPr>
      </p:pic>
      <p:sp>
        <p:nvSpPr>
          <p:cNvPr id="17" name="Rectangle: Rounded Corners 16">
            <a:extLst>
              <a:ext uri="{FF2B5EF4-FFF2-40B4-BE49-F238E27FC236}">
                <a16:creationId xmlns:a16="http://schemas.microsoft.com/office/drawing/2014/main" id="{D470367B-C845-94A5-02AE-DE959D1E46CE}"/>
              </a:ext>
            </a:extLst>
          </p:cNvPr>
          <p:cNvSpPr/>
          <p:nvPr/>
        </p:nvSpPr>
        <p:spPr>
          <a:xfrm>
            <a:off x="874366" y="1508915"/>
            <a:ext cx="1971453" cy="20461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FA1BCC96-586A-374C-6357-092AB24D5CD6}"/>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0530467E-8A20-170F-BA7B-FAE5404D8B2A}"/>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Thuật toán tiền xử lý vận hành rất ổn định. Giải thuật DFS nhận thức hướng hoạt động chính xác, bám sát theo tiến trình đưa bút thực tế của người ký và tự động loại bỏ các hạt nhiễu dăm lắt nhắt thông qua cơ chế lọc </a:t>
            </a:r>
            <a:r>
              <a:rPr lang="vi-VN" sz="1200" dirty="0" err="1">
                <a:solidFill>
                  <a:schemeClr val="accent6"/>
                </a:solidFill>
              </a:rPr>
              <a:t>Spur</a:t>
            </a:r>
            <a:r>
              <a:rPr lang="vi-VN" sz="1200" dirty="0">
                <a:solidFill>
                  <a:schemeClr val="accent6"/>
                </a:solidFill>
              </a:rPr>
              <a:t> </a:t>
            </a:r>
            <a:r>
              <a:rPr lang="vi-VN" sz="1200" dirty="0" err="1">
                <a:solidFill>
                  <a:schemeClr val="accent6"/>
                </a:solidFill>
              </a:rPr>
              <a:t>Pruning</a:t>
            </a:r>
            <a:r>
              <a:rPr lang="vi-VN" sz="1200" dirty="0">
                <a:solidFill>
                  <a:schemeClr val="accent6"/>
                </a:solidFill>
              </a:rPr>
              <a:t>.</a:t>
            </a:r>
            <a:endParaRPr lang="fr-FR" sz="1200" dirty="0">
              <a:solidFill>
                <a:schemeClr val="accent6"/>
              </a:solidFill>
            </a:endParaRPr>
          </a:p>
        </p:txBody>
      </p:sp>
    </p:spTree>
    <p:extLst>
      <p:ext uri="{BB962C8B-B14F-4D97-AF65-F5344CB8AC3E}">
        <p14:creationId xmlns:p14="http://schemas.microsoft.com/office/powerpoint/2010/main" val="2807933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9820619-F8BF-6451-84F2-3E8CBF55FB9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6FED334D-2826-6A1D-B2C5-213F5F992491}"/>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8C81150-C8FA-C57D-5459-11934207CF20}"/>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9F4432AA-63F1-B0B4-539F-5FF3191E03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7F10DF5B-802A-0D6F-E6AA-5DA75618F7A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A68AB9A-CA1C-EEF7-D182-76000CE22A1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8A699B-62CA-8EC5-F93B-6E18F0088E4D}"/>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3CC8E3A4-C722-A59B-B1DE-6EFC064E28DF}"/>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E6ED01F-68AF-EB02-C95A-C45D3B14E005}"/>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AA7C9563-0820-4B06-1E4C-219115C72FFE}"/>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4" name="Google Shape;1497;p43">
            <a:extLst>
              <a:ext uri="{FF2B5EF4-FFF2-40B4-BE49-F238E27FC236}">
                <a16:creationId xmlns:a16="http://schemas.microsoft.com/office/drawing/2014/main" id="{E1B61752-2A6B-A4BE-6D14-79F0957462FA}"/>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507701F2-5CAD-C2F4-6ED6-A74D17E4A3EC}"/>
              </a:ext>
            </a:extLst>
          </p:cNvPr>
          <p:cNvPicPr>
            <a:picLocks noChangeAspect="1"/>
          </p:cNvPicPr>
          <p:nvPr/>
        </p:nvPicPr>
        <p:blipFill>
          <a:blip r:embed="rId4"/>
          <a:stretch>
            <a:fillRect/>
          </a:stretch>
        </p:blipFill>
        <p:spPr>
          <a:xfrm>
            <a:off x="3108547" y="1292646"/>
            <a:ext cx="5630595" cy="1417147"/>
          </a:xfrm>
          <a:prstGeom prst="rect">
            <a:avLst/>
          </a:prstGeom>
          <a:ln w="28575">
            <a:solidFill>
              <a:schemeClr val="bg1"/>
            </a:solidFill>
          </a:ln>
        </p:spPr>
      </p:pic>
      <p:sp>
        <p:nvSpPr>
          <p:cNvPr id="5" name="Google Shape;1040;p31">
            <a:extLst>
              <a:ext uri="{FF2B5EF4-FFF2-40B4-BE49-F238E27FC236}">
                <a16:creationId xmlns:a16="http://schemas.microsoft.com/office/drawing/2014/main" id="{17F99133-84AC-EC74-35AC-C1C157FDB989}"/>
              </a:ext>
            </a:extLst>
          </p:cNvPr>
          <p:cNvSpPr txBox="1">
            <a:spLocks/>
          </p:cNvSpPr>
          <p:nvPr/>
        </p:nvSpPr>
        <p:spPr>
          <a:xfrm>
            <a:off x="991880" y="143496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Xuất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p>
          <a:p>
            <a:pPr algn="ctr">
              <a:buClr>
                <a:schemeClr val="bg1"/>
              </a:buClr>
            </a:pPr>
            <a:r>
              <a:rPr lang="vi-VN" sz="1200" dirty="0">
                <a:solidFill>
                  <a:schemeClr val="bg1"/>
                </a:solidFill>
                <a:latin typeface="Montserrat" panose="00000500000000000000" pitchFamily="2" charset="0"/>
              </a:rPr>
              <a:t>diempixel.dat</a:t>
            </a:r>
          </a:p>
        </p:txBody>
      </p:sp>
      <p:sp>
        <p:nvSpPr>
          <p:cNvPr id="6" name="Arrow: Right 5">
            <a:extLst>
              <a:ext uri="{FF2B5EF4-FFF2-40B4-BE49-F238E27FC236}">
                <a16:creationId xmlns:a16="http://schemas.microsoft.com/office/drawing/2014/main" id="{9ADF4F04-7E30-4E8F-16C0-0D9A1EA54167}"/>
              </a:ext>
            </a:extLst>
          </p:cNvPr>
          <p:cNvSpPr/>
          <p:nvPr/>
        </p:nvSpPr>
        <p:spPr>
          <a:xfrm>
            <a:off x="2716377" y="1583866"/>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29BD5E3-51C6-7EC0-A611-AC32636C06F0}"/>
              </a:ext>
            </a:extLst>
          </p:cNvPr>
          <p:cNvPicPr>
            <a:picLocks noChangeAspect="1"/>
          </p:cNvPicPr>
          <p:nvPr/>
        </p:nvPicPr>
        <p:blipFill>
          <a:blip r:embed="rId5"/>
          <a:srcRect l="673" r="673"/>
          <a:stretch>
            <a:fillRect/>
          </a:stretch>
        </p:blipFill>
        <p:spPr>
          <a:xfrm>
            <a:off x="226473" y="2928921"/>
            <a:ext cx="4723519" cy="1756816"/>
          </a:xfrm>
          <a:prstGeom prst="rect">
            <a:avLst/>
          </a:prstGeom>
          <a:ln w="28575">
            <a:solidFill>
              <a:schemeClr val="bg1"/>
            </a:solidFill>
          </a:ln>
        </p:spPr>
      </p:pic>
      <p:sp>
        <p:nvSpPr>
          <p:cNvPr id="9" name="Google Shape;1040;p31">
            <a:extLst>
              <a:ext uri="{FF2B5EF4-FFF2-40B4-BE49-F238E27FC236}">
                <a16:creationId xmlns:a16="http://schemas.microsoft.com/office/drawing/2014/main" id="{8D055C0B-9592-343B-523A-B8D7106C8552}"/>
              </a:ext>
            </a:extLst>
          </p:cNvPr>
          <p:cNvSpPr txBox="1">
            <a:spLocks/>
          </p:cNvSpPr>
          <p:nvPr/>
        </p:nvSpPr>
        <p:spPr>
          <a:xfrm>
            <a:off x="5296390" y="358961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dat</a:t>
            </a:r>
            <a:r>
              <a:rPr lang="vi-VN" sz="1200" dirty="0">
                <a:solidFill>
                  <a:schemeClr val="bg1"/>
                </a:solidFill>
                <a:latin typeface="Montserrat" panose="00000500000000000000" pitchFamily="2" charset="0"/>
              </a:rPr>
              <a:t> với đúng</a:t>
            </a:r>
          </a:p>
          <a:p>
            <a:pPr algn="ctr">
              <a:buClr>
                <a:schemeClr val="bg1"/>
              </a:buClr>
            </a:pPr>
            <a:r>
              <a:rPr lang="vi-VN" sz="1200" dirty="0">
                <a:solidFill>
                  <a:schemeClr val="bg1"/>
                </a:solidFill>
                <a:latin typeface="Montserrat" panose="00000500000000000000" pitchFamily="2" charset="0"/>
              </a:rPr>
              <a:t>1958 </a:t>
            </a:r>
            <a:r>
              <a:rPr lang="vi-VN" sz="1200" dirty="0" err="1">
                <a:solidFill>
                  <a:schemeClr val="bg1"/>
                </a:solidFill>
                <a:latin typeface="Montserrat" panose="00000500000000000000" pitchFamily="2" charset="0"/>
              </a:rPr>
              <a:t>pixels</a:t>
            </a:r>
            <a:endParaRPr lang="vi-VN" sz="1200" dirty="0">
              <a:solidFill>
                <a:schemeClr val="bg1"/>
              </a:solidFill>
              <a:latin typeface="Montserrat" panose="00000500000000000000" pitchFamily="2" charset="0"/>
            </a:endParaRPr>
          </a:p>
        </p:txBody>
      </p:sp>
      <p:sp>
        <p:nvSpPr>
          <p:cNvPr id="10" name="Arrow: Right 9">
            <a:extLst>
              <a:ext uri="{FF2B5EF4-FFF2-40B4-BE49-F238E27FC236}">
                <a16:creationId xmlns:a16="http://schemas.microsoft.com/office/drawing/2014/main" id="{9D8D4F2E-0284-4BA4-F021-942822510B3A}"/>
              </a:ext>
            </a:extLst>
          </p:cNvPr>
          <p:cNvSpPr/>
          <p:nvPr/>
        </p:nvSpPr>
        <p:spPr>
          <a:xfrm rot="10800000">
            <a:off x="5150854" y="3768320"/>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43655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6C2D833-B34C-C793-6559-17B341841541}"/>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630153-1172-1345-BFF7-77DD909F3CB1}"/>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59590B15-5FF9-1CC3-FACC-32462F6B68DB}"/>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E4853279-7F9B-E22F-01FC-3716DED03E2E}"/>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218F7C1B-FF45-001B-398E-1878475F64F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D945C40-024E-61E3-A1F2-B6BCA151C1E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DEEC0E-BE7B-16FF-1CE7-D1F75AF1ACC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70F08D-90EF-BD81-59C8-0911CC736DB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54EDC90-8D33-9CEC-CF26-CA49EA3AC6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B26F3F64-312A-5A82-4031-9F42DE6C739C}"/>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DFFD2DAF-FE0D-A2E3-EF90-211598DBB7BF}"/>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1" name="Google Shape;1040;p31">
            <a:extLst>
              <a:ext uri="{FF2B5EF4-FFF2-40B4-BE49-F238E27FC236}">
                <a16:creationId xmlns:a16="http://schemas.microsoft.com/office/drawing/2014/main" id="{B99C8C8C-E60A-8BC3-1BF0-6216863A4929}"/>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Thuật toán giải hệ phương trình LST chính quy hóa thực hiện tính toán ma trận để tìm ra tập điểm điều khiển tối ưu. Khung nhìn hiển thị đồng thời hai chế độ kết xuất đồ họa: </a:t>
            </a:r>
            <a:r>
              <a:rPr lang="vi-VN" sz="1200" b="1" dirty="0">
                <a:solidFill>
                  <a:schemeClr val="bg1"/>
                </a:solidFill>
                <a:latin typeface="Montserrat" panose="00000500000000000000" pitchFamily="2" charset="0"/>
              </a:rPr>
              <a:t>Chế độ trực quan nền trắng</a:t>
            </a:r>
            <a:r>
              <a:rPr lang="vi-VN" sz="1200" dirty="0">
                <a:solidFill>
                  <a:schemeClr val="bg1"/>
                </a:solidFill>
                <a:latin typeface="Montserrat" panose="00000500000000000000" pitchFamily="2" charset="0"/>
              </a:rPr>
              <a:t> mô phỏng nét mực bút bi thực tế và </a:t>
            </a:r>
            <a:r>
              <a:rPr lang="vi-VN" sz="1200" b="1" dirty="0">
                <a:solidFill>
                  <a:schemeClr val="bg1"/>
                </a:solidFill>
                <a:latin typeface="Montserrat" panose="00000500000000000000" pitchFamily="2" charset="0"/>
              </a:rPr>
              <a:t>Chế độ kỹ thuật nền tối</a:t>
            </a:r>
            <a:r>
              <a:rPr lang="vi-VN" sz="1200" dirty="0">
                <a:solidFill>
                  <a:schemeClr val="bg1"/>
                </a:solidFill>
                <a:latin typeface="Montserrat" panose="00000500000000000000" pitchFamily="2" charset="0"/>
              </a:rPr>
              <a:t> thể hiện chi tiết vị trí các chấm đỉnh đa giác điều khiển </a:t>
            </a:r>
            <a:r>
              <a:rPr lang="vi-VN" sz="1200" dirty="0" err="1">
                <a:solidFill>
                  <a:schemeClr val="bg1"/>
                </a:solidFill>
                <a:latin typeface="Montserrat" panose="00000500000000000000" pitchFamily="2" charset="0"/>
              </a:rPr>
              <a:t>Control</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Points</a:t>
            </a:r>
            <a:r>
              <a:rPr lang="vi-VN" sz="1200" dirty="0">
                <a:solidFill>
                  <a:schemeClr val="bg1"/>
                </a:solidFill>
                <a:latin typeface="Montserrat" panose="00000500000000000000" pitchFamily="2" charset="0"/>
              </a:rPr>
              <a:t>. </a:t>
            </a:r>
          </a:p>
        </p:txBody>
      </p:sp>
      <p:sp>
        <p:nvSpPr>
          <p:cNvPr id="14" name="Google Shape;1497;p43">
            <a:extLst>
              <a:ext uri="{FF2B5EF4-FFF2-40B4-BE49-F238E27FC236}">
                <a16:creationId xmlns:a16="http://schemas.microsoft.com/office/drawing/2014/main" id="{0660C565-AC30-E01E-25D4-6C62ECBA2BE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0DF810C0-6F7E-0DBF-F110-2B9965C855F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91B87422-CEA7-D11C-C5F6-3F43141CDA9D}"/>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362468A8-02DF-C49D-DE70-069C322137CB}"/>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Việc áp dụng tham số hóa </a:t>
            </a:r>
            <a:r>
              <a:rPr lang="vi-VN" sz="1200" dirty="0" err="1">
                <a:solidFill>
                  <a:schemeClr val="accent6"/>
                </a:solidFill>
              </a:rPr>
              <a:t>Chord</a:t>
            </a:r>
            <a:r>
              <a:rPr lang="vi-VN" sz="1200" dirty="0">
                <a:solidFill>
                  <a:schemeClr val="accent6"/>
                </a:solidFill>
              </a:rPr>
              <a:t> </a:t>
            </a:r>
            <a:r>
              <a:rPr lang="vi-VN" sz="1200" dirty="0" err="1">
                <a:solidFill>
                  <a:schemeClr val="accent6"/>
                </a:solidFill>
              </a:rPr>
              <a:t>Length</a:t>
            </a:r>
            <a:r>
              <a:rPr lang="vi-VN" sz="1200" dirty="0">
                <a:solidFill>
                  <a:schemeClr val="accent6"/>
                </a:solidFill>
              </a:rPr>
              <a:t> kết hợp với thành phần phạt ma trận sai phân khống chế cực tốt hiện tượng răng cưa. Đường cong tạo ra đạt độ trơn láng </a:t>
            </a:r>
            <a:r>
              <a:rPr lang="vi-VN" sz="1200" dirty="0" err="1">
                <a:solidFill>
                  <a:schemeClr val="accent6"/>
                </a:solidFill>
              </a:rPr>
              <a:t>vector</a:t>
            </a:r>
            <a:r>
              <a:rPr lang="vi-VN" sz="1200" dirty="0">
                <a:solidFill>
                  <a:schemeClr val="accent6"/>
                </a:solidFill>
              </a:rPr>
              <a:t> lý tưởng, bo mượt các khúc cua gấp khúc mà không xảy ra hiện tượng quá khớp (</a:t>
            </a:r>
            <a:r>
              <a:rPr lang="vi-VN" sz="1200" dirty="0" err="1">
                <a:solidFill>
                  <a:schemeClr val="accent6"/>
                </a:solidFill>
              </a:rPr>
              <a:t>overfitting</a:t>
            </a:r>
            <a:r>
              <a:rPr lang="vi-VN" sz="1200" dirty="0">
                <a:solidFill>
                  <a:schemeClr val="accent6"/>
                </a:solidFill>
              </a:rPr>
              <a:t>).</a:t>
            </a:r>
            <a:endParaRPr lang="fr-FR" sz="1200" dirty="0">
              <a:solidFill>
                <a:schemeClr val="accent6"/>
              </a:solidFill>
            </a:endParaRPr>
          </a:p>
        </p:txBody>
      </p:sp>
      <p:pic>
        <p:nvPicPr>
          <p:cNvPr id="4" name="Picture 3">
            <a:extLst>
              <a:ext uri="{FF2B5EF4-FFF2-40B4-BE49-F238E27FC236}">
                <a16:creationId xmlns:a16="http://schemas.microsoft.com/office/drawing/2014/main" id="{C1FF1362-C945-3F43-F4CB-6C6B1D6686D5}"/>
              </a:ext>
            </a:extLst>
          </p:cNvPr>
          <p:cNvPicPr>
            <a:picLocks noChangeAspect="1"/>
          </p:cNvPicPr>
          <p:nvPr/>
        </p:nvPicPr>
        <p:blipFill>
          <a:blip r:embed="rId4"/>
          <a:stretch>
            <a:fillRect/>
          </a:stretch>
        </p:blipFill>
        <p:spPr>
          <a:xfrm>
            <a:off x="331519" y="1215834"/>
            <a:ext cx="5683604" cy="2575383"/>
          </a:xfrm>
          <a:prstGeom prst="rect">
            <a:avLst/>
          </a:prstGeom>
          <a:ln w="28575">
            <a:solidFill>
              <a:schemeClr val="bg1"/>
            </a:solidFill>
          </a:ln>
        </p:spPr>
      </p:pic>
    </p:spTree>
    <p:extLst>
      <p:ext uri="{BB962C8B-B14F-4D97-AF65-F5344CB8AC3E}">
        <p14:creationId xmlns:p14="http://schemas.microsoft.com/office/powerpoint/2010/main" val="4119380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4779952-53A6-0867-ECB9-6E73A8C1215E}"/>
            </a:ext>
          </a:extLst>
        </p:cNvPr>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6D650FCB-8F4A-8080-F088-EB9B98011CCD}"/>
              </a:ext>
            </a:extLst>
          </p:cNvPr>
          <p:cNvSpPr/>
          <p:nvPr/>
        </p:nvSpPr>
        <p:spPr>
          <a:xfrm>
            <a:off x="1510496" y="2571750"/>
            <a:ext cx="5850606" cy="1900325"/>
          </a:xfrm>
          <a:prstGeom prst="roundRect">
            <a:avLst>
              <a:gd name="adj" fmla="val 10751"/>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0643D8C6-5187-937F-361E-006A05FB70D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F493545-C967-4D1C-A003-B5C3FDA83E0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F0AC5D8F-F334-FE7F-6EBB-4208F161DFEA}"/>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C878F138-B7D4-12C6-3855-983345BEA341}"/>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B5FF4F-45FE-CF30-FB89-17D45AA4DE8A}"/>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BB38005-B5F5-D826-0188-CF64EAB94111}"/>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88AE8273-FDAE-F664-7ED5-C49ABC5D6888}"/>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C92612C-E8AE-38B4-5895-DB428DED328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4BFA1B-8B87-64BD-0BCF-4FF53C4FEE5D}"/>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4" name="Google Shape;1497;p43">
            <a:extLst>
              <a:ext uri="{FF2B5EF4-FFF2-40B4-BE49-F238E27FC236}">
                <a16:creationId xmlns:a16="http://schemas.microsoft.com/office/drawing/2014/main" id="{AFEA01A5-8808-CB10-3425-E269FBECFD2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5" name="Google Shape;1040;p31">
            <a:extLst>
              <a:ext uri="{FF2B5EF4-FFF2-40B4-BE49-F238E27FC236}">
                <a16:creationId xmlns:a16="http://schemas.microsoft.com/office/drawing/2014/main" id="{74047EB9-F22D-3E5E-1CE5-A89A5FF9AC9C}"/>
              </a:ext>
            </a:extLst>
          </p:cNvPr>
          <p:cNvSpPr txBox="1">
            <a:spLocks/>
          </p:cNvSpPr>
          <p:nvPr/>
        </p:nvSpPr>
        <p:spPr>
          <a:xfrm>
            <a:off x="1521391" y="3964451"/>
            <a:ext cx="5757721"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Bảng tóm tắt cấu trúc dữ liệu toán học cho phép người dùng mở rộng (</a:t>
            </a:r>
            <a:r>
              <a:rPr lang="vi-VN" sz="1200" dirty="0" err="1">
                <a:solidFill>
                  <a:schemeClr val="bg1"/>
                </a:solidFill>
                <a:latin typeface="Montserrat" panose="00000500000000000000" pitchFamily="2" charset="0"/>
              </a:rPr>
              <a:t>expand</a:t>
            </a:r>
            <a:r>
              <a:rPr lang="vi-VN" sz="1200" dirty="0">
                <a:solidFill>
                  <a:schemeClr val="bg1"/>
                </a:solidFill>
                <a:latin typeface="Montserrat" panose="00000500000000000000" pitchFamily="2" charset="0"/>
              </a:rPr>
              <a:t>) để kiểm tra chi tiết giá trị tọa độ thực tế của từng đường cong</a:t>
            </a:r>
          </a:p>
        </p:txBody>
      </p:sp>
      <p:pic>
        <p:nvPicPr>
          <p:cNvPr id="12" name="Picture 11">
            <a:extLst>
              <a:ext uri="{FF2B5EF4-FFF2-40B4-BE49-F238E27FC236}">
                <a16:creationId xmlns:a16="http://schemas.microsoft.com/office/drawing/2014/main" id="{9ABDF674-1706-017F-D1C6-A7FCC8ECD77C}"/>
              </a:ext>
            </a:extLst>
          </p:cNvPr>
          <p:cNvPicPr>
            <a:picLocks noChangeAspect="1"/>
          </p:cNvPicPr>
          <p:nvPr/>
        </p:nvPicPr>
        <p:blipFill>
          <a:blip r:embed="rId4"/>
          <a:stretch>
            <a:fillRect/>
          </a:stretch>
        </p:blipFill>
        <p:spPr>
          <a:xfrm>
            <a:off x="1639600" y="1237356"/>
            <a:ext cx="5606491" cy="2543360"/>
          </a:xfrm>
          <a:prstGeom prst="rect">
            <a:avLst/>
          </a:prstGeom>
          <a:ln w="28575">
            <a:solidFill>
              <a:schemeClr val="bg1"/>
            </a:solidFill>
          </a:ln>
        </p:spPr>
      </p:pic>
      <p:sp>
        <p:nvSpPr>
          <p:cNvPr id="6" name="Arrow: Right 5">
            <a:extLst>
              <a:ext uri="{FF2B5EF4-FFF2-40B4-BE49-F238E27FC236}">
                <a16:creationId xmlns:a16="http://schemas.microsoft.com/office/drawing/2014/main" id="{EB9EAED6-C619-B662-8A1D-A984D16450F3}"/>
              </a:ext>
            </a:extLst>
          </p:cNvPr>
          <p:cNvSpPr/>
          <p:nvPr/>
        </p:nvSpPr>
        <p:spPr>
          <a:xfrm rot="16200000">
            <a:off x="3979925" y="3358399"/>
            <a:ext cx="840655" cy="25483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8239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3FC4902-48BB-1A87-485C-644CFB8AF330}"/>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3294B876-5805-6BD3-6770-4087910B6E3E}"/>
              </a:ext>
            </a:extLst>
          </p:cNvPr>
          <p:cNvSpPr/>
          <p:nvPr/>
        </p:nvSpPr>
        <p:spPr>
          <a:xfrm>
            <a:off x="239719" y="1678018"/>
            <a:ext cx="8499423" cy="1766134"/>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2D6F3A49-79F3-23B9-2815-77AACCFC798F}"/>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BDDBE038-65EE-B2A7-12C5-C5601813D88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8C257B7-0BFA-17FD-C4EE-EF947820BC09}"/>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225F2D4-5A21-751F-3FEE-516BCFF0008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1D95820B-D5C8-6900-A650-51E7C2C8B90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CD9D322-8AEE-B049-142F-E68D6B7732E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23F7C8A9-E2D4-9BFB-1AFF-DEADCC935CAA}"/>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EAC17F-87A5-2327-D912-D0D7BE13DBC0}"/>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39A87169-C927-EDF1-8418-60DFCC9B673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Xuất </a:t>
            </a:r>
            <a:r>
              <a:rPr lang="en-US" dirty="0" err="1"/>
              <a:t>tệp</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nạp</a:t>
            </a:r>
            <a:r>
              <a:rPr lang="en-US" dirty="0"/>
              <a:t> </a:t>
            </a:r>
            <a:r>
              <a:rPr lang="en-US" dirty="0" err="1"/>
              <a:t>vào</a:t>
            </a:r>
            <a:r>
              <a:rPr lang="en-US" dirty="0"/>
              <a:t> </a:t>
            </a:r>
            <a:r>
              <a:rPr lang="en-US" dirty="0" err="1"/>
              <a:t>phần</a:t>
            </a:r>
            <a:r>
              <a:rPr lang="en-US" dirty="0"/>
              <a:t> </a:t>
            </a:r>
            <a:r>
              <a:rPr lang="en-US" dirty="0" err="1"/>
              <a:t>mềm</a:t>
            </a:r>
            <a:r>
              <a:rPr lang="en-US" dirty="0"/>
              <a:t> </a:t>
            </a:r>
            <a:r>
              <a:rPr lang="en-US" dirty="0" err="1"/>
              <a:t>DUTModeling</a:t>
            </a:r>
            <a:endParaRPr lang="fr-FR" dirty="0">
              <a:solidFill>
                <a:schemeClr val="bg1"/>
              </a:solidFill>
            </a:endParaRPr>
          </a:p>
        </p:txBody>
      </p:sp>
      <p:sp>
        <p:nvSpPr>
          <p:cNvPr id="11" name="Google Shape;1040;p31">
            <a:extLst>
              <a:ext uri="{FF2B5EF4-FFF2-40B4-BE49-F238E27FC236}">
                <a16:creationId xmlns:a16="http://schemas.microsoft.com/office/drawing/2014/main" id="{A0DD2E56-0232-6633-E437-DEB807763EC8}"/>
              </a:ext>
            </a:extLst>
          </p:cNvPr>
          <p:cNvSpPr txBox="1">
            <a:spLocks/>
          </p:cNvSpPr>
          <p:nvPr/>
        </p:nvSpPr>
        <p:spPr>
          <a:xfrm>
            <a:off x="299804" y="1453357"/>
            <a:ext cx="2668248"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Nhấn nút chức năng </a:t>
            </a:r>
            <a:r>
              <a:rPr lang="vi-VN" sz="1200" b="1" dirty="0">
                <a:solidFill>
                  <a:schemeClr val="bg1"/>
                </a:solidFill>
                <a:latin typeface="Montserrat" panose="00000500000000000000" pitchFamily="2" charset="0"/>
              </a:rPr>
              <a:t>“Tải bsplinecurve.dat”</a:t>
            </a:r>
            <a:r>
              <a:rPr lang="vi-VN" sz="1200" dirty="0">
                <a:solidFill>
                  <a:schemeClr val="bg1"/>
                </a:solidFill>
                <a:latin typeface="Montserrat" panose="00000500000000000000" pitchFamily="2" charset="0"/>
              </a:rPr>
              <a:t> để tải xuống tệp dữ liệu hình học cuối cùng mang tên bsplinecurve.dat. Giao diện tích hợp một khung xem trước (</a:t>
            </a:r>
            <a:r>
              <a:rPr lang="vi-VN" sz="1200" dirty="0" err="1">
                <a:solidFill>
                  <a:schemeClr val="bg1"/>
                </a:solidFill>
                <a:latin typeface="Montserrat" panose="00000500000000000000" pitchFamily="2" charset="0"/>
              </a:rPr>
              <a:t>Preview</a:t>
            </a:r>
            <a:r>
              <a:rPr lang="vi-VN" sz="1200" dirty="0">
                <a:solidFill>
                  <a:schemeClr val="bg1"/>
                </a:solidFill>
                <a:latin typeface="Montserrat" panose="00000500000000000000" pitchFamily="2" charset="0"/>
              </a:rPr>
              <a:t>) cho phép theo dõi trực tiếp 50 dòng văn bản đầu tiên của tệp.</a:t>
            </a:r>
          </a:p>
        </p:txBody>
      </p:sp>
      <p:sp>
        <p:nvSpPr>
          <p:cNvPr id="14" name="Google Shape;1497;p43">
            <a:extLst>
              <a:ext uri="{FF2B5EF4-FFF2-40B4-BE49-F238E27FC236}">
                <a16:creationId xmlns:a16="http://schemas.microsoft.com/office/drawing/2014/main" id="{3A7D7F9D-199B-FEC7-9CCF-4D3DA9FD9B76}"/>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0A5CFDFC-E007-7B09-E58B-B94B1BD19787}"/>
              </a:ext>
            </a:extLst>
          </p:cNvPr>
          <p:cNvPicPr>
            <a:picLocks noChangeAspect="1"/>
          </p:cNvPicPr>
          <p:nvPr/>
        </p:nvPicPr>
        <p:blipFill>
          <a:blip r:embed="rId4"/>
          <a:stretch>
            <a:fillRect/>
          </a:stretch>
        </p:blipFill>
        <p:spPr>
          <a:xfrm>
            <a:off x="3170298" y="1228723"/>
            <a:ext cx="5463790" cy="2584380"/>
          </a:xfrm>
          <a:prstGeom prst="rect">
            <a:avLst/>
          </a:prstGeom>
          <a:ln w="28575">
            <a:solidFill>
              <a:schemeClr val="bg1"/>
            </a:solidFill>
          </a:ln>
        </p:spPr>
      </p:pic>
      <p:sp>
        <p:nvSpPr>
          <p:cNvPr id="6" name="Arrow: Right 5">
            <a:extLst>
              <a:ext uri="{FF2B5EF4-FFF2-40B4-BE49-F238E27FC236}">
                <a16:creationId xmlns:a16="http://schemas.microsoft.com/office/drawing/2014/main" id="{78DFCC30-C428-2279-BF2F-0CEC6212CD5A}"/>
              </a:ext>
            </a:extLst>
          </p:cNvPr>
          <p:cNvSpPr/>
          <p:nvPr/>
        </p:nvSpPr>
        <p:spPr>
          <a:xfrm rot="10800000">
            <a:off x="5246947" y="172330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2EF50D9-E626-5E9D-FA44-4F1D060A9023}"/>
              </a:ext>
            </a:extLst>
          </p:cNvPr>
          <p:cNvPicPr>
            <a:picLocks noChangeAspect="1"/>
          </p:cNvPicPr>
          <p:nvPr/>
        </p:nvPicPr>
        <p:blipFill>
          <a:blip r:embed="rId5"/>
          <a:stretch>
            <a:fillRect/>
          </a:stretch>
        </p:blipFill>
        <p:spPr>
          <a:xfrm>
            <a:off x="6538727" y="2820816"/>
            <a:ext cx="1786938" cy="2078898"/>
          </a:xfrm>
          <a:prstGeom prst="rect">
            <a:avLst/>
          </a:prstGeom>
          <a:ln w="28575">
            <a:solidFill>
              <a:schemeClr val="bg1"/>
            </a:solidFill>
          </a:ln>
        </p:spPr>
      </p:pic>
      <p:cxnSp>
        <p:nvCxnSpPr>
          <p:cNvPr id="13" name="Connector: Curved 12">
            <a:extLst>
              <a:ext uri="{FF2B5EF4-FFF2-40B4-BE49-F238E27FC236}">
                <a16:creationId xmlns:a16="http://schemas.microsoft.com/office/drawing/2014/main" id="{B9E3D5CD-2B08-0440-0BE2-C8ABFDBB3832}"/>
              </a:ext>
            </a:extLst>
          </p:cNvPr>
          <p:cNvCxnSpPr>
            <a:cxnSpLocks/>
          </p:cNvCxnSpPr>
          <p:nvPr/>
        </p:nvCxnSpPr>
        <p:spPr>
          <a:xfrm>
            <a:off x="5778708" y="2958130"/>
            <a:ext cx="654965" cy="498911"/>
          </a:xfrm>
          <a:prstGeom prst="curvedConnector3">
            <a:avLst/>
          </a:prstGeom>
          <a:ln w="28575">
            <a:solidFill>
              <a:schemeClr val="accent6">
                <a:lumMod val="9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2107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B7B33541-A8F8-5AEF-9CDF-325DC726A964}"/>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79752BB9-D5F0-7AD0-B1C7-A6F47896ADAA}"/>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41B81C32-99EB-DEA8-7915-DB9D68417AA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1F325BB5-3114-84D6-8237-E1D8E8FE773F}"/>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36CE4A37-E706-ABBD-FA17-C41904A3843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53F73BD-A172-088B-E81A-453158105D55}"/>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BDD61B87-D93B-401A-635F-0AC4012B34F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F6160D9D-13F7-87C1-4968-F89D8EF0DF7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B18E3D56-69B4-F749-7FBD-91ED4E5EA563}"/>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82AF3D5-7A6E-3B05-7B8B-819BD91019B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2F017556-6B45-A298-FDDB-68C4D4DA3D52}"/>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1" name="Google Shape;1040;p31">
            <a:extLst>
              <a:ext uri="{FF2B5EF4-FFF2-40B4-BE49-F238E27FC236}">
                <a16:creationId xmlns:a16="http://schemas.microsoft.com/office/drawing/2014/main" id="{5B27111A-73D4-B6A1-A2E6-956C4C838267}"/>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Thuật toán giải hệ phương trình LST chính quy hóa thực hiện tính toán ma trận để tìm ra tập điểm điều khiển tối ưu. Khung nhìn hiển thị đồng thời hai chế độ kết xuất đồ họa: </a:t>
            </a:r>
            <a:r>
              <a:rPr lang="vi-VN" sz="1200" b="1" dirty="0">
                <a:solidFill>
                  <a:schemeClr val="bg1"/>
                </a:solidFill>
                <a:latin typeface="Montserrat" panose="00000500000000000000" pitchFamily="2" charset="0"/>
              </a:rPr>
              <a:t>Chế độ trực quan nền trắng</a:t>
            </a:r>
            <a:r>
              <a:rPr lang="vi-VN" sz="1200" dirty="0">
                <a:solidFill>
                  <a:schemeClr val="bg1"/>
                </a:solidFill>
                <a:latin typeface="Montserrat" panose="00000500000000000000" pitchFamily="2" charset="0"/>
              </a:rPr>
              <a:t> mô phỏng nét mực bút bi thực tế và </a:t>
            </a:r>
            <a:r>
              <a:rPr lang="vi-VN" sz="1200" b="1" dirty="0">
                <a:solidFill>
                  <a:schemeClr val="bg1"/>
                </a:solidFill>
                <a:latin typeface="Montserrat" panose="00000500000000000000" pitchFamily="2" charset="0"/>
              </a:rPr>
              <a:t>Chế độ kỹ thuật nền tối</a:t>
            </a:r>
            <a:r>
              <a:rPr lang="vi-VN" sz="1200" dirty="0">
                <a:solidFill>
                  <a:schemeClr val="bg1"/>
                </a:solidFill>
                <a:latin typeface="Montserrat" panose="00000500000000000000" pitchFamily="2" charset="0"/>
              </a:rPr>
              <a:t> thể hiện chi tiết vị trí các chấm đỉnh đa giác điều khiển </a:t>
            </a:r>
            <a:r>
              <a:rPr lang="vi-VN" sz="1200" dirty="0" err="1">
                <a:solidFill>
                  <a:schemeClr val="bg1"/>
                </a:solidFill>
                <a:latin typeface="Montserrat" panose="00000500000000000000" pitchFamily="2" charset="0"/>
              </a:rPr>
              <a:t>Control</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Points</a:t>
            </a:r>
            <a:r>
              <a:rPr lang="vi-VN" sz="1200" dirty="0">
                <a:solidFill>
                  <a:schemeClr val="bg1"/>
                </a:solidFill>
                <a:latin typeface="Montserrat" panose="00000500000000000000" pitchFamily="2" charset="0"/>
              </a:rPr>
              <a:t>. </a:t>
            </a:r>
          </a:p>
        </p:txBody>
      </p:sp>
      <p:sp>
        <p:nvSpPr>
          <p:cNvPr id="14" name="Google Shape;1497;p43">
            <a:extLst>
              <a:ext uri="{FF2B5EF4-FFF2-40B4-BE49-F238E27FC236}">
                <a16:creationId xmlns:a16="http://schemas.microsoft.com/office/drawing/2014/main" id="{EAF7AFDC-E0CF-8B9B-7D7E-DEBDDCEC7B7C}"/>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86FDB327-4C5C-44AD-72EC-8064EB7A7B9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8AFEE98-3BCB-184D-AB11-F46F3BDB5415}"/>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5787CBB8-E731-130D-0678-BDFD0BF43466}"/>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Việc áp dụng tham số hóa </a:t>
            </a:r>
            <a:r>
              <a:rPr lang="vi-VN" sz="1200" dirty="0" err="1">
                <a:solidFill>
                  <a:schemeClr val="accent6"/>
                </a:solidFill>
              </a:rPr>
              <a:t>Chord</a:t>
            </a:r>
            <a:r>
              <a:rPr lang="vi-VN" sz="1200" dirty="0">
                <a:solidFill>
                  <a:schemeClr val="accent6"/>
                </a:solidFill>
              </a:rPr>
              <a:t> </a:t>
            </a:r>
            <a:r>
              <a:rPr lang="vi-VN" sz="1200" dirty="0" err="1">
                <a:solidFill>
                  <a:schemeClr val="accent6"/>
                </a:solidFill>
              </a:rPr>
              <a:t>Length</a:t>
            </a:r>
            <a:r>
              <a:rPr lang="vi-VN" sz="1200" dirty="0">
                <a:solidFill>
                  <a:schemeClr val="accent6"/>
                </a:solidFill>
              </a:rPr>
              <a:t> kết hợp với thành phần phạt ma trận sai phân khống chế cực tốt hiện tượng răng cưa. Đường cong tạo ra đạt độ trơn láng </a:t>
            </a:r>
            <a:r>
              <a:rPr lang="vi-VN" sz="1200" dirty="0" err="1">
                <a:solidFill>
                  <a:schemeClr val="accent6"/>
                </a:solidFill>
              </a:rPr>
              <a:t>vector</a:t>
            </a:r>
            <a:r>
              <a:rPr lang="vi-VN" sz="1200" dirty="0">
                <a:solidFill>
                  <a:schemeClr val="accent6"/>
                </a:solidFill>
              </a:rPr>
              <a:t> lý tưởng, bo mượt các khúc cua gấp khúc mà không xảy ra hiện tượng quá khớp (</a:t>
            </a:r>
            <a:r>
              <a:rPr lang="vi-VN" sz="1200" dirty="0" err="1">
                <a:solidFill>
                  <a:schemeClr val="accent6"/>
                </a:solidFill>
              </a:rPr>
              <a:t>overfitting</a:t>
            </a:r>
            <a:r>
              <a:rPr lang="vi-VN" sz="1200" dirty="0">
                <a:solidFill>
                  <a:schemeClr val="accent6"/>
                </a:solidFill>
              </a:rPr>
              <a:t>).</a:t>
            </a:r>
            <a:endParaRPr lang="fr-FR" sz="1200" dirty="0">
              <a:solidFill>
                <a:schemeClr val="accent6"/>
              </a:solidFill>
            </a:endParaRPr>
          </a:p>
        </p:txBody>
      </p:sp>
      <p:pic>
        <p:nvPicPr>
          <p:cNvPr id="4" name="Picture 3">
            <a:extLst>
              <a:ext uri="{FF2B5EF4-FFF2-40B4-BE49-F238E27FC236}">
                <a16:creationId xmlns:a16="http://schemas.microsoft.com/office/drawing/2014/main" id="{E42C3613-045E-2355-85F9-FA218BFA5272}"/>
              </a:ext>
            </a:extLst>
          </p:cNvPr>
          <p:cNvPicPr>
            <a:picLocks noChangeAspect="1"/>
          </p:cNvPicPr>
          <p:nvPr/>
        </p:nvPicPr>
        <p:blipFill>
          <a:blip r:embed="rId4"/>
          <a:stretch>
            <a:fillRect/>
          </a:stretch>
        </p:blipFill>
        <p:spPr>
          <a:xfrm>
            <a:off x="331519" y="1215834"/>
            <a:ext cx="5683604" cy="2575383"/>
          </a:xfrm>
          <a:prstGeom prst="rect">
            <a:avLst/>
          </a:prstGeom>
          <a:ln w="28575">
            <a:solidFill>
              <a:schemeClr val="bg1"/>
            </a:solidFill>
          </a:ln>
        </p:spPr>
      </p:pic>
    </p:spTree>
    <p:extLst>
      <p:ext uri="{BB962C8B-B14F-4D97-AF65-F5344CB8AC3E}">
        <p14:creationId xmlns:p14="http://schemas.microsoft.com/office/powerpoint/2010/main" val="17149305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32"/>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b="0">
                <a:latin typeface="Montserrat Medium"/>
                <a:ea typeface="Montserrat Medium"/>
                <a:cs typeface="Montserrat Medium"/>
                <a:sym typeface="Montserrat Medium"/>
              </a:rPr>
              <a:t>À PROPOS</a:t>
            </a:r>
            <a:r>
              <a:rPr lang="en"/>
              <a:t> DU PROJET</a:t>
            </a:r>
            <a:endParaRPr/>
          </a:p>
        </p:txBody>
      </p:sp>
      <p:sp>
        <p:nvSpPr>
          <p:cNvPr id="1074" name="Google Shape;1074;p32"/>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Les images révèlent de grandes quantités de données, alors rappelez-vous : utilisez une image au lieu d'un long texte. Votre public l'appréciera</a:t>
            </a:r>
            <a:endParaRPr/>
          </a:p>
        </p:txBody>
      </p:sp>
      <p:pic>
        <p:nvPicPr>
          <p:cNvPr id="1075" name="Google Shape;1075;p32"/>
          <p:cNvPicPr preferRelativeResize="0"/>
          <p:nvPr/>
        </p:nvPicPr>
        <p:blipFill rotWithShape="1">
          <a:blip r:embed="rId3">
            <a:alphaModFix/>
          </a:blip>
          <a:srcRect l="26435" r="6876"/>
          <a:stretch/>
        </p:blipFill>
        <p:spPr>
          <a:xfrm>
            <a:off x="4992350" y="944100"/>
            <a:ext cx="3256800" cy="3255300"/>
          </a:xfrm>
          <a:prstGeom prst="ellipse">
            <a:avLst/>
          </a:prstGeom>
          <a:noFill/>
          <a:ln>
            <a:noFill/>
          </a:ln>
        </p:spPr>
      </p:pic>
      <p:grpSp>
        <p:nvGrpSpPr>
          <p:cNvPr id="1076" name="Google Shape;1076;p32"/>
          <p:cNvGrpSpPr/>
          <p:nvPr/>
        </p:nvGrpSpPr>
        <p:grpSpPr>
          <a:xfrm rot="10800000">
            <a:off x="3188769" y="4079806"/>
            <a:ext cx="1803578" cy="1592367"/>
            <a:chOff x="-4912150" y="-393637"/>
            <a:chExt cx="2057000" cy="1816112"/>
          </a:xfrm>
        </p:grpSpPr>
        <p:sp>
          <p:nvSpPr>
            <p:cNvPr id="1077" name="Google Shape;1077;p3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3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3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3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3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3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3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3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3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3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3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3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3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3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3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3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32"/>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3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3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 name="Google Shape;1096;p32"/>
          <p:cNvGrpSpPr/>
          <p:nvPr/>
        </p:nvGrpSpPr>
        <p:grpSpPr>
          <a:xfrm>
            <a:off x="4572000" y="169263"/>
            <a:ext cx="946675" cy="901375"/>
            <a:chOff x="4487300" y="227688"/>
            <a:chExt cx="946675" cy="901375"/>
          </a:xfrm>
        </p:grpSpPr>
        <p:grpSp>
          <p:nvGrpSpPr>
            <p:cNvPr id="1097" name="Google Shape;1097;p32"/>
            <p:cNvGrpSpPr/>
            <p:nvPr/>
          </p:nvGrpSpPr>
          <p:grpSpPr>
            <a:xfrm>
              <a:off x="5249800" y="345688"/>
              <a:ext cx="184175" cy="158025"/>
              <a:chOff x="-3626300" y="-1680825"/>
              <a:chExt cx="184175" cy="158025"/>
            </a:xfrm>
          </p:grpSpPr>
          <p:sp>
            <p:nvSpPr>
              <p:cNvPr id="1098" name="Google Shape;1098;p3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3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 name="Google Shape;1100;p32"/>
            <p:cNvGrpSpPr/>
            <p:nvPr/>
          </p:nvGrpSpPr>
          <p:grpSpPr>
            <a:xfrm>
              <a:off x="4487300" y="227688"/>
              <a:ext cx="716725" cy="901375"/>
              <a:chOff x="-3888525" y="-2483300"/>
              <a:chExt cx="716725" cy="901375"/>
            </a:xfrm>
          </p:grpSpPr>
          <p:sp>
            <p:nvSpPr>
              <p:cNvPr id="1101" name="Google Shape;1101;p3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3" name="Google Shape;1103;p32"/>
          <p:cNvGrpSpPr/>
          <p:nvPr/>
        </p:nvGrpSpPr>
        <p:grpSpPr>
          <a:xfrm>
            <a:off x="919197" y="2394179"/>
            <a:ext cx="3011003" cy="192185"/>
            <a:chOff x="4873322" y="2177404"/>
            <a:chExt cx="3011003" cy="192185"/>
          </a:xfrm>
        </p:grpSpPr>
        <p:sp>
          <p:nvSpPr>
            <p:cNvPr id="1104" name="Google Shape;1104;p32"/>
            <p:cNvSpPr/>
            <p:nvPr/>
          </p:nvSpPr>
          <p:spPr>
            <a:xfrm rot="-2700000" flipH="1">
              <a:off x="6184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5" name="Google Shape;1105;p32"/>
            <p:cNvCxnSpPr>
              <a:stCxn id="1106" idx="6"/>
              <a:endCxn id="1107" idx="2"/>
            </p:cNvCxnSpPr>
            <p:nvPr/>
          </p:nvCxnSpPr>
          <p:spPr>
            <a:xfrm rot="10800000">
              <a:off x="4930225" y="2272525"/>
              <a:ext cx="2897100" cy="0"/>
            </a:xfrm>
            <a:prstGeom prst="straightConnector1">
              <a:avLst/>
            </a:prstGeom>
            <a:noFill/>
            <a:ln w="9525" cap="flat" cmpd="sng">
              <a:solidFill>
                <a:schemeClr val="lt1"/>
              </a:solidFill>
              <a:prstDash val="solid"/>
              <a:round/>
              <a:headEnd type="none" w="med" len="med"/>
              <a:tailEnd type="none" w="med" len="med"/>
            </a:ln>
          </p:spPr>
        </p:cxnSp>
        <p:sp>
          <p:nvSpPr>
            <p:cNvPr id="1107" name="Google Shape;1107;p32"/>
            <p:cNvSpPr/>
            <p:nvPr/>
          </p:nvSpPr>
          <p:spPr>
            <a:xfrm flipH="1">
              <a:off x="487332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2"/>
            <p:cNvSpPr/>
            <p:nvPr/>
          </p:nvSpPr>
          <p:spPr>
            <a:xfrm flipH="1">
              <a:off x="7827325" y="2244025"/>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1156" name="Google Shape;1156;p34"/>
          <p:cNvSpPr txBox="1">
            <a:spLocks noGrp="1"/>
          </p:cNvSpPr>
          <p:nvPr>
            <p:ph type="title"/>
          </p:nvPr>
        </p:nvSpPr>
        <p:spPr>
          <a:xfrm>
            <a:off x="1940550" y="3438075"/>
            <a:ext cx="5262900" cy="363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—QUELQU'UN DE CÉLÈBRE</a:t>
            </a:r>
            <a:endParaRPr/>
          </a:p>
        </p:txBody>
      </p:sp>
      <p:sp>
        <p:nvSpPr>
          <p:cNvPr id="1157" name="Google Shape;1157;p3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 Voici une citation. Des mots pleins de sagesse que quelqu'un d'important a dit et qui peuvent inspirer le lecteur. “</a:t>
            </a:r>
            <a:endParaRPr/>
          </a:p>
        </p:txBody>
      </p:sp>
      <p:grpSp>
        <p:nvGrpSpPr>
          <p:cNvPr id="1158" name="Google Shape;1158;p34"/>
          <p:cNvGrpSpPr/>
          <p:nvPr/>
        </p:nvGrpSpPr>
        <p:grpSpPr>
          <a:xfrm>
            <a:off x="2027097" y="3051329"/>
            <a:ext cx="3612325" cy="192185"/>
            <a:chOff x="4788672" y="2177404"/>
            <a:chExt cx="3612325" cy="192185"/>
          </a:xfrm>
        </p:grpSpPr>
        <p:sp>
          <p:nvSpPr>
            <p:cNvPr id="1159" name="Google Shape;1159;p34"/>
            <p:cNvSpPr/>
            <p:nvPr/>
          </p:nvSpPr>
          <p:spPr>
            <a:xfrm rot="-2700000" flipH="1">
              <a:off x="7708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0" name="Google Shape;1160;p34"/>
            <p:cNvCxnSpPr>
              <a:stCxn id="1161" idx="6"/>
              <a:endCxn id="1162" idx="2"/>
            </p:cNvCxnSpPr>
            <p:nvPr/>
          </p:nvCxnSpPr>
          <p:spPr>
            <a:xfrm rot="10800000">
              <a:off x="4845697" y="2272517"/>
              <a:ext cx="3498300" cy="0"/>
            </a:xfrm>
            <a:prstGeom prst="straightConnector1">
              <a:avLst/>
            </a:prstGeom>
            <a:noFill/>
            <a:ln w="9525" cap="flat" cmpd="sng">
              <a:solidFill>
                <a:schemeClr val="lt1"/>
              </a:solidFill>
              <a:prstDash val="solid"/>
              <a:round/>
              <a:headEnd type="none" w="med" len="med"/>
              <a:tailEnd type="none" w="med" len="med"/>
            </a:ln>
          </p:spPr>
        </p:cxnSp>
        <p:sp>
          <p:nvSpPr>
            <p:cNvPr id="1162" name="Google Shape;1162;p34"/>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4"/>
            <p:cNvSpPr/>
            <p:nvPr/>
          </p:nvSpPr>
          <p:spPr>
            <a:xfrm flipH="1">
              <a:off x="8343997"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 name="Google Shape;1163;p34"/>
          <p:cNvGrpSpPr/>
          <p:nvPr/>
        </p:nvGrpSpPr>
        <p:grpSpPr>
          <a:xfrm rot="10800000">
            <a:off x="2460069" y="-714219"/>
            <a:ext cx="1803578" cy="1592367"/>
            <a:chOff x="-4912150" y="-393637"/>
            <a:chExt cx="2057000" cy="1816112"/>
          </a:xfrm>
        </p:grpSpPr>
        <p:sp>
          <p:nvSpPr>
            <p:cNvPr id="1164" name="Google Shape;1164;p3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3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3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3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3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3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3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3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3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3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3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3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34"/>
          <p:cNvGrpSpPr/>
          <p:nvPr/>
        </p:nvGrpSpPr>
        <p:grpSpPr>
          <a:xfrm>
            <a:off x="6286297" y="3482200"/>
            <a:ext cx="1929500" cy="2210100"/>
            <a:chOff x="295725" y="-3462825"/>
            <a:chExt cx="1929500" cy="2210100"/>
          </a:xfrm>
        </p:grpSpPr>
        <p:sp>
          <p:nvSpPr>
            <p:cNvPr id="1184" name="Google Shape;1184;p34"/>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34"/>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34"/>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4"/>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4"/>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4"/>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4"/>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4"/>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4"/>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4"/>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4"/>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4"/>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4"/>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4"/>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4"/>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4"/>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4"/>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4"/>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34"/>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4"/>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34"/>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34"/>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34"/>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4"/>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4"/>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12"/>
        <p:cNvGrpSpPr/>
        <p:nvPr/>
      </p:nvGrpSpPr>
      <p:grpSpPr>
        <a:xfrm>
          <a:off x="0" y="0"/>
          <a:ext cx="0" cy="0"/>
          <a:chOff x="0" y="0"/>
          <a:chExt cx="0" cy="0"/>
        </a:xfrm>
      </p:grpSpPr>
      <p:sp>
        <p:nvSpPr>
          <p:cNvPr id="1213" name="Google Shape;1213;p35"/>
          <p:cNvSpPr txBox="1"/>
          <p:nvPr/>
        </p:nvSpPr>
        <p:spPr>
          <a:xfrm>
            <a:off x="3887485"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Juin</a:t>
            </a:r>
            <a:endParaRPr sz="2000" b="1">
              <a:solidFill>
                <a:schemeClr val="lt1"/>
              </a:solidFill>
              <a:latin typeface="Montserrat"/>
              <a:ea typeface="Montserrat"/>
              <a:cs typeface="Montserrat"/>
              <a:sym typeface="Montserrat"/>
            </a:endParaRPr>
          </a:p>
        </p:txBody>
      </p:sp>
      <p:sp>
        <p:nvSpPr>
          <p:cNvPr id="1214" name="Google Shape;1214;p35"/>
          <p:cNvSpPr txBox="1"/>
          <p:nvPr/>
        </p:nvSpPr>
        <p:spPr>
          <a:xfrm>
            <a:off x="2491098" y="2787858"/>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2</a:t>
            </a:r>
            <a:endParaRPr sz="1600">
              <a:solidFill>
                <a:schemeClr val="lt1"/>
              </a:solidFill>
              <a:latin typeface="Montserrat Medium"/>
              <a:ea typeface="Montserrat Medium"/>
              <a:cs typeface="Montserrat Medium"/>
              <a:sym typeface="Montserrat Medium"/>
            </a:endParaRPr>
          </a:p>
        </p:txBody>
      </p:sp>
      <p:cxnSp>
        <p:nvCxnSpPr>
          <p:cNvPr id="1215" name="Google Shape;1215;p35"/>
          <p:cNvCxnSpPr>
            <a:stCxn id="1216" idx="6"/>
            <a:endCxn id="1217" idx="2"/>
          </p:cNvCxnSpPr>
          <p:nvPr/>
        </p:nvCxnSpPr>
        <p:spPr>
          <a:xfrm rot="10800000" flipH="1">
            <a:off x="2591620" y="3215453"/>
            <a:ext cx="2763300" cy="3000"/>
          </a:xfrm>
          <a:prstGeom prst="straightConnector1">
            <a:avLst/>
          </a:prstGeom>
          <a:noFill/>
          <a:ln w="9525" cap="flat" cmpd="sng">
            <a:solidFill>
              <a:schemeClr val="lt1"/>
            </a:solidFill>
            <a:prstDash val="solid"/>
            <a:round/>
            <a:headEnd type="oval" w="med" len="med"/>
            <a:tailEnd type="oval" w="med" len="med"/>
          </a:ln>
        </p:spPr>
      </p:cxnSp>
      <p:sp>
        <p:nvSpPr>
          <p:cNvPr id="1216" name="Google Shape;1216;p35"/>
          <p:cNvSpPr/>
          <p:nvPr/>
        </p:nvSpPr>
        <p:spPr>
          <a:xfrm>
            <a:off x="2318020" y="3081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35"/>
          <p:cNvSpPr/>
          <p:nvPr/>
        </p:nvSpPr>
        <p:spPr>
          <a:xfrm>
            <a:off x="5355045" y="3078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35"/>
          <p:cNvSpPr txBox="1"/>
          <p:nvPr/>
        </p:nvSpPr>
        <p:spPr>
          <a:xfrm>
            <a:off x="3509276" y="2787850"/>
            <a:ext cx="33429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Pluton est une planète naine</a:t>
            </a:r>
            <a:endParaRPr sz="1600">
              <a:solidFill>
                <a:schemeClr val="lt1"/>
              </a:solidFill>
              <a:latin typeface="Montserrat Medium"/>
              <a:ea typeface="Montserrat Medium"/>
              <a:cs typeface="Montserrat Medium"/>
              <a:sym typeface="Montserrat Medium"/>
            </a:endParaRPr>
          </a:p>
        </p:txBody>
      </p:sp>
      <p:sp>
        <p:nvSpPr>
          <p:cNvPr id="1219" name="Google Shape;1219;p3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CALENDRIER DU PROJET</a:t>
            </a:r>
            <a:endParaRPr/>
          </a:p>
        </p:txBody>
      </p:sp>
      <p:grpSp>
        <p:nvGrpSpPr>
          <p:cNvPr id="1220" name="Google Shape;1220;p35"/>
          <p:cNvGrpSpPr/>
          <p:nvPr/>
        </p:nvGrpSpPr>
        <p:grpSpPr>
          <a:xfrm>
            <a:off x="1611150" y="1050283"/>
            <a:ext cx="5921700" cy="192184"/>
            <a:chOff x="902597" y="1069304"/>
            <a:chExt cx="5921700" cy="192184"/>
          </a:xfrm>
        </p:grpSpPr>
        <p:grpSp>
          <p:nvGrpSpPr>
            <p:cNvPr id="1221" name="Google Shape;1221;p35"/>
            <p:cNvGrpSpPr/>
            <p:nvPr/>
          </p:nvGrpSpPr>
          <p:grpSpPr>
            <a:xfrm>
              <a:off x="902597" y="1069304"/>
              <a:ext cx="5864700" cy="192184"/>
              <a:chOff x="2335097" y="1069304"/>
              <a:chExt cx="5864700" cy="192184"/>
            </a:xfrm>
          </p:grpSpPr>
          <p:sp>
            <p:nvSpPr>
              <p:cNvPr id="1222" name="Google Shape;1222;p3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23" name="Google Shape;1223;p35"/>
              <p:cNvCxnSpPr>
                <a:stCxn id="1224" idx="6"/>
                <a:endCxn id="1225"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225" name="Google Shape;1225;p3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 name="Google Shape;1224;p35"/>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 name="Google Shape;1226;p35"/>
          <p:cNvSpPr txBox="1"/>
          <p:nvPr/>
        </p:nvSpPr>
        <p:spPr>
          <a:xfrm>
            <a:off x="1094750"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Avril</a:t>
            </a:r>
            <a:endParaRPr sz="2000" b="1">
              <a:solidFill>
                <a:schemeClr val="lt1"/>
              </a:solidFill>
              <a:latin typeface="Montserrat"/>
              <a:ea typeface="Montserrat"/>
              <a:cs typeface="Montserrat"/>
              <a:sym typeface="Montserrat"/>
            </a:endParaRPr>
          </a:p>
        </p:txBody>
      </p:sp>
      <p:sp>
        <p:nvSpPr>
          <p:cNvPr id="1227" name="Google Shape;1227;p35"/>
          <p:cNvSpPr txBox="1"/>
          <p:nvPr/>
        </p:nvSpPr>
        <p:spPr>
          <a:xfrm>
            <a:off x="2491079"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Mai</a:t>
            </a:r>
            <a:endParaRPr sz="2000" b="1">
              <a:solidFill>
                <a:schemeClr val="lt1"/>
              </a:solidFill>
              <a:latin typeface="Montserrat"/>
              <a:ea typeface="Montserrat"/>
              <a:cs typeface="Montserrat"/>
              <a:sym typeface="Montserrat"/>
            </a:endParaRPr>
          </a:p>
        </p:txBody>
      </p:sp>
      <p:sp>
        <p:nvSpPr>
          <p:cNvPr id="1228" name="Google Shape;1228;p35"/>
          <p:cNvSpPr txBox="1"/>
          <p:nvPr/>
        </p:nvSpPr>
        <p:spPr>
          <a:xfrm>
            <a:off x="52838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Juillet</a:t>
            </a:r>
            <a:endParaRPr sz="2000" b="1">
              <a:solidFill>
                <a:schemeClr val="lt1"/>
              </a:solidFill>
              <a:latin typeface="Montserrat"/>
              <a:ea typeface="Montserrat"/>
              <a:cs typeface="Montserrat"/>
              <a:sym typeface="Montserrat"/>
            </a:endParaRPr>
          </a:p>
        </p:txBody>
      </p:sp>
      <p:sp>
        <p:nvSpPr>
          <p:cNvPr id="1229" name="Google Shape;1229;p35"/>
          <p:cNvSpPr txBox="1"/>
          <p:nvPr/>
        </p:nvSpPr>
        <p:spPr>
          <a:xfrm>
            <a:off x="66665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Août</a:t>
            </a:r>
            <a:endParaRPr sz="2000" b="1">
              <a:solidFill>
                <a:schemeClr val="lt1"/>
              </a:solidFill>
              <a:latin typeface="Montserrat"/>
              <a:ea typeface="Montserrat"/>
              <a:cs typeface="Montserrat"/>
              <a:sym typeface="Montserrat"/>
            </a:endParaRPr>
          </a:p>
        </p:txBody>
      </p:sp>
      <p:grpSp>
        <p:nvGrpSpPr>
          <p:cNvPr id="1230" name="Google Shape;1230;p35"/>
          <p:cNvGrpSpPr/>
          <p:nvPr/>
        </p:nvGrpSpPr>
        <p:grpSpPr>
          <a:xfrm>
            <a:off x="782838" y="4237143"/>
            <a:ext cx="960401" cy="721220"/>
            <a:chOff x="695513" y="4237143"/>
            <a:chExt cx="960401" cy="721220"/>
          </a:xfrm>
        </p:grpSpPr>
        <p:sp>
          <p:nvSpPr>
            <p:cNvPr id="1231" name="Google Shape;1231;p35"/>
            <p:cNvSpPr/>
            <p:nvPr/>
          </p:nvSpPr>
          <p:spPr>
            <a:xfrm>
              <a:off x="1175713" y="42371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35"/>
            <p:cNvSpPr/>
            <p:nvPr/>
          </p:nvSpPr>
          <p:spPr>
            <a:xfrm>
              <a:off x="695513" y="4478468"/>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3" name="Google Shape;1233;p35"/>
          <p:cNvSpPr txBox="1"/>
          <p:nvPr/>
        </p:nvSpPr>
        <p:spPr>
          <a:xfrm>
            <a:off x="1191023" y="3466660"/>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3</a:t>
            </a:r>
            <a:endParaRPr sz="1600">
              <a:solidFill>
                <a:schemeClr val="lt1"/>
              </a:solidFill>
              <a:latin typeface="Montserrat Medium"/>
              <a:ea typeface="Montserrat Medium"/>
              <a:cs typeface="Montserrat Medium"/>
              <a:sym typeface="Montserrat Medium"/>
            </a:endParaRPr>
          </a:p>
        </p:txBody>
      </p:sp>
      <p:sp>
        <p:nvSpPr>
          <p:cNvPr id="1234" name="Google Shape;1234;p35"/>
          <p:cNvSpPr/>
          <p:nvPr/>
        </p:nvSpPr>
        <p:spPr>
          <a:xfrm>
            <a:off x="5355045" y="375703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5" name="Google Shape;1235;p35"/>
          <p:cNvCxnSpPr>
            <a:stCxn id="1236" idx="6"/>
            <a:endCxn id="1234" idx="2"/>
          </p:cNvCxnSpPr>
          <p:nvPr/>
        </p:nvCxnSpPr>
        <p:spPr>
          <a:xfrm rot="10800000" flipH="1">
            <a:off x="1187670" y="3893855"/>
            <a:ext cx="4167300" cy="600"/>
          </a:xfrm>
          <a:prstGeom prst="straightConnector1">
            <a:avLst/>
          </a:prstGeom>
          <a:noFill/>
          <a:ln w="9525" cap="flat" cmpd="sng">
            <a:solidFill>
              <a:schemeClr val="lt1"/>
            </a:solidFill>
            <a:prstDash val="solid"/>
            <a:round/>
            <a:headEnd type="oval" w="med" len="med"/>
            <a:tailEnd type="oval" w="med" len="med"/>
          </a:ln>
        </p:spPr>
      </p:cxnSp>
      <p:sp>
        <p:nvSpPr>
          <p:cNvPr id="1236" name="Google Shape;1236;p35"/>
          <p:cNvSpPr/>
          <p:nvPr/>
        </p:nvSpPr>
        <p:spPr>
          <a:xfrm>
            <a:off x="914070" y="3757655"/>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35"/>
          <p:cNvSpPr txBox="1"/>
          <p:nvPr/>
        </p:nvSpPr>
        <p:spPr>
          <a:xfrm>
            <a:off x="2209190" y="3466660"/>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Saturne est gazeuse</a:t>
            </a:r>
            <a:endParaRPr sz="1600">
              <a:solidFill>
                <a:schemeClr val="lt1"/>
              </a:solidFill>
              <a:latin typeface="Montserrat Medium"/>
              <a:ea typeface="Montserrat Medium"/>
              <a:cs typeface="Montserrat Medium"/>
              <a:sym typeface="Montserrat Medium"/>
            </a:endParaRPr>
          </a:p>
        </p:txBody>
      </p:sp>
      <p:cxnSp>
        <p:nvCxnSpPr>
          <p:cNvPr id="1238" name="Google Shape;1238;p35"/>
          <p:cNvCxnSpPr>
            <a:stCxn id="1239" idx="6"/>
            <a:endCxn id="1240" idx="2"/>
          </p:cNvCxnSpPr>
          <p:nvPr/>
        </p:nvCxnSpPr>
        <p:spPr>
          <a:xfrm>
            <a:off x="3968420" y="4570450"/>
            <a:ext cx="2783100" cy="0"/>
          </a:xfrm>
          <a:prstGeom prst="straightConnector1">
            <a:avLst/>
          </a:prstGeom>
          <a:noFill/>
          <a:ln w="9525" cap="flat" cmpd="sng">
            <a:solidFill>
              <a:schemeClr val="lt1"/>
            </a:solidFill>
            <a:prstDash val="solid"/>
            <a:round/>
            <a:headEnd type="oval" w="med" len="med"/>
            <a:tailEnd type="oval" w="med" len="med"/>
          </a:ln>
        </p:spPr>
      </p:cxnSp>
      <p:sp>
        <p:nvSpPr>
          <p:cNvPr id="1239" name="Google Shape;1239;p35"/>
          <p:cNvSpPr/>
          <p:nvPr/>
        </p:nvSpPr>
        <p:spPr>
          <a:xfrm>
            <a:off x="3694820" y="4433650"/>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35"/>
          <p:cNvSpPr txBox="1"/>
          <p:nvPr/>
        </p:nvSpPr>
        <p:spPr>
          <a:xfrm>
            <a:off x="3887475" y="4142749"/>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4</a:t>
            </a:r>
            <a:endParaRPr sz="1600">
              <a:solidFill>
                <a:schemeClr val="lt1"/>
              </a:solidFill>
              <a:latin typeface="Montserrat Medium"/>
              <a:ea typeface="Montserrat Medium"/>
              <a:cs typeface="Montserrat Medium"/>
              <a:sym typeface="Montserrat Medium"/>
            </a:endParaRPr>
          </a:p>
        </p:txBody>
      </p:sp>
      <p:sp>
        <p:nvSpPr>
          <p:cNvPr id="1242" name="Google Shape;1242;p35"/>
          <p:cNvSpPr txBox="1"/>
          <p:nvPr/>
        </p:nvSpPr>
        <p:spPr>
          <a:xfrm>
            <a:off x="4906874" y="4142749"/>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Le Soleil est un étoile</a:t>
            </a:r>
            <a:endParaRPr sz="1600">
              <a:solidFill>
                <a:schemeClr val="lt1"/>
              </a:solidFill>
              <a:latin typeface="Montserrat Medium"/>
              <a:ea typeface="Montserrat Medium"/>
              <a:cs typeface="Montserrat Medium"/>
              <a:sym typeface="Montserrat Medium"/>
            </a:endParaRPr>
          </a:p>
        </p:txBody>
      </p:sp>
      <p:sp>
        <p:nvSpPr>
          <p:cNvPr id="1240" name="Google Shape;1240;p35"/>
          <p:cNvSpPr/>
          <p:nvPr/>
        </p:nvSpPr>
        <p:spPr>
          <a:xfrm>
            <a:off x="6751520" y="443365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35"/>
          <p:cNvSpPr txBox="1"/>
          <p:nvPr/>
        </p:nvSpPr>
        <p:spPr>
          <a:xfrm>
            <a:off x="1191023" y="2105262"/>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1</a:t>
            </a:r>
            <a:endParaRPr sz="1600">
              <a:solidFill>
                <a:schemeClr val="lt1"/>
              </a:solidFill>
              <a:latin typeface="Montserrat Medium"/>
              <a:ea typeface="Montserrat Medium"/>
              <a:cs typeface="Montserrat Medium"/>
              <a:sym typeface="Montserrat Medium"/>
            </a:endParaRPr>
          </a:p>
        </p:txBody>
      </p:sp>
      <p:sp>
        <p:nvSpPr>
          <p:cNvPr id="1244" name="Google Shape;1244;p35"/>
          <p:cNvSpPr txBox="1"/>
          <p:nvPr/>
        </p:nvSpPr>
        <p:spPr>
          <a:xfrm>
            <a:off x="2209190" y="2105261"/>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Mercure est très petite</a:t>
            </a:r>
            <a:endParaRPr sz="1600">
              <a:solidFill>
                <a:schemeClr val="lt1"/>
              </a:solidFill>
              <a:latin typeface="Montserrat Medium"/>
              <a:ea typeface="Montserrat Medium"/>
              <a:cs typeface="Montserrat Medium"/>
              <a:sym typeface="Montserrat Medium"/>
            </a:endParaRPr>
          </a:p>
        </p:txBody>
      </p:sp>
      <p:cxnSp>
        <p:nvCxnSpPr>
          <p:cNvPr id="1245" name="Google Shape;1245;p35"/>
          <p:cNvCxnSpPr>
            <a:stCxn id="1246" idx="6"/>
            <a:endCxn id="1247" idx="2"/>
          </p:cNvCxnSpPr>
          <p:nvPr/>
        </p:nvCxnSpPr>
        <p:spPr>
          <a:xfrm>
            <a:off x="1187670" y="2532638"/>
            <a:ext cx="5569500" cy="0"/>
          </a:xfrm>
          <a:prstGeom prst="straightConnector1">
            <a:avLst/>
          </a:prstGeom>
          <a:noFill/>
          <a:ln w="9525" cap="flat" cmpd="sng">
            <a:solidFill>
              <a:schemeClr val="lt1"/>
            </a:solidFill>
            <a:prstDash val="solid"/>
            <a:round/>
            <a:headEnd type="oval" w="med" len="med"/>
            <a:tailEnd type="oval" w="med" len="med"/>
          </a:ln>
        </p:spPr>
      </p:cxnSp>
      <p:sp>
        <p:nvSpPr>
          <p:cNvPr id="1246" name="Google Shape;1246;p35"/>
          <p:cNvSpPr/>
          <p:nvPr/>
        </p:nvSpPr>
        <p:spPr>
          <a:xfrm>
            <a:off x="914070"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35"/>
          <p:cNvSpPr/>
          <p:nvPr/>
        </p:nvSpPr>
        <p:spPr>
          <a:xfrm>
            <a:off x="6757145"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263"/>
        <p:cNvGrpSpPr/>
        <p:nvPr/>
      </p:nvGrpSpPr>
      <p:grpSpPr>
        <a:xfrm>
          <a:off x="0" y="0"/>
          <a:ext cx="0" cy="0"/>
          <a:chOff x="0" y="0"/>
          <a:chExt cx="0" cy="0"/>
        </a:xfrm>
      </p:grpSpPr>
      <p:sp>
        <p:nvSpPr>
          <p:cNvPr id="1264" name="Google Shape;1264;p37"/>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Savez-vous ce qui vous aide à rendre votre point de vue très clair ?</a:t>
            </a:r>
            <a:endParaRPr/>
          </a:p>
          <a:p>
            <a:pPr marL="0" lvl="0" indent="0" algn="l" rtl="0">
              <a:spcBef>
                <a:spcPts val="1000"/>
              </a:spcBef>
              <a:spcAft>
                <a:spcPts val="0"/>
              </a:spcAft>
              <a:buNone/>
            </a:pPr>
            <a:r>
              <a:rPr lang="en"/>
              <a:t>Des listes comme celle-ci :</a:t>
            </a:r>
            <a:endParaRPr/>
          </a:p>
          <a:p>
            <a:pPr marL="457200" lvl="0" indent="-330200" algn="l" rtl="0">
              <a:spcBef>
                <a:spcPts val="0"/>
              </a:spcBef>
              <a:spcAft>
                <a:spcPts val="0"/>
              </a:spcAft>
              <a:buSzPts val="1600"/>
              <a:buChar char="●"/>
            </a:pPr>
            <a:r>
              <a:rPr lang="en"/>
              <a:t>Elles sont simples</a:t>
            </a:r>
            <a:endParaRPr/>
          </a:p>
          <a:p>
            <a:pPr marL="457200" lvl="0" indent="-330200" algn="l" rtl="0">
              <a:spcBef>
                <a:spcPts val="0"/>
              </a:spcBef>
              <a:spcAft>
                <a:spcPts val="0"/>
              </a:spcAft>
              <a:buSzPts val="1600"/>
              <a:buChar char="●"/>
            </a:pPr>
            <a:r>
              <a:rPr lang="en"/>
              <a:t>Vous pouvez organiser vos idées clairement</a:t>
            </a:r>
            <a:endParaRPr/>
          </a:p>
          <a:p>
            <a:pPr marL="457200" lvl="0" indent="-330200" algn="l" rtl="0">
              <a:spcBef>
                <a:spcPts val="0"/>
              </a:spcBef>
              <a:spcAft>
                <a:spcPts val="0"/>
              </a:spcAft>
              <a:buSzPts val="1600"/>
              <a:buChar char="●"/>
            </a:pPr>
            <a:r>
              <a:rPr lang="en"/>
              <a:t>Vous n’oublierez jamais d’acheter du lait !</a:t>
            </a:r>
            <a:endParaRPr/>
          </a:p>
          <a:p>
            <a:pPr marL="0" lvl="0" indent="0" algn="l" rtl="0">
              <a:spcBef>
                <a:spcPts val="1000"/>
              </a:spcBef>
              <a:spcAft>
                <a:spcPts val="0"/>
              </a:spcAft>
              <a:buNone/>
            </a:pPr>
            <a:r>
              <a:rPr lang="en"/>
              <a:t>Et le plus important : le public ne manquera pas le but de votre présentation</a:t>
            </a:r>
            <a:endParaRPr/>
          </a:p>
        </p:txBody>
      </p:sp>
      <p:sp>
        <p:nvSpPr>
          <p:cNvPr id="1265" name="Google Shape;1265;p3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POINTS CLÉS</a:t>
            </a:r>
            <a:endParaRPr/>
          </a:p>
        </p:txBody>
      </p:sp>
      <p:grpSp>
        <p:nvGrpSpPr>
          <p:cNvPr id="1266" name="Google Shape;1266;p37"/>
          <p:cNvGrpSpPr/>
          <p:nvPr/>
        </p:nvGrpSpPr>
        <p:grpSpPr>
          <a:xfrm>
            <a:off x="708769" y="229268"/>
            <a:ext cx="1019565" cy="1290805"/>
            <a:chOff x="-4017975" y="-49702"/>
            <a:chExt cx="1162825" cy="1472177"/>
          </a:xfrm>
        </p:grpSpPr>
        <p:sp>
          <p:nvSpPr>
            <p:cNvPr id="1267" name="Google Shape;1267;p3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3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3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 name="Google Shape;1274;p37"/>
          <p:cNvGrpSpPr/>
          <p:nvPr/>
        </p:nvGrpSpPr>
        <p:grpSpPr>
          <a:xfrm>
            <a:off x="6056447" y="3828300"/>
            <a:ext cx="1929500" cy="2210100"/>
            <a:chOff x="295725" y="-3462825"/>
            <a:chExt cx="1929500" cy="2210100"/>
          </a:xfrm>
        </p:grpSpPr>
        <p:sp>
          <p:nvSpPr>
            <p:cNvPr id="1275" name="Google Shape;1275;p3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3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3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3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3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 name="Google Shape;1300;p37"/>
          <p:cNvGrpSpPr/>
          <p:nvPr/>
        </p:nvGrpSpPr>
        <p:grpSpPr>
          <a:xfrm>
            <a:off x="7840825" y="1807363"/>
            <a:ext cx="1040638" cy="901375"/>
            <a:chOff x="8457538" y="810363"/>
            <a:chExt cx="1040638" cy="901375"/>
          </a:xfrm>
        </p:grpSpPr>
        <p:grpSp>
          <p:nvGrpSpPr>
            <p:cNvPr id="1301" name="Google Shape;1301;p37"/>
            <p:cNvGrpSpPr/>
            <p:nvPr/>
          </p:nvGrpSpPr>
          <p:grpSpPr>
            <a:xfrm>
              <a:off x="8781450" y="810363"/>
              <a:ext cx="716725" cy="901375"/>
              <a:chOff x="-3888525" y="-2483300"/>
              <a:chExt cx="716725" cy="901375"/>
            </a:xfrm>
          </p:grpSpPr>
          <p:sp>
            <p:nvSpPr>
              <p:cNvPr id="1302" name="Google Shape;1302;p3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3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 name="Google Shape;1304;p37"/>
            <p:cNvGrpSpPr/>
            <p:nvPr/>
          </p:nvGrpSpPr>
          <p:grpSpPr>
            <a:xfrm>
              <a:off x="8457538" y="1331488"/>
              <a:ext cx="323925" cy="323650"/>
              <a:chOff x="1608625" y="299800"/>
              <a:chExt cx="323925" cy="323650"/>
            </a:xfrm>
          </p:grpSpPr>
          <p:sp>
            <p:nvSpPr>
              <p:cNvPr id="1305" name="Google Shape;1305;p3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08" name="Google Shape;1308;p37"/>
          <p:cNvGrpSpPr/>
          <p:nvPr/>
        </p:nvGrpSpPr>
        <p:grpSpPr>
          <a:xfrm>
            <a:off x="2868450" y="1050283"/>
            <a:ext cx="3407100" cy="192184"/>
            <a:chOff x="1512197" y="1069304"/>
            <a:chExt cx="3407100" cy="192184"/>
          </a:xfrm>
        </p:grpSpPr>
        <p:grpSp>
          <p:nvGrpSpPr>
            <p:cNvPr id="1309" name="Google Shape;1309;p37"/>
            <p:cNvGrpSpPr/>
            <p:nvPr/>
          </p:nvGrpSpPr>
          <p:grpSpPr>
            <a:xfrm>
              <a:off x="1512197" y="1069304"/>
              <a:ext cx="3350100" cy="192184"/>
              <a:chOff x="2944697" y="1069304"/>
              <a:chExt cx="3350100" cy="192184"/>
            </a:xfrm>
          </p:grpSpPr>
          <p:sp>
            <p:nvSpPr>
              <p:cNvPr id="1310" name="Google Shape;1310;p37"/>
              <p:cNvSpPr/>
              <p:nvPr/>
            </p:nvSpPr>
            <p:spPr>
              <a:xfrm rot="-2700000" flipH="1">
                <a:off x="5498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11" name="Google Shape;1311;p37"/>
              <p:cNvCxnSpPr>
                <a:stCxn id="1312" idx="6"/>
                <a:endCxn id="1313"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313" name="Google Shape;1313;p37"/>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2" name="Google Shape;1312;p37"/>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17"/>
        <p:cNvGrpSpPr/>
        <p:nvPr/>
      </p:nvGrpSpPr>
      <p:grpSpPr>
        <a:xfrm>
          <a:off x="0" y="0"/>
          <a:ext cx="0" cy="0"/>
          <a:chOff x="0" y="0"/>
          <a:chExt cx="0" cy="0"/>
        </a:xfrm>
      </p:grpSpPr>
      <p:sp>
        <p:nvSpPr>
          <p:cNvPr id="1318" name="Google Shape;1318;p38"/>
          <p:cNvSpPr txBox="1">
            <a:spLocks noGrp="1"/>
          </p:cNvSpPr>
          <p:nvPr>
            <p:ph type="title"/>
          </p:nvPr>
        </p:nvSpPr>
        <p:spPr>
          <a:xfrm>
            <a:off x="1267387" y="1365025"/>
            <a:ext cx="6609300" cy="14079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150 000</a:t>
            </a:r>
            <a:endParaRPr/>
          </a:p>
        </p:txBody>
      </p:sp>
      <p:sp>
        <p:nvSpPr>
          <p:cNvPr id="1319" name="Google Shape;1319;p38"/>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Les grands chiffres attirent l'attention de votre public</a:t>
            </a:r>
            <a:endParaRPr/>
          </a:p>
        </p:txBody>
      </p:sp>
      <p:grpSp>
        <p:nvGrpSpPr>
          <p:cNvPr id="1320" name="Google Shape;1320;p38"/>
          <p:cNvGrpSpPr/>
          <p:nvPr/>
        </p:nvGrpSpPr>
        <p:grpSpPr>
          <a:xfrm>
            <a:off x="2299597" y="2830641"/>
            <a:ext cx="4544800" cy="192185"/>
            <a:chOff x="4102872" y="2177404"/>
            <a:chExt cx="4544800" cy="192185"/>
          </a:xfrm>
        </p:grpSpPr>
        <p:sp>
          <p:nvSpPr>
            <p:cNvPr id="1321" name="Google Shape;1321;p38"/>
            <p:cNvSpPr/>
            <p:nvPr/>
          </p:nvSpPr>
          <p:spPr>
            <a:xfrm rot="-2700000" flipH="1">
              <a:off x="7327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22" name="Google Shape;1322;p38"/>
            <p:cNvCxnSpPr>
              <a:stCxn id="1323" idx="6"/>
              <a:endCxn id="1324" idx="2"/>
            </p:cNvCxnSpPr>
            <p:nvPr/>
          </p:nvCxnSpPr>
          <p:spPr>
            <a:xfrm rot="10800000">
              <a:off x="4159972" y="2272517"/>
              <a:ext cx="4430700" cy="0"/>
            </a:xfrm>
            <a:prstGeom prst="straightConnector1">
              <a:avLst/>
            </a:prstGeom>
            <a:noFill/>
            <a:ln w="9525" cap="flat" cmpd="sng">
              <a:solidFill>
                <a:schemeClr val="lt1"/>
              </a:solidFill>
              <a:prstDash val="solid"/>
              <a:round/>
              <a:headEnd type="none" w="med" len="med"/>
              <a:tailEnd type="none" w="med" len="med"/>
            </a:ln>
          </p:spPr>
        </p:cxnSp>
        <p:sp>
          <p:nvSpPr>
            <p:cNvPr id="1324" name="Google Shape;1324;p38"/>
            <p:cNvSpPr/>
            <p:nvPr/>
          </p:nvSpPr>
          <p:spPr>
            <a:xfrm flipH="1">
              <a:off x="41028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38"/>
            <p:cNvSpPr/>
            <p:nvPr/>
          </p:nvSpPr>
          <p:spPr>
            <a:xfrm flipH="1">
              <a:off x="8590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 name="Google Shape;1325;p38"/>
          <p:cNvGrpSpPr/>
          <p:nvPr/>
        </p:nvGrpSpPr>
        <p:grpSpPr>
          <a:xfrm>
            <a:off x="3409172" y="556238"/>
            <a:ext cx="873188" cy="546900"/>
            <a:chOff x="1115510" y="4327288"/>
            <a:chExt cx="873188" cy="546900"/>
          </a:xfrm>
        </p:grpSpPr>
        <p:sp>
          <p:nvSpPr>
            <p:cNvPr id="1326" name="Google Shape;1326;p3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 name="Google Shape;1327;p38"/>
            <p:cNvGrpSpPr/>
            <p:nvPr/>
          </p:nvGrpSpPr>
          <p:grpSpPr>
            <a:xfrm flipH="1">
              <a:off x="1664772" y="4493938"/>
              <a:ext cx="323925" cy="323650"/>
              <a:chOff x="1608625" y="299800"/>
              <a:chExt cx="323925" cy="323650"/>
            </a:xfrm>
          </p:grpSpPr>
          <p:sp>
            <p:nvSpPr>
              <p:cNvPr id="1328" name="Google Shape;1328;p3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3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3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1" name="Google Shape;1331;p38"/>
          <p:cNvGrpSpPr/>
          <p:nvPr/>
        </p:nvGrpSpPr>
        <p:grpSpPr>
          <a:xfrm flipH="1">
            <a:off x="8501831" y="1965068"/>
            <a:ext cx="1019565" cy="1290805"/>
            <a:chOff x="-4017975" y="-49702"/>
            <a:chExt cx="1162825" cy="1472177"/>
          </a:xfrm>
        </p:grpSpPr>
        <p:sp>
          <p:nvSpPr>
            <p:cNvPr id="1332" name="Google Shape;1332;p3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8"/>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38"/>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38"/>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372"/>
        <p:cNvGrpSpPr/>
        <p:nvPr/>
      </p:nvGrpSpPr>
      <p:grpSpPr>
        <a:xfrm>
          <a:off x="0" y="0"/>
          <a:ext cx="0" cy="0"/>
          <a:chOff x="0" y="0"/>
          <a:chExt cx="0" cy="0"/>
        </a:xfrm>
      </p:grpSpPr>
      <p:sp>
        <p:nvSpPr>
          <p:cNvPr id="1373" name="Google Shape;1373;p40"/>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Mots </a:t>
            </a:r>
            <a:r>
              <a:rPr lang="en" b="0">
                <a:latin typeface="Montserrat Medium"/>
                <a:ea typeface="Montserrat Medium"/>
                <a:cs typeface="Montserrat Medium"/>
                <a:sym typeface="Montserrat Medium"/>
              </a:rPr>
              <a:t>Géniaux</a:t>
            </a:r>
            <a:endParaRPr b="0">
              <a:latin typeface="Montserrat Medium"/>
              <a:ea typeface="Montserrat Medium"/>
              <a:cs typeface="Montserrat Medium"/>
              <a:sym typeface="Montserrat Medium"/>
            </a:endParaRPr>
          </a:p>
        </p:txBody>
      </p:sp>
      <p:grpSp>
        <p:nvGrpSpPr>
          <p:cNvPr id="1374" name="Google Shape;1374;p40"/>
          <p:cNvGrpSpPr/>
          <p:nvPr/>
        </p:nvGrpSpPr>
        <p:grpSpPr>
          <a:xfrm flipH="1">
            <a:off x="378472" y="3923488"/>
            <a:ext cx="1929500" cy="2210100"/>
            <a:chOff x="295725" y="-3462825"/>
            <a:chExt cx="1929500" cy="2210100"/>
          </a:xfrm>
        </p:grpSpPr>
        <p:sp>
          <p:nvSpPr>
            <p:cNvPr id="1375" name="Google Shape;1375;p4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4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4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4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4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4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4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4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4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4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4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4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4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4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40"/>
          <p:cNvGrpSpPr/>
          <p:nvPr/>
        </p:nvGrpSpPr>
        <p:grpSpPr>
          <a:xfrm flipH="1">
            <a:off x="4571988" y="-438607"/>
            <a:ext cx="1938846" cy="1720830"/>
            <a:chOff x="-1873362" y="2120543"/>
            <a:chExt cx="1938846" cy="1720830"/>
          </a:xfrm>
        </p:grpSpPr>
        <p:sp>
          <p:nvSpPr>
            <p:cNvPr id="1401" name="Google Shape;1401;p4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4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4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4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4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4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4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4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4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4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4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4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4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4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4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23"/>
        <p:cNvGrpSpPr/>
        <p:nvPr/>
      </p:nvGrpSpPr>
      <p:grpSpPr>
        <a:xfrm>
          <a:off x="0" y="0"/>
          <a:ext cx="0" cy="0"/>
          <a:chOff x="0" y="0"/>
          <a:chExt cx="0" cy="0"/>
        </a:xfrm>
      </p:grpSpPr>
      <p:pic>
        <p:nvPicPr>
          <p:cNvPr id="1424" name="Google Shape;1424;p41" title="Points scored">
            <a:hlinkClick r:id="rId3"/>
          </p:cNvPr>
          <p:cNvPicPr preferRelativeResize="0"/>
          <p:nvPr/>
        </p:nvPicPr>
        <p:blipFill>
          <a:blip r:embed="rId4">
            <a:alphaModFix/>
          </a:blip>
          <a:stretch>
            <a:fillRect/>
          </a:stretch>
        </p:blipFill>
        <p:spPr>
          <a:xfrm>
            <a:off x="782850" y="1564162"/>
            <a:ext cx="3080124" cy="1504124"/>
          </a:xfrm>
          <a:prstGeom prst="rect">
            <a:avLst/>
          </a:prstGeom>
          <a:noFill/>
          <a:ln>
            <a:noFill/>
          </a:ln>
        </p:spPr>
      </p:pic>
      <p:sp>
        <p:nvSpPr>
          <p:cNvPr id="1425" name="Google Shape;1425;p41"/>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TABLEAU DE BORD KPI</a:t>
            </a:r>
            <a:endParaRPr/>
          </a:p>
        </p:txBody>
      </p:sp>
      <p:sp>
        <p:nvSpPr>
          <p:cNvPr id="1426" name="Google Shape;1426;p41"/>
          <p:cNvSpPr txBox="1"/>
          <p:nvPr/>
        </p:nvSpPr>
        <p:spPr>
          <a:xfrm>
            <a:off x="782850"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Budget</a:t>
            </a:r>
            <a:endParaRPr sz="2000" b="1">
              <a:solidFill>
                <a:schemeClr val="lt1"/>
              </a:solidFill>
              <a:latin typeface="Montserrat"/>
              <a:ea typeface="Montserrat"/>
              <a:cs typeface="Montserrat"/>
              <a:sym typeface="Montserrat"/>
            </a:endParaRPr>
          </a:p>
        </p:txBody>
      </p:sp>
      <p:sp>
        <p:nvSpPr>
          <p:cNvPr id="1427" name="Google Shape;1427;p41"/>
          <p:cNvSpPr txBox="1"/>
          <p:nvPr/>
        </p:nvSpPr>
        <p:spPr>
          <a:xfrm>
            <a:off x="4668287"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Gains</a:t>
            </a:r>
            <a:endParaRPr sz="2000" b="1">
              <a:solidFill>
                <a:schemeClr val="lt1"/>
              </a:solidFill>
              <a:latin typeface="Montserrat"/>
              <a:ea typeface="Montserrat"/>
              <a:cs typeface="Montserrat"/>
              <a:sym typeface="Montserrat"/>
            </a:endParaRPr>
          </a:p>
        </p:txBody>
      </p:sp>
      <p:sp>
        <p:nvSpPr>
          <p:cNvPr id="1428" name="Google Shape;1428;p41"/>
          <p:cNvSpPr txBox="1"/>
          <p:nvPr/>
        </p:nvSpPr>
        <p:spPr>
          <a:xfrm>
            <a:off x="722275" y="4284500"/>
            <a:ext cx="7699500" cy="302700"/>
          </a:xfrm>
          <a:prstGeom prst="rect">
            <a:avLst/>
          </a:prstGeom>
          <a:noFill/>
          <a:ln>
            <a:noFill/>
          </a:ln>
        </p:spPr>
        <p:txBody>
          <a:bodyPr spcFirstLastPara="1" wrap="square" lIns="0" tIns="91425" rIns="0" bIns="91425" anchor="t" anchorCtr="0">
            <a:noAutofit/>
          </a:bodyPr>
          <a:lstStyle/>
          <a:p>
            <a:pPr marL="0" marR="0" lvl="0" indent="0" algn="ctr" rtl="0">
              <a:lnSpc>
                <a:spcPct val="100000"/>
              </a:lnSpc>
              <a:spcBef>
                <a:spcPts val="0"/>
              </a:spcBef>
              <a:spcAft>
                <a:spcPts val="0"/>
              </a:spcAft>
              <a:buNone/>
            </a:pPr>
            <a:r>
              <a:rPr lang="en" sz="1200">
                <a:solidFill>
                  <a:schemeClr val="lt1"/>
                </a:solidFill>
                <a:latin typeface="Montserrat"/>
                <a:ea typeface="Montserrat"/>
                <a:cs typeface="Montserrat"/>
                <a:sym typeface="Montserrat"/>
              </a:rPr>
              <a:t>Follow the link in the graph to modify its data and paste the new one here. </a:t>
            </a:r>
            <a:r>
              <a:rPr lang="en" sz="1200" u="sng">
                <a:solidFill>
                  <a:schemeClr val="lt1"/>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For more info, click here</a:t>
            </a:r>
            <a:endParaRPr sz="1200" u="sng">
              <a:solidFill>
                <a:schemeClr val="lt1"/>
              </a:solidFill>
              <a:latin typeface="Montserrat"/>
              <a:ea typeface="Montserrat"/>
              <a:cs typeface="Montserrat"/>
              <a:sym typeface="Montserrat"/>
            </a:endParaRPr>
          </a:p>
        </p:txBody>
      </p:sp>
      <p:sp>
        <p:nvSpPr>
          <p:cNvPr id="1429" name="Google Shape;1429;p41"/>
          <p:cNvSpPr txBox="1"/>
          <p:nvPr/>
        </p:nvSpPr>
        <p:spPr>
          <a:xfrm>
            <a:off x="7828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Vénus a un beau nom</a:t>
            </a:r>
            <a:endParaRPr>
              <a:solidFill>
                <a:schemeClr val="lt1"/>
              </a:solidFill>
              <a:latin typeface="Montserrat"/>
              <a:ea typeface="Montserrat"/>
              <a:cs typeface="Montserrat"/>
              <a:sym typeface="Montserrat"/>
            </a:endParaRPr>
          </a:p>
        </p:txBody>
      </p:sp>
      <p:sp>
        <p:nvSpPr>
          <p:cNvPr id="1430" name="Google Shape;1430;p41"/>
          <p:cNvSpPr txBox="1"/>
          <p:nvPr/>
        </p:nvSpPr>
        <p:spPr>
          <a:xfrm>
            <a:off x="782850" y="3156975"/>
            <a:ext cx="15522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28.00€</a:t>
            </a:r>
            <a:endParaRPr sz="2800" b="1">
              <a:solidFill>
                <a:schemeClr val="lt1"/>
              </a:solidFill>
              <a:latin typeface="Montserrat"/>
              <a:ea typeface="Montserrat"/>
              <a:cs typeface="Montserrat"/>
              <a:sym typeface="Montserrat"/>
            </a:endParaRPr>
          </a:p>
        </p:txBody>
      </p:sp>
      <p:sp>
        <p:nvSpPr>
          <p:cNvPr id="1431" name="Google Shape;1431;p41"/>
          <p:cNvSpPr txBox="1"/>
          <p:nvPr/>
        </p:nvSpPr>
        <p:spPr>
          <a:xfrm>
            <a:off x="25207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Planète Jupiter est gazeuse</a:t>
            </a:r>
            <a:endParaRPr>
              <a:solidFill>
                <a:schemeClr val="lt1"/>
              </a:solidFill>
              <a:latin typeface="Montserrat"/>
              <a:ea typeface="Montserrat"/>
              <a:cs typeface="Montserrat"/>
              <a:sym typeface="Montserrat"/>
            </a:endParaRPr>
          </a:p>
        </p:txBody>
      </p:sp>
      <p:sp>
        <p:nvSpPr>
          <p:cNvPr id="1432" name="Google Shape;1432;p41"/>
          <p:cNvSpPr txBox="1"/>
          <p:nvPr/>
        </p:nvSpPr>
        <p:spPr>
          <a:xfrm>
            <a:off x="2520750" y="3156975"/>
            <a:ext cx="19038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70 unités</a:t>
            </a:r>
            <a:endParaRPr sz="2800" b="1">
              <a:solidFill>
                <a:schemeClr val="lt1"/>
              </a:solidFill>
              <a:latin typeface="Montserrat"/>
              <a:ea typeface="Montserrat"/>
              <a:cs typeface="Montserrat"/>
              <a:sym typeface="Montserrat"/>
            </a:endParaRPr>
          </a:p>
        </p:txBody>
      </p:sp>
      <p:grpSp>
        <p:nvGrpSpPr>
          <p:cNvPr id="1433" name="Google Shape;1433;p41"/>
          <p:cNvGrpSpPr/>
          <p:nvPr/>
        </p:nvGrpSpPr>
        <p:grpSpPr>
          <a:xfrm>
            <a:off x="2335050" y="1050283"/>
            <a:ext cx="4473900" cy="192184"/>
            <a:chOff x="902597" y="1069304"/>
            <a:chExt cx="4473900" cy="192184"/>
          </a:xfrm>
        </p:grpSpPr>
        <p:grpSp>
          <p:nvGrpSpPr>
            <p:cNvPr id="1434" name="Google Shape;1434;p41"/>
            <p:cNvGrpSpPr/>
            <p:nvPr/>
          </p:nvGrpSpPr>
          <p:grpSpPr>
            <a:xfrm>
              <a:off x="902597" y="1069304"/>
              <a:ext cx="4416900" cy="192184"/>
              <a:chOff x="2335097" y="1069304"/>
              <a:chExt cx="4416900" cy="192184"/>
            </a:xfrm>
          </p:grpSpPr>
          <p:sp>
            <p:nvSpPr>
              <p:cNvPr id="1435" name="Google Shape;1435;p4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6" name="Google Shape;1436;p41"/>
              <p:cNvCxnSpPr>
                <a:stCxn id="1437" idx="6"/>
                <a:endCxn id="1438" idx="2"/>
              </p:cNvCxnSpPr>
              <p:nvPr/>
            </p:nvCxnSpPr>
            <p:spPr>
              <a:xfrm rot="10800000">
                <a:off x="2392097" y="1164492"/>
                <a:ext cx="4359900" cy="900"/>
              </a:xfrm>
              <a:prstGeom prst="straightConnector1">
                <a:avLst/>
              </a:prstGeom>
              <a:noFill/>
              <a:ln w="9525" cap="flat" cmpd="sng">
                <a:solidFill>
                  <a:schemeClr val="lt1"/>
                </a:solidFill>
                <a:prstDash val="solid"/>
                <a:round/>
                <a:headEnd type="none" w="med" len="med"/>
                <a:tailEnd type="none" w="med" len="med"/>
              </a:ln>
            </p:spPr>
          </p:cxnSp>
          <p:sp>
            <p:nvSpPr>
              <p:cNvPr id="1438" name="Google Shape;1438;p4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7" name="Google Shape;1437;p41"/>
            <p:cNvSpPr/>
            <p:nvPr/>
          </p:nvSpPr>
          <p:spPr>
            <a:xfrm flipH="1">
              <a:off x="53194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39" name="Google Shape;1439;p41" title="Gráfico">
            <a:hlinkClick r:id="rId6"/>
          </p:cNvPr>
          <p:cNvPicPr preferRelativeResize="0"/>
          <p:nvPr/>
        </p:nvPicPr>
        <p:blipFill>
          <a:blip r:embed="rId7">
            <a:alphaModFix/>
          </a:blip>
          <a:stretch>
            <a:fillRect/>
          </a:stretch>
        </p:blipFill>
        <p:spPr>
          <a:xfrm>
            <a:off x="4588161" y="1614025"/>
            <a:ext cx="4094013" cy="25314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43"/>
        <p:cNvGrpSpPr/>
        <p:nvPr/>
      </p:nvGrpSpPr>
      <p:grpSpPr>
        <a:xfrm>
          <a:off x="0" y="0"/>
          <a:ext cx="0" cy="0"/>
          <a:chOff x="0" y="0"/>
          <a:chExt cx="0" cy="0"/>
        </a:xfrm>
      </p:grpSpPr>
      <p:sp>
        <p:nvSpPr>
          <p:cNvPr id="1444" name="Google Shape;1444;p42"/>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RAPPORT DE SITUATION</a:t>
            </a:r>
            <a:endParaRPr/>
          </a:p>
        </p:txBody>
      </p:sp>
      <p:sp>
        <p:nvSpPr>
          <p:cNvPr id="1445" name="Google Shape;1445;p42"/>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Jupiter est une géante gazeuse et la plus grande</a:t>
            </a:r>
            <a:endParaRPr/>
          </a:p>
        </p:txBody>
      </p:sp>
      <p:sp>
        <p:nvSpPr>
          <p:cNvPr id="1446" name="Google Shape;1446;p42"/>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Programme</a:t>
            </a:r>
            <a:endParaRPr/>
          </a:p>
        </p:txBody>
      </p:sp>
      <p:grpSp>
        <p:nvGrpSpPr>
          <p:cNvPr id="1447" name="Google Shape;1447;p42"/>
          <p:cNvGrpSpPr/>
          <p:nvPr/>
        </p:nvGrpSpPr>
        <p:grpSpPr>
          <a:xfrm>
            <a:off x="1611150" y="1050283"/>
            <a:ext cx="5921700" cy="192184"/>
            <a:chOff x="902597" y="1069304"/>
            <a:chExt cx="5921700" cy="192184"/>
          </a:xfrm>
        </p:grpSpPr>
        <p:grpSp>
          <p:nvGrpSpPr>
            <p:cNvPr id="1448" name="Google Shape;1448;p42"/>
            <p:cNvGrpSpPr/>
            <p:nvPr/>
          </p:nvGrpSpPr>
          <p:grpSpPr>
            <a:xfrm>
              <a:off x="902597" y="1069304"/>
              <a:ext cx="5864700" cy="192184"/>
              <a:chOff x="2335097" y="1069304"/>
              <a:chExt cx="5864700" cy="192184"/>
            </a:xfrm>
          </p:grpSpPr>
          <p:sp>
            <p:nvSpPr>
              <p:cNvPr id="1449" name="Google Shape;1449;p42"/>
              <p:cNvSpPr/>
              <p:nvPr/>
            </p:nvSpPr>
            <p:spPr>
              <a:xfrm rot="-2700000" flipH="1">
                <a:off x="5955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50" name="Google Shape;1450;p42"/>
              <p:cNvCxnSpPr>
                <a:stCxn id="1451" idx="6"/>
                <a:endCxn id="1452"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452" name="Google Shape;1452;p42"/>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 name="Google Shape;1451;p42"/>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3" name="Google Shape;1453;p42"/>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Saturne est une géante gazeuse et possède anneaux</a:t>
            </a:r>
            <a:endParaRPr/>
          </a:p>
        </p:txBody>
      </p:sp>
      <p:sp>
        <p:nvSpPr>
          <p:cNvPr id="1454" name="Google Shape;1454;p42"/>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Ressourcement</a:t>
            </a:r>
            <a:endParaRPr/>
          </a:p>
        </p:txBody>
      </p:sp>
      <p:sp>
        <p:nvSpPr>
          <p:cNvPr id="1455" name="Google Shape;1455;p42"/>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Pluton est désormais comme une planète naine</a:t>
            </a:r>
            <a:endParaRPr/>
          </a:p>
        </p:txBody>
      </p:sp>
      <p:sp>
        <p:nvSpPr>
          <p:cNvPr id="1456" name="Google Shape;1456;p42"/>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Budget</a:t>
            </a:r>
            <a:endParaRPr/>
          </a:p>
        </p:txBody>
      </p:sp>
      <p:sp>
        <p:nvSpPr>
          <p:cNvPr id="1457" name="Google Shape;1457;p42"/>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Cérès est située dans la ceinture d'astéroïdes</a:t>
            </a:r>
            <a:endParaRPr/>
          </a:p>
        </p:txBody>
      </p:sp>
      <p:sp>
        <p:nvSpPr>
          <p:cNvPr id="1458" name="Google Shape;1458;p42"/>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sp>
        <p:nvSpPr>
          <p:cNvPr id="1459" name="Google Shape;1459;p42"/>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La Terre est la troisième planète partant du Soleil</a:t>
            </a:r>
            <a:endParaRPr/>
          </a:p>
        </p:txBody>
      </p:sp>
      <p:sp>
        <p:nvSpPr>
          <p:cNvPr id="1460" name="Google Shape;1460;p42"/>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Avantages</a:t>
            </a:r>
            <a:endParaRPr/>
          </a:p>
        </p:txBody>
      </p:sp>
      <p:sp>
        <p:nvSpPr>
          <p:cNvPr id="1461" name="Google Shape;1461;p42"/>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Malgré sa couleur rouge, Mars est en fait un endroit froid</a:t>
            </a:r>
            <a:endParaRPr/>
          </a:p>
        </p:txBody>
      </p:sp>
      <p:sp>
        <p:nvSpPr>
          <p:cNvPr id="1462" name="Google Shape;1462;p42"/>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63" name="Google Shape;1463;p42"/>
          <p:cNvSpPr/>
          <p:nvPr/>
        </p:nvSpPr>
        <p:spPr>
          <a:xfrm>
            <a:off x="888788"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2"/>
          <p:cNvSpPr/>
          <p:nvPr/>
        </p:nvSpPr>
        <p:spPr>
          <a:xfrm>
            <a:off x="11355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2"/>
          <p:cNvSpPr/>
          <p:nvPr/>
        </p:nvSpPr>
        <p:spPr>
          <a:xfrm>
            <a:off x="13822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2"/>
          <p:cNvSpPr/>
          <p:nvPr/>
        </p:nvSpPr>
        <p:spPr>
          <a:xfrm>
            <a:off x="16290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2"/>
          <p:cNvSpPr/>
          <p:nvPr/>
        </p:nvSpPr>
        <p:spPr>
          <a:xfrm>
            <a:off x="18757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2"/>
          <p:cNvSpPr/>
          <p:nvPr/>
        </p:nvSpPr>
        <p:spPr>
          <a:xfrm>
            <a:off x="3542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2"/>
          <p:cNvSpPr/>
          <p:nvPr/>
        </p:nvSpPr>
        <p:spPr>
          <a:xfrm>
            <a:off x="37890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2"/>
          <p:cNvSpPr/>
          <p:nvPr/>
        </p:nvSpPr>
        <p:spPr>
          <a:xfrm>
            <a:off x="40357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2"/>
          <p:cNvSpPr/>
          <p:nvPr/>
        </p:nvSpPr>
        <p:spPr>
          <a:xfrm>
            <a:off x="42825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2"/>
          <p:cNvSpPr/>
          <p:nvPr/>
        </p:nvSpPr>
        <p:spPr>
          <a:xfrm>
            <a:off x="4529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2"/>
          <p:cNvSpPr/>
          <p:nvPr/>
        </p:nvSpPr>
        <p:spPr>
          <a:xfrm>
            <a:off x="61957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2"/>
          <p:cNvSpPr/>
          <p:nvPr/>
        </p:nvSpPr>
        <p:spPr>
          <a:xfrm>
            <a:off x="64424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2"/>
          <p:cNvSpPr/>
          <p:nvPr/>
        </p:nvSpPr>
        <p:spPr>
          <a:xfrm>
            <a:off x="66892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2"/>
          <p:cNvSpPr/>
          <p:nvPr/>
        </p:nvSpPr>
        <p:spPr>
          <a:xfrm>
            <a:off x="69359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2"/>
          <p:cNvSpPr/>
          <p:nvPr/>
        </p:nvSpPr>
        <p:spPr>
          <a:xfrm>
            <a:off x="7182713"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2"/>
          <p:cNvSpPr/>
          <p:nvPr/>
        </p:nvSpPr>
        <p:spPr>
          <a:xfrm>
            <a:off x="8887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2"/>
          <p:cNvSpPr/>
          <p:nvPr/>
        </p:nvSpPr>
        <p:spPr>
          <a:xfrm>
            <a:off x="11355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42"/>
          <p:cNvSpPr/>
          <p:nvPr/>
        </p:nvSpPr>
        <p:spPr>
          <a:xfrm>
            <a:off x="13822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42"/>
          <p:cNvSpPr/>
          <p:nvPr/>
        </p:nvSpPr>
        <p:spPr>
          <a:xfrm>
            <a:off x="16290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2"/>
          <p:cNvSpPr/>
          <p:nvPr/>
        </p:nvSpPr>
        <p:spPr>
          <a:xfrm>
            <a:off x="1875788"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2"/>
          <p:cNvSpPr/>
          <p:nvPr/>
        </p:nvSpPr>
        <p:spPr>
          <a:xfrm>
            <a:off x="354225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42"/>
          <p:cNvSpPr/>
          <p:nvPr/>
        </p:nvSpPr>
        <p:spPr>
          <a:xfrm>
            <a:off x="378900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42"/>
          <p:cNvSpPr/>
          <p:nvPr/>
        </p:nvSpPr>
        <p:spPr>
          <a:xfrm>
            <a:off x="40357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2"/>
          <p:cNvSpPr/>
          <p:nvPr/>
        </p:nvSpPr>
        <p:spPr>
          <a:xfrm>
            <a:off x="428250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2"/>
          <p:cNvSpPr/>
          <p:nvPr/>
        </p:nvSpPr>
        <p:spPr>
          <a:xfrm>
            <a:off x="45292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42"/>
          <p:cNvSpPr/>
          <p:nvPr/>
        </p:nvSpPr>
        <p:spPr>
          <a:xfrm>
            <a:off x="619571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42"/>
          <p:cNvSpPr/>
          <p:nvPr/>
        </p:nvSpPr>
        <p:spPr>
          <a:xfrm>
            <a:off x="644246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42"/>
          <p:cNvSpPr/>
          <p:nvPr/>
        </p:nvSpPr>
        <p:spPr>
          <a:xfrm>
            <a:off x="66892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42"/>
          <p:cNvSpPr/>
          <p:nvPr/>
        </p:nvSpPr>
        <p:spPr>
          <a:xfrm>
            <a:off x="693596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42"/>
          <p:cNvSpPr/>
          <p:nvPr/>
        </p:nvSpPr>
        <p:spPr>
          <a:xfrm>
            <a:off x="71827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96"/>
        <p:cNvGrpSpPr/>
        <p:nvPr/>
      </p:nvGrpSpPr>
      <p:grpSpPr>
        <a:xfrm>
          <a:off x="0" y="0"/>
          <a:ext cx="0" cy="0"/>
          <a:chOff x="0" y="0"/>
          <a:chExt cx="0" cy="0"/>
        </a:xfrm>
      </p:grpSpPr>
      <p:sp>
        <p:nvSpPr>
          <p:cNvPr id="1497" name="Google Shape;1497;p43"/>
          <p:cNvSpPr txBox="1">
            <a:spLocks noGrp="1"/>
          </p:cNvSpPr>
          <p:nvPr>
            <p:ph type="subTitle" idx="5"/>
          </p:nvPr>
        </p:nvSpPr>
        <p:spPr>
          <a:xfrm>
            <a:off x="1589138" y="396012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La Terre est la troisième planète</a:t>
            </a:r>
            <a:endParaRPr dirty="0"/>
          </a:p>
        </p:txBody>
      </p:sp>
      <p:sp>
        <p:nvSpPr>
          <p:cNvPr id="1498" name="Google Shape;1498;p43"/>
          <p:cNvSpPr txBox="1">
            <a:spLocks noGrp="1"/>
          </p:cNvSpPr>
          <p:nvPr>
            <p:ph type="subTitle" idx="6"/>
          </p:nvPr>
        </p:nvSpPr>
        <p:spPr>
          <a:xfrm>
            <a:off x="1589138" y="362215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99" name="Google Shape;1499;p43"/>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RÉSUMÉ DU RAID</a:t>
            </a:r>
            <a:endParaRPr/>
          </a:p>
        </p:txBody>
      </p:sp>
      <p:sp>
        <p:nvSpPr>
          <p:cNvPr id="1500" name="Google Shape;1500;p43"/>
          <p:cNvSpPr txBox="1">
            <a:spLocks noGrp="1"/>
          </p:cNvSpPr>
          <p:nvPr>
            <p:ph type="subTitle" idx="1"/>
          </p:nvPr>
        </p:nvSpPr>
        <p:spPr>
          <a:xfrm>
            <a:off x="1589138" y="23491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Mercure est la planète la plus proche du Soleil</a:t>
            </a:r>
            <a:endParaRPr/>
          </a:p>
        </p:txBody>
      </p:sp>
      <p:sp>
        <p:nvSpPr>
          <p:cNvPr id="1501" name="Google Shape;1501;p43"/>
          <p:cNvSpPr txBox="1">
            <a:spLocks noGrp="1"/>
          </p:cNvSpPr>
          <p:nvPr>
            <p:ph type="subTitle" idx="2"/>
          </p:nvPr>
        </p:nvSpPr>
        <p:spPr>
          <a:xfrm>
            <a:off x="1589138" y="20112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grpSp>
        <p:nvGrpSpPr>
          <p:cNvPr id="1502" name="Google Shape;1502;p43"/>
          <p:cNvGrpSpPr/>
          <p:nvPr/>
        </p:nvGrpSpPr>
        <p:grpSpPr>
          <a:xfrm>
            <a:off x="2335050" y="1069304"/>
            <a:ext cx="4473900" cy="192184"/>
            <a:chOff x="2363547" y="1069304"/>
            <a:chExt cx="4473900" cy="192184"/>
          </a:xfrm>
        </p:grpSpPr>
        <p:grpSp>
          <p:nvGrpSpPr>
            <p:cNvPr id="1503" name="Google Shape;1503;p43"/>
            <p:cNvGrpSpPr/>
            <p:nvPr/>
          </p:nvGrpSpPr>
          <p:grpSpPr>
            <a:xfrm>
              <a:off x="2363547" y="1069304"/>
              <a:ext cx="4416900" cy="192184"/>
              <a:chOff x="2335097" y="1069304"/>
              <a:chExt cx="4416900" cy="192184"/>
            </a:xfrm>
          </p:grpSpPr>
          <p:sp>
            <p:nvSpPr>
              <p:cNvPr id="1504" name="Google Shape;1504;p43"/>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05" name="Google Shape;1505;p43"/>
              <p:cNvCxnSpPr>
                <a:stCxn id="1506" idx="6"/>
                <a:endCxn id="1507"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507" name="Google Shape;1507;p43"/>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 name="Google Shape;1506;p43"/>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43"/>
          <p:cNvGrpSpPr/>
          <p:nvPr/>
        </p:nvGrpSpPr>
        <p:grpSpPr>
          <a:xfrm>
            <a:off x="5131347" y="1577771"/>
            <a:ext cx="356164" cy="355815"/>
            <a:chOff x="3040984" y="3681059"/>
            <a:chExt cx="356164" cy="355815"/>
          </a:xfrm>
        </p:grpSpPr>
        <p:sp>
          <p:nvSpPr>
            <p:cNvPr id="1509" name="Google Shape;1509;p43"/>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3"/>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43"/>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43"/>
          <p:cNvGrpSpPr/>
          <p:nvPr/>
        </p:nvGrpSpPr>
        <p:grpSpPr>
          <a:xfrm>
            <a:off x="5130393" y="3220263"/>
            <a:ext cx="358069" cy="317995"/>
            <a:chOff x="3584280" y="3699191"/>
            <a:chExt cx="358069" cy="317995"/>
          </a:xfrm>
        </p:grpSpPr>
        <p:sp>
          <p:nvSpPr>
            <p:cNvPr id="1513" name="Google Shape;1513;p43"/>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43"/>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43"/>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3"/>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 name="Google Shape;1517;p43"/>
          <p:cNvGrpSpPr/>
          <p:nvPr/>
        </p:nvGrpSpPr>
        <p:grpSpPr>
          <a:xfrm>
            <a:off x="1703918" y="1577780"/>
            <a:ext cx="350166" cy="350198"/>
            <a:chOff x="1308631" y="1507830"/>
            <a:chExt cx="350166" cy="350198"/>
          </a:xfrm>
        </p:grpSpPr>
        <p:sp>
          <p:nvSpPr>
            <p:cNvPr id="1518" name="Google Shape;1518;p43"/>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43"/>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43"/>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43"/>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43"/>
          <p:cNvGrpSpPr/>
          <p:nvPr/>
        </p:nvGrpSpPr>
        <p:grpSpPr>
          <a:xfrm>
            <a:off x="1703909" y="3185107"/>
            <a:ext cx="367990" cy="351312"/>
            <a:chOff x="1299146" y="3806507"/>
            <a:chExt cx="367990" cy="351312"/>
          </a:xfrm>
        </p:grpSpPr>
        <p:sp>
          <p:nvSpPr>
            <p:cNvPr id="1523" name="Google Shape;1523;p43"/>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43"/>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5" name="Google Shape;1525;p43"/>
          <p:cNvSpPr txBox="1">
            <a:spLocks noGrp="1"/>
          </p:cNvSpPr>
          <p:nvPr>
            <p:ph type="subTitle" idx="3"/>
          </p:nvPr>
        </p:nvSpPr>
        <p:spPr>
          <a:xfrm>
            <a:off x="5013863" y="23519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Il est l'étoile au centre du système solaire</a:t>
            </a:r>
            <a:endParaRPr/>
          </a:p>
        </p:txBody>
      </p:sp>
      <p:sp>
        <p:nvSpPr>
          <p:cNvPr id="1526" name="Google Shape;1526;p43"/>
          <p:cNvSpPr txBox="1">
            <a:spLocks noGrp="1"/>
          </p:cNvSpPr>
          <p:nvPr>
            <p:ph type="subTitle" idx="4"/>
          </p:nvPr>
        </p:nvSpPr>
        <p:spPr>
          <a:xfrm>
            <a:off x="5013863" y="20140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Hypothèses</a:t>
            </a:r>
            <a:endParaRPr/>
          </a:p>
        </p:txBody>
      </p:sp>
      <p:sp>
        <p:nvSpPr>
          <p:cNvPr id="1527" name="Google Shape;1527;p43"/>
          <p:cNvSpPr txBox="1">
            <a:spLocks noGrp="1"/>
          </p:cNvSpPr>
          <p:nvPr>
            <p:ph type="subTitle" idx="7"/>
          </p:nvPr>
        </p:nvSpPr>
        <p:spPr>
          <a:xfrm>
            <a:off x="5013863" y="3960098"/>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Mars est en fait un endroit froid</a:t>
            </a:r>
            <a:endParaRPr/>
          </a:p>
        </p:txBody>
      </p:sp>
      <p:sp>
        <p:nvSpPr>
          <p:cNvPr id="1528" name="Google Shape;1528;p43"/>
          <p:cNvSpPr txBox="1">
            <a:spLocks noGrp="1"/>
          </p:cNvSpPr>
          <p:nvPr>
            <p:ph type="subTitle" idx="8"/>
          </p:nvPr>
        </p:nvSpPr>
        <p:spPr>
          <a:xfrm>
            <a:off x="5013863" y="3622123"/>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Dépendances</a:t>
            </a:r>
            <a:endParaRPr/>
          </a:p>
        </p:txBody>
      </p:sp>
      <p:grpSp>
        <p:nvGrpSpPr>
          <p:cNvPr id="1529" name="Google Shape;1529;p43"/>
          <p:cNvGrpSpPr/>
          <p:nvPr/>
        </p:nvGrpSpPr>
        <p:grpSpPr>
          <a:xfrm>
            <a:off x="7219944" y="-221507"/>
            <a:ext cx="1019565" cy="1290805"/>
            <a:chOff x="-4017975" y="-49702"/>
            <a:chExt cx="1162825" cy="1472177"/>
          </a:xfrm>
        </p:grpSpPr>
        <p:sp>
          <p:nvSpPr>
            <p:cNvPr id="1530" name="Google Shape;1530;p4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4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4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4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4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4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4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40"/>
        <p:cNvGrpSpPr/>
        <p:nvPr/>
      </p:nvGrpSpPr>
      <p:grpSpPr>
        <a:xfrm>
          <a:off x="0" y="0"/>
          <a:ext cx="0" cy="0"/>
          <a:chOff x="0" y="0"/>
          <a:chExt cx="0" cy="0"/>
        </a:xfrm>
      </p:grpSpPr>
      <p:sp>
        <p:nvSpPr>
          <p:cNvPr id="1541" name="Google Shape;1541;p44"/>
          <p:cNvSpPr/>
          <p:nvPr/>
        </p:nvSpPr>
        <p:spPr>
          <a:xfrm>
            <a:off x="-48775" y="1722150"/>
            <a:ext cx="6036300" cy="1716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44"/>
          <p:cNvSpPr txBox="1">
            <a:spLocks noGrp="1"/>
          </p:cNvSpPr>
          <p:nvPr>
            <p:ph type="title"/>
          </p:nvPr>
        </p:nvSpPr>
        <p:spPr>
          <a:xfrm>
            <a:off x="782850" y="1941300"/>
            <a:ext cx="5137800" cy="12609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UNE IMAGE VAUT MILLE MOTS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46"/>
        <p:cNvGrpSpPr/>
        <p:nvPr/>
      </p:nvGrpSpPr>
      <p:grpSpPr>
        <a:xfrm>
          <a:off x="0" y="0"/>
          <a:ext cx="0" cy="0"/>
          <a:chOff x="0" y="0"/>
          <a:chExt cx="0" cy="0"/>
        </a:xfrm>
      </p:grpSpPr>
      <p:sp>
        <p:nvSpPr>
          <p:cNvPr id="1547" name="Google Shape;1547;p45"/>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ÉVÉNEMENTS À VENIR</a:t>
            </a:r>
            <a:endParaRPr/>
          </a:p>
        </p:txBody>
      </p:sp>
      <p:grpSp>
        <p:nvGrpSpPr>
          <p:cNvPr id="1548" name="Google Shape;1548;p45"/>
          <p:cNvGrpSpPr/>
          <p:nvPr/>
        </p:nvGrpSpPr>
        <p:grpSpPr>
          <a:xfrm>
            <a:off x="782893" y="1711763"/>
            <a:ext cx="4578578" cy="2439175"/>
            <a:chOff x="233350" y="949250"/>
            <a:chExt cx="7137300" cy="3802300"/>
          </a:xfrm>
        </p:grpSpPr>
        <p:sp>
          <p:nvSpPr>
            <p:cNvPr id="1549" name="Google Shape;1549;p4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4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4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4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4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4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4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4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4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4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4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4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4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4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4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4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4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4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4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4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4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4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4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4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4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4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4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4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4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4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4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4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4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4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4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4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4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4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4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4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4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4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4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4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4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4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4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4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4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4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4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 name="Google Shape;1600;p45"/>
          <p:cNvGrpSpPr/>
          <p:nvPr/>
        </p:nvGrpSpPr>
        <p:grpSpPr>
          <a:xfrm flipH="1">
            <a:off x="2335050" y="1069304"/>
            <a:ext cx="4473900" cy="192184"/>
            <a:chOff x="2363547" y="1069304"/>
            <a:chExt cx="4473900" cy="192184"/>
          </a:xfrm>
        </p:grpSpPr>
        <p:grpSp>
          <p:nvGrpSpPr>
            <p:cNvPr id="1601" name="Google Shape;1601;p45"/>
            <p:cNvGrpSpPr/>
            <p:nvPr/>
          </p:nvGrpSpPr>
          <p:grpSpPr>
            <a:xfrm>
              <a:off x="2363547" y="1069304"/>
              <a:ext cx="4416900" cy="192184"/>
              <a:chOff x="2335097" y="1069304"/>
              <a:chExt cx="4416900" cy="192184"/>
            </a:xfrm>
          </p:grpSpPr>
          <p:sp>
            <p:nvSpPr>
              <p:cNvPr id="1602" name="Google Shape;1602;p4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03" name="Google Shape;1603;p45"/>
              <p:cNvCxnSpPr>
                <a:stCxn id="1604" idx="6"/>
                <a:endCxn id="160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05" name="Google Shape;1605;p4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45"/>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6" name="Google Shape;1606;p45"/>
          <p:cNvSpPr txBox="1"/>
          <p:nvPr/>
        </p:nvSpPr>
        <p:spPr>
          <a:xfrm>
            <a:off x="5940407" y="233107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l'étoile au centre du système solaire</a:t>
            </a:r>
            <a:endParaRPr sz="1600">
              <a:solidFill>
                <a:schemeClr val="lt1"/>
              </a:solidFill>
              <a:latin typeface="Montserrat"/>
              <a:ea typeface="Montserrat"/>
              <a:cs typeface="Montserrat"/>
              <a:sym typeface="Montserrat"/>
            </a:endParaRPr>
          </a:p>
        </p:txBody>
      </p:sp>
      <p:sp>
        <p:nvSpPr>
          <p:cNvPr id="1607" name="Google Shape;1607;p45"/>
          <p:cNvSpPr txBox="1"/>
          <p:nvPr/>
        </p:nvSpPr>
        <p:spPr>
          <a:xfrm>
            <a:off x="5940407" y="159807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USA</a:t>
            </a:r>
            <a:endParaRPr sz="2000" b="1">
              <a:solidFill>
                <a:schemeClr val="lt1"/>
              </a:solidFill>
              <a:latin typeface="Montserrat"/>
              <a:ea typeface="Montserrat"/>
              <a:cs typeface="Montserrat"/>
              <a:sym typeface="Montserrat"/>
            </a:endParaRPr>
          </a:p>
        </p:txBody>
      </p:sp>
      <p:sp>
        <p:nvSpPr>
          <p:cNvPr id="1608" name="Google Shape;1608;p45"/>
          <p:cNvSpPr txBox="1"/>
          <p:nvPr/>
        </p:nvSpPr>
        <p:spPr>
          <a:xfrm>
            <a:off x="5940407" y="200661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02/06/2022</a:t>
            </a:r>
            <a:endParaRPr sz="1600">
              <a:solidFill>
                <a:schemeClr val="lt1"/>
              </a:solidFill>
              <a:latin typeface="Montserrat Medium"/>
              <a:ea typeface="Montserrat Medium"/>
              <a:cs typeface="Montserrat Medium"/>
              <a:sym typeface="Montserrat Medium"/>
            </a:endParaRPr>
          </a:p>
        </p:txBody>
      </p:sp>
      <p:sp>
        <p:nvSpPr>
          <p:cNvPr id="1609" name="Google Shape;1609;p45"/>
          <p:cNvSpPr txBox="1"/>
          <p:nvPr/>
        </p:nvSpPr>
        <p:spPr>
          <a:xfrm>
            <a:off x="5940407" y="374292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la planète la plus proche du Soleil</a:t>
            </a:r>
            <a:endParaRPr sz="1600">
              <a:solidFill>
                <a:schemeClr val="lt1"/>
              </a:solidFill>
              <a:latin typeface="Montserrat"/>
              <a:ea typeface="Montserrat"/>
              <a:cs typeface="Montserrat"/>
              <a:sym typeface="Montserrat"/>
            </a:endParaRPr>
          </a:p>
        </p:txBody>
      </p:sp>
      <p:sp>
        <p:nvSpPr>
          <p:cNvPr id="1610" name="Google Shape;1610;p45"/>
          <p:cNvSpPr txBox="1"/>
          <p:nvPr/>
        </p:nvSpPr>
        <p:spPr>
          <a:xfrm>
            <a:off x="5940407" y="300992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China</a:t>
            </a:r>
            <a:endParaRPr sz="2000" b="1">
              <a:solidFill>
                <a:schemeClr val="lt1"/>
              </a:solidFill>
              <a:latin typeface="Montserrat"/>
              <a:ea typeface="Montserrat"/>
              <a:cs typeface="Montserrat"/>
              <a:sym typeface="Montserrat"/>
            </a:endParaRPr>
          </a:p>
        </p:txBody>
      </p:sp>
      <p:sp>
        <p:nvSpPr>
          <p:cNvPr id="1611" name="Google Shape;1611;p45"/>
          <p:cNvSpPr txBox="1"/>
          <p:nvPr/>
        </p:nvSpPr>
        <p:spPr>
          <a:xfrm>
            <a:off x="5940407" y="341846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12/11/2022</a:t>
            </a:r>
            <a:endParaRPr sz="1600">
              <a:solidFill>
                <a:schemeClr val="lt1"/>
              </a:solidFill>
              <a:latin typeface="Montserrat Medium"/>
              <a:ea typeface="Montserrat Medium"/>
              <a:cs typeface="Montserrat Medium"/>
              <a:sym typeface="Montserrat Medium"/>
            </a:endParaRPr>
          </a:p>
        </p:txBody>
      </p:sp>
      <p:sp>
        <p:nvSpPr>
          <p:cNvPr id="1612" name="Google Shape;1612;p45"/>
          <p:cNvSpPr/>
          <p:nvPr/>
        </p:nvSpPr>
        <p:spPr>
          <a:xfrm>
            <a:off x="4426425" y="25717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45"/>
          <p:cNvSpPr/>
          <p:nvPr/>
        </p:nvSpPr>
        <p:spPr>
          <a:xfrm>
            <a:off x="4461945" y="26072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45"/>
          <p:cNvSpPr/>
          <p:nvPr/>
        </p:nvSpPr>
        <p:spPr>
          <a:xfrm>
            <a:off x="1434325" y="23413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45"/>
          <p:cNvSpPr/>
          <p:nvPr/>
        </p:nvSpPr>
        <p:spPr>
          <a:xfrm>
            <a:off x="1469845" y="23768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16" name="Google Shape;1616;p45"/>
          <p:cNvCxnSpPr>
            <a:stCxn id="1614" idx="0"/>
            <a:endCxn id="1607" idx="1"/>
          </p:cNvCxnSpPr>
          <p:nvPr/>
        </p:nvCxnSpPr>
        <p:spPr>
          <a:xfrm rot="-5400000">
            <a:off x="3429775" y="-169350"/>
            <a:ext cx="574200" cy="4447200"/>
          </a:xfrm>
          <a:prstGeom prst="bentConnector2">
            <a:avLst/>
          </a:prstGeom>
          <a:noFill/>
          <a:ln w="9525" cap="flat" cmpd="sng">
            <a:solidFill>
              <a:schemeClr val="lt1"/>
            </a:solidFill>
            <a:prstDash val="solid"/>
            <a:round/>
            <a:headEnd type="none" w="med" len="med"/>
            <a:tailEnd type="none" w="med" len="med"/>
          </a:ln>
        </p:spPr>
      </p:cxnSp>
      <p:cxnSp>
        <p:nvCxnSpPr>
          <p:cNvPr id="1617" name="Google Shape;1617;p45"/>
          <p:cNvCxnSpPr>
            <a:stCxn id="1612" idx="4"/>
            <a:endCxn id="1610" idx="1"/>
          </p:cNvCxnSpPr>
          <p:nvPr/>
        </p:nvCxnSpPr>
        <p:spPr>
          <a:xfrm rot="-5400000" flipH="1">
            <a:off x="4968225" y="2207100"/>
            <a:ext cx="489300" cy="1455000"/>
          </a:xfrm>
          <a:prstGeom prst="bentConnector2">
            <a:avLst/>
          </a:prstGeom>
          <a:noFill/>
          <a:ln w="9525" cap="flat" cmpd="sng">
            <a:solidFill>
              <a:schemeClr val="lt1"/>
            </a:solidFill>
            <a:prstDash val="solid"/>
            <a:round/>
            <a:headEnd type="none" w="med" len="med"/>
            <a:tailEnd type="none" w="med" len="med"/>
          </a:ln>
        </p:spPr>
      </p:cxnSp>
      <p:grpSp>
        <p:nvGrpSpPr>
          <p:cNvPr id="1618" name="Google Shape;1618;p45"/>
          <p:cNvGrpSpPr/>
          <p:nvPr/>
        </p:nvGrpSpPr>
        <p:grpSpPr>
          <a:xfrm>
            <a:off x="3252738" y="4043425"/>
            <a:ext cx="1040638" cy="901375"/>
            <a:chOff x="8457538" y="810363"/>
            <a:chExt cx="1040638" cy="901375"/>
          </a:xfrm>
        </p:grpSpPr>
        <p:grpSp>
          <p:nvGrpSpPr>
            <p:cNvPr id="1619" name="Google Shape;1619;p45"/>
            <p:cNvGrpSpPr/>
            <p:nvPr/>
          </p:nvGrpSpPr>
          <p:grpSpPr>
            <a:xfrm>
              <a:off x="8781450" y="810363"/>
              <a:ext cx="716725" cy="901375"/>
              <a:chOff x="-3888525" y="-2483300"/>
              <a:chExt cx="716725" cy="901375"/>
            </a:xfrm>
          </p:grpSpPr>
          <p:sp>
            <p:nvSpPr>
              <p:cNvPr id="1620" name="Google Shape;1620;p4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4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 name="Google Shape;1622;p45"/>
            <p:cNvGrpSpPr/>
            <p:nvPr/>
          </p:nvGrpSpPr>
          <p:grpSpPr>
            <a:xfrm>
              <a:off x="8457538" y="1331488"/>
              <a:ext cx="323925" cy="323650"/>
              <a:chOff x="1608625" y="299800"/>
              <a:chExt cx="323925" cy="323650"/>
            </a:xfrm>
          </p:grpSpPr>
          <p:sp>
            <p:nvSpPr>
              <p:cNvPr id="1623" name="Google Shape;1623;p4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4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4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46"/>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OÙ NOUS VOULONS ÊTRE</a:t>
            </a:r>
            <a:endParaRPr/>
          </a:p>
        </p:txBody>
      </p:sp>
      <p:sp>
        <p:nvSpPr>
          <p:cNvPr id="1631" name="Google Shape;1631;p46"/>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Neptune est la planète la plus éloignée du Soleil. C'est aussi le quatrième plus grand objet en diamètre du système solaire</a:t>
            </a:r>
            <a:endParaRPr/>
          </a:p>
        </p:txBody>
      </p:sp>
      <p:sp>
        <p:nvSpPr>
          <p:cNvPr id="1632" name="Google Shape;1632;p46"/>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OÙ NOUS SOMMES</a:t>
            </a:r>
            <a:endParaRPr/>
          </a:p>
        </p:txBody>
      </p:sp>
      <p:sp>
        <p:nvSpPr>
          <p:cNvPr id="1633" name="Google Shape;1633;p46"/>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C'est le quatrième objet le plus brillant du ciel nocturne. Elle a été nommée d'après le dieu romain des cieux et de la foudre</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637"/>
        <p:cNvGrpSpPr/>
        <p:nvPr/>
      </p:nvGrpSpPr>
      <p:grpSpPr>
        <a:xfrm>
          <a:off x="0" y="0"/>
          <a:ext cx="0" cy="0"/>
          <a:chOff x="0" y="0"/>
          <a:chExt cx="0" cy="0"/>
        </a:xfrm>
      </p:grpSpPr>
      <p:sp>
        <p:nvSpPr>
          <p:cNvPr id="1638" name="Google Shape;1638;p47"/>
          <p:cNvSpPr txBox="1">
            <a:spLocks noGrp="1"/>
          </p:cNvSpPr>
          <p:nvPr>
            <p:ph type="title"/>
          </p:nvPr>
        </p:nvSpPr>
        <p:spPr>
          <a:xfrm>
            <a:off x="1862850" y="5562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9h 55m 23s</a:t>
            </a:r>
            <a:endParaRPr/>
          </a:p>
        </p:txBody>
      </p:sp>
      <p:sp>
        <p:nvSpPr>
          <p:cNvPr id="1639" name="Google Shape;1639;p47"/>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période de rotation de Jupiter</a:t>
            </a:r>
            <a:endParaRPr/>
          </a:p>
        </p:txBody>
      </p:sp>
      <p:grpSp>
        <p:nvGrpSpPr>
          <p:cNvPr id="1640" name="Google Shape;1640;p47"/>
          <p:cNvGrpSpPr/>
          <p:nvPr/>
        </p:nvGrpSpPr>
        <p:grpSpPr>
          <a:xfrm flipH="1">
            <a:off x="2335050" y="1716708"/>
            <a:ext cx="4473900" cy="192185"/>
            <a:chOff x="2363547" y="1069304"/>
            <a:chExt cx="4473900" cy="192184"/>
          </a:xfrm>
        </p:grpSpPr>
        <p:grpSp>
          <p:nvGrpSpPr>
            <p:cNvPr id="1641" name="Google Shape;1641;p47"/>
            <p:cNvGrpSpPr/>
            <p:nvPr/>
          </p:nvGrpSpPr>
          <p:grpSpPr>
            <a:xfrm>
              <a:off x="2363547" y="1069304"/>
              <a:ext cx="4416900" cy="192184"/>
              <a:chOff x="2335097" y="1069304"/>
              <a:chExt cx="4416900" cy="192184"/>
            </a:xfrm>
          </p:grpSpPr>
          <p:sp>
            <p:nvSpPr>
              <p:cNvPr id="1642" name="Google Shape;1642;p47"/>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43" name="Google Shape;1643;p47"/>
              <p:cNvCxnSpPr>
                <a:stCxn id="1644" idx="6"/>
                <a:endCxn id="164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45" name="Google Shape;164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 name="Google Shape;164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6" name="Google Shape;1646;p47"/>
          <p:cNvSpPr txBox="1">
            <a:spLocks noGrp="1"/>
          </p:cNvSpPr>
          <p:nvPr>
            <p:ph type="title" idx="2"/>
          </p:nvPr>
        </p:nvSpPr>
        <p:spPr>
          <a:xfrm>
            <a:off x="1862850" y="210690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333 000 000</a:t>
            </a:r>
            <a:endParaRPr/>
          </a:p>
        </p:txBody>
      </p:sp>
      <p:sp>
        <p:nvSpPr>
          <p:cNvPr id="1647" name="Google Shape;1647;p47"/>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terres est la masse du Soleil</a:t>
            </a:r>
            <a:endParaRPr/>
          </a:p>
        </p:txBody>
      </p:sp>
      <p:sp>
        <p:nvSpPr>
          <p:cNvPr id="1648" name="Google Shape;1648;p47"/>
          <p:cNvSpPr txBox="1">
            <a:spLocks noGrp="1"/>
          </p:cNvSpPr>
          <p:nvPr>
            <p:ph type="title" idx="4"/>
          </p:nvPr>
        </p:nvSpPr>
        <p:spPr>
          <a:xfrm>
            <a:off x="1862850" y="36575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386 000 km</a:t>
            </a:r>
            <a:endParaRPr/>
          </a:p>
        </p:txBody>
      </p:sp>
      <p:sp>
        <p:nvSpPr>
          <p:cNvPr id="1649" name="Google Shape;1649;p47"/>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distance entre la Terre et la Lune</a:t>
            </a:r>
            <a:endParaRPr/>
          </a:p>
        </p:txBody>
      </p:sp>
      <p:grpSp>
        <p:nvGrpSpPr>
          <p:cNvPr id="1650" name="Google Shape;1650;p47"/>
          <p:cNvGrpSpPr/>
          <p:nvPr/>
        </p:nvGrpSpPr>
        <p:grpSpPr>
          <a:xfrm flipH="1">
            <a:off x="2335050" y="3266783"/>
            <a:ext cx="4473900" cy="192185"/>
            <a:chOff x="2363547" y="1069304"/>
            <a:chExt cx="4473900" cy="192184"/>
          </a:xfrm>
        </p:grpSpPr>
        <p:grpSp>
          <p:nvGrpSpPr>
            <p:cNvPr id="1651" name="Google Shape;1651;p47"/>
            <p:cNvGrpSpPr/>
            <p:nvPr/>
          </p:nvGrpSpPr>
          <p:grpSpPr>
            <a:xfrm>
              <a:off x="2363547" y="1069304"/>
              <a:ext cx="4416900" cy="192184"/>
              <a:chOff x="2335097" y="1069304"/>
              <a:chExt cx="4416900" cy="192184"/>
            </a:xfrm>
          </p:grpSpPr>
          <p:sp>
            <p:nvSpPr>
              <p:cNvPr id="1652" name="Google Shape;1652;p47"/>
              <p:cNvSpPr/>
              <p:nvPr/>
            </p:nvSpPr>
            <p:spPr>
              <a:xfrm rot="-2700000" flipH="1">
                <a:off x="61082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53" name="Google Shape;1653;p47"/>
              <p:cNvCxnSpPr>
                <a:stCxn id="1654" idx="6"/>
                <a:endCxn id="165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55" name="Google Shape;165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 name="Google Shape;165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sp>
        <p:nvSpPr>
          <p:cNvPr id="1660" name="Google Shape;1660;p48"/>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MULTIMÉDIA</a:t>
            </a:r>
            <a:endParaRPr/>
          </a:p>
        </p:txBody>
      </p:sp>
      <p:sp>
        <p:nvSpPr>
          <p:cNvPr id="1661" name="Google Shape;1661;p48"/>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Vous pouvez remplacer l'image à l'écran par votre propre travail. Faites un clic droit dessus et sélectionnez "Remplacer l'image"</a:t>
            </a:r>
            <a:endParaRPr/>
          </a:p>
        </p:txBody>
      </p:sp>
      <p:pic>
        <p:nvPicPr>
          <p:cNvPr id="1662" name="Google Shape;1662;p48"/>
          <p:cNvPicPr preferRelativeResize="0"/>
          <p:nvPr/>
        </p:nvPicPr>
        <p:blipFill rotWithShape="1">
          <a:blip r:embed="rId3">
            <a:alphaModFix/>
          </a:blip>
          <a:srcRect l="2290" r="2281"/>
          <a:stretch/>
        </p:blipFill>
        <p:spPr>
          <a:xfrm>
            <a:off x="3280274" y="2390958"/>
            <a:ext cx="2481218" cy="1462562"/>
          </a:xfrm>
          <a:prstGeom prst="rect">
            <a:avLst/>
          </a:prstGeom>
          <a:noFill/>
          <a:ln>
            <a:noFill/>
          </a:ln>
        </p:spPr>
      </p:pic>
      <p:grpSp>
        <p:nvGrpSpPr>
          <p:cNvPr id="1663" name="Google Shape;1663;p48"/>
          <p:cNvGrpSpPr/>
          <p:nvPr/>
        </p:nvGrpSpPr>
        <p:grpSpPr>
          <a:xfrm>
            <a:off x="3185642" y="2329310"/>
            <a:ext cx="2668029" cy="2153516"/>
            <a:chOff x="4572031" y="1415284"/>
            <a:chExt cx="2875341" cy="2319350"/>
          </a:xfrm>
        </p:grpSpPr>
        <p:grpSp>
          <p:nvGrpSpPr>
            <p:cNvPr id="1664" name="Google Shape;1664;p48"/>
            <p:cNvGrpSpPr/>
            <p:nvPr/>
          </p:nvGrpSpPr>
          <p:grpSpPr>
            <a:xfrm>
              <a:off x="4572031" y="1415284"/>
              <a:ext cx="2875341" cy="1993075"/>
              <a:chOff x="3665860" y="822037"/>
              <a:chExt cx="4758136" cy="3243937"/>
            </a:xfrm>
          </p:grpSpPr>
          <p:grpSp>
            <p:nvGrpSpPr>
              <p:cNvPr id="1665" name="Google Shape;1665;p48"/>
              <p:cNvGrpSpPr/>
              <p:nvPr/>
            </p:nvGrpSpPr>
            <p:grpSpPr>
              <a:xfrm>
                <a:off x="3665860" y="822037"/>
                <a:ext cx="4758136" cy="3243937"/>
                <a:chOff x="518725" y="252435"/>
                <a:chExt cx="6524250" cy="4448015"/>
              </a:xfrm>
            </p:grpSpPr>
            <p:sp>
              <p:nvSpPr>
                <p:cNvPr id="1666" name="Google Shape;1666;p48"/>
                <p:cNvSpPr/>
                <p:nvPr/>
              </p:nvSpPr>
              <p:spPr>
                <a:xfrm>
                  <a:off x="518725" y="4131625"/>
                  <a:ext cx="6524250" cy="568825"/>
                </a:xfrm>
                <a:custGeom>
                  <a:avLst/>
                  <a:gdLst/>
                  <a:ahLst/>
                  <a:cxnLst/>
                  <a:rect l="l" t="t" r="r" b="b"/>
                  <a:pathLst>
                    <a:path w="260970" h="22753" extrusionOk="0">
                      <a:moveTo>
                        <a:pt x="0" y="14846"/>
                      </a:moveTo>
                      <a:cubicBezTo>
                        <a:pt x="0" y="19169"/>
                        <a:pt x="4039" y="22753"/>
                        <a:pt x="8305" y="22753"/>
                      </a:cubicBezTo>
                      <a:lnTo>
                        <a:pt x="253120" y="22753"/>
                      </a:lnTo>
                      <a:cubicBezTo>
                        <a:pt x="257443" y="22696"/>
                        <a:pt x="260913" y="19169"/>
                        <a:pt x="260970" y="14846"/>
                      </a:cubicBezTo>
                      <a:lnTo>
                        <a:pt x="260970" y="0"/>
                      </a:lnTo>
                      <a:lnTo>
                        <a:pt x="0" y="0"/>
                      </a:ln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8"/>
                <p:cNvSpPr/>
                <p:nvPr/>
              </p:nvSpPr>
              <p:spPr>
                <a:xfrm>
                  <a:off x="518725" y="252435"/>
                  <a:ext cx="6524250" cy="3893525"/>
                </a:xfrm>
                <a:custGeom>
                  <a:avLst/>
                  <a:gdLst/>
                  <a:ahLst/>
                  <a:cxnLst/>
                  <a:rect l="l" t="t" r="r" b="b"/>
                  <a:pathLst>
                    <a:path w="260970" h="155741" extrusionOk="0">
                      <a:moveTo>
                        <a:pt x="249594" y="9954"/>
                      </a:moveTo>
                      <a:lnTo>
                        <a:pt x="249594" y="144364"/>
                      </a:lnTo>
                      <a:lnTo>
                        <a:pt x="11376" y="144364"/>
                      </a:lnTo>
                      <a:lnTo>
                        <a:pt x="11376" y="9954"/>
                      </a:lnTo>
                      <a:close/>
                      <a:moveTo>
                        <a:pt x="8305" y="0"/>
                      </a:moveTo>
                      <a:cubicBezTo>
                        <a:pt x="4039" y="0"/>
                        <a:pt x="0" y="2844"/>
                        <a:pt x="0" y="7110"/>
                      </a:cubicBezTo>
                      <a:lnTo>
                        <a:pt x="0" y="155740"/>
                      </a:lnTo>
                      <a:lnTo>
                        <a:pt x="260970" y="155740"/>
                      </a:lnTo>
                      <a:lnTo>
                        <a:pt x="260970" y="7110"/>
                      </a:lnTo>
                      <a:cubicBezTo>
                        <a:pt x="260970" y="2844"/>
                        <a:pt x="257386" y="0"/>
                        <a:pt x="25312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8" name="Google Shape;1668;p48"/>
              <p:cNvSpPr/>
              <p:nvPr/>
            </p:nvSpPr>
            <p:spPr>
              <a:xfrm>
                <a:off x="5947879" y="3761397"/>
                <a:ext cx="194076" cy="166189"/>
              </a:xfrm>
              <a:custGeom>
                <a:avLst/>
                <a:gdLst/>
                <a:ahLst/>
                <a:cxnLst/>
                <a:rect l="l" t="t" r="r" b="b"/>
                <a:pathLst>
                  <a:path w="10627" h="9100" extrusionOk="0">
                    <a:moveTo>
                      <a:pt x="6092" y="0"/>
                    </a:moveTo>
                    <a:cubicBezTo>
                      <a:pt x="2020" y="0"/>
                      <a:pt x="0" y="4900"/>
                      <a:pt x="2881" y="7747"/>
                    </a:cubicBezTo>
                    <a:cubicBezTo>
                      <a:pt x="3804" y="8681"/>
                      <a:pt x="4944" y="9100"/>
                      <a:pt x="6063" y="9100"/>
                    </a:cubicBezTo>
                    <a:cubicBezTo>
                      <a:pt x="8391" y="9100"/>
                      <a:pt x="10627" y="7286"/>
                      <a:pt x="10627" y="4536"/>
                    </a:cubicBezTo>
                    <a:cubicBezTo>
                      <a:pt x="10627" y="2020"/>
                      <a:pt x="8608" y="0"/>
                      <a:pt x="609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9" name="Google Shape;1669;p48"/>
            <p:cNvSpPr/>
            <p:nvPr/>
          </p:nvSpPr>
          <p:spPr>
            <a:xfrm>
              <a:off x="5498920" y="3408361"/>
              <a:ext cx="1040944" cy="326273"/>
            </a:xfrm>
            <a:custGeom>
              <a:avLst/>
              <a:gdLst/>
              <a:ahLst/>
              <a:cxnLst/>
              <a:rect l="l" t="t" r="r" b="b"/>
              <a:pathLst>
                <a:path w="94481" h="29125" extrusionOk="0">
                  <a:moveTo>
                    <a:pt x="79805" y="18317"/>
                  </a:moveTo>
                  <a:cubicBezTo>
                    <a:pt x="74117" y="12515"/>
                    <a:pt x="73889" y="1"/>
                    <a:pt x="73889" y="1"/>
                  </a:cubicBezTo>
                  <a:lnTo>
                    <a:pt x="20592" y="1"/>
                  </a:lnTo>
                  <a:cubicBezTo>
                    <a:pt x="20592" y="1"/>
                    <a:pt x="20364" y="12515"/>
                    <a:pt x="14676" y="18317"/>
                  </a:cubicBezTo>
                  <a:cubicBezTo>
                    <a:pt x="8931" y="24175"/>
                    <a:pt x="1" y="29124"/>
                    <a:pt x="15529" y="29124"/>
                  </a:cubicBezTo>
                  <a:lnTo>
                    <a:pt x="78952" y="29124"/>
                  </a:lnTo>
                  <a:cubicBezTo>
                    <a:pt x="94480" y="29124"/>
                    <a:pt x="85493" y="24175"/>
                    <a:pt x="79805" y="18317"/>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0" name="Google Shape;1670;p48"/>
          <p:cNvPicPr preferRelativeResize="0"/>
          <p:nvPr/>
        </p:nvPicPr>
        <p:blipFill rotWithShape="1">
          <a:blip r:embed="rId4">
            <a:alphaModFix/>
          </a:blip>
          <a:srcRect l="8942" r="8942"/>
          <a:stretch/>
        </p:blipFill>
        <p:spPr>
          <a:xfrm>
            <a:off x="5258398" y="3155658"/>
            <a:ext cx="1739880" cy="1191795"/>
          </a:xfrm>
          <a:prstGeom prst="rect">
            <a:avLst/>
          </a:prstGeom>
          <a:noFill/>
          <a:ln>
            <a:noFill/>
          </a:ln>
        </p:spPr>
      </p:pic>
      <p:grpSp>
        <p:nvGrpSpPr>
          <p:cNvPr id="1671" name="Google Shape;1671;p48"/>
          <p:cNvGrpSpPr/>
          <p:nvPr/>
        </p:nvGrpSpPr>
        <p:grpSpPr>
          <a:xfrm rot="5400000" flipH="1">
            <a:off x="5400786" y="2700427"/>
            <a:ext cx="1462404" cy="2102720"/>
            <a:chOff x="2498107" y="1080675"/>
            <a:chExt cx="2074038" cy="2982158"/>
          </a:xfrm>
        </p:grpSpPr>
        <p:sp>
          <p:nvSpPr>
            <p:cNvPr id="1672" name="Google Shape;1672;p48"/>
            <p:cNvSpPr/>
            <p:nvPr/>
          </p:nvSpPr>
          <p:spPr>
            <a:xfrm>
              <a:off x="2498107" y="1080675"/>
              <a:ext cx="2074038" cy="2982158"/>
            </a:xfrm>
            <a:custGeom>
              <a:avLst/>
              <a:gdLst/>
              <a:ahLst/>
              <a:cxnLst/>
              <a:rect l="l" t="t" r="r" b="b"/>
              <a:pathLst>
                <a:path w="160747" h="208725" extrusionOk="0">
                  <a:moveTo>
                    <a:pt x="144239" y="18365"/>
                  </a:moveTo>
                  <a:lnTo>
                    <a:pt x="144239" y="190978"/>
                  </a:lnTo>
                  <a:lnTo>
                    <a:pt x="15992" y="190978"/>
                  </a:lnTo>
                  <a:lnTo>
                    <a:pt x="15992" y="18365"/>
                  </a:lnTo>
                  <a:close/>
                  <a:moveTo>
                    <a:pt x="8460" y="0"/>
                  </a:moveTo>
                  <a:cubicBezTo>
                    <a:pt x="3817" y="0"/>
                    <a:pt x="0" y="3818"/>
                    <a:pt x="0" y="8460"/>
                  </a:cubicBezTo>
                  <a:lnTo>
                    <a:pt x="0" y="200264"/>
                  </a:lnTo>
                  <a:cubicBezTo>
                    <a:pt x="0" y="204907"/>
                    <a:pt x="3817" y="208725"/>
                    <a:pt x="8460" y="208725"/>
                  </a:cubicBezTo>
                  <a:lnTo>
                    <a:pt x="152390" y="208725"/>
                  </a:lnTo>
                  <a:cubicBezTo>
                    <a:pt x="157033" y="208725"/>
                    <a:pt x="160747" y="204907"/>
                    <a:pt x="160747" y="200264"/>
                  </a:cubicBezTo>
                  <a:lnTo>
                    <a:pt x="160747" y="8460"/>
                  </a:lnTo>
                  <a:cubicBezTo>
                    <a:pt x="160747" y="3818"/>
                    <a:pt x="157033" y="0"/>
                    <a:pt x="15239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8"/>
            <p:cNvSpPr/>
            <p:nvPr/>
          </p:nvSpPr>
          <p:spPr>
            <a:xfrm>
              <a:off x="3469185" y="3874439"/>
              <a:ext cx="131700" cy="1317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4" name="Google Shape;1674;p48"/>
          <p:cNvPicPr preferRelativeResize="0"/>
          <p:nvPr/>
        </p:nvPicPr>
        <p:blipFill rotWithShape="1">
          <a:blip r:embed="rId5">
            <a:alphaModFix/>
          </a:blip>
          <a:srcRect l="4488" r="4479"/>
          <a:stretch/>
        </p:blipFill>
        <p:spPr>
          <a:xfrm>
            <a:off x="2187178" y="3646135"/>
            <a:ext cx="1286393" cy="794903"/>
          </a:xfrm>
          <a:prstGeom prst="rect">
            <a:avLst/>
          </a:prstGeom>
          <a:noFill/>
          <a:ln>
            <a:noFill/>
          </a:ln>
        </p:spPr>
      </p:pic>
      <p:grpSp>
        <p:nvGrpSpPr>
          <p:cNvPr id="1675" name="Google Shape;1675;p48"/>
          <p:cNvGrpSpPr/>
          <p:nvPr/>
        </p:nvGrpSpPr>
        <p:grpSpPr>
          <a:xfrm rot="-5400000">
            <a:off x="2388004" y="3169823"/>
            <a:ext cx="885582" cy="1740226"/>
            <a:chOff x="4571999" y="1621825"/>
            <a:chExt cx="1371719" cy="2695518"/>
          </a:xfrm>
        </p:grpSpPr>
        <p:sp>
          <p:nvSpPr>
            <p:cNvPr id="1676" name="Google Shape;1676;p48"/>
            <p:cNvSpPr/>
            <p:nvPr/>
          </p:nvSpPr>
          <p:spPr>
            <a:xfrm>
              <a:off x="4571999" y="1621825"/>
              <a:ext cx="1371719" cy="2695518"/>
            </a:xfrm>
            <a:custGeom>
              <a:avLst/>
              <a:gdLst/>
              <a:ahLst/>
              <a:cxnLst/>
              <a:rect l="l" t="t" r="r" b="b"/>
              <a:pathLst>
                <a:path w="95757" h="202823" extrusionOk="0">
                  <a:moveTo>
                    <a:pt x="55823" y="15602"/>
                  </a:moveTo>
                  <a:cubicBezTo>
                    <a:pt x="56968" y="15602"/>
                    <a:pt x="57970" y="16604"/>
                    <a:pt x="57970" y="17749"/>
                  </a:cubicBezTo>
                  <a:lnTo>
                    <a:pt x="57970" y="17892"/>
                  </a:lnTo>
                  <a:cubicBezTo>
                    <a:pt x="57970" y="19037"/>
                    <a:pt x="56968" y="20039"/>
                    <a:pt x="55823" y="20039"/>
                  </a:cubicBezTo>
                  <a:lnTo>
                    <a:pt x="41080" y="20039"/>
                  </a:lnTo>
                  <a:cubicBezTo>
                    <a:pt x="39935" y="20039"/>
                    <a:pt x="38933" y="19037"/>
                    <a:pt x="38933" y="17892"/>
                  </a:cubicBezTo>
                  <a:lnTo>
                    <a:pt x="38933" y="17749"/>
                  </a:lnTo>
                  <a:cubicBezTo>
                    <a:pt x="38933" y="16604"/>
                    <a:pt x="39935" y="15602"/>
                    <a:pt x="41080" y="15602"/>
                  </a:cubicBezTo>
                  <a:close/>
                  <a:moveTo>
                    <a:pt x="89173" y="28913"/>
                  </a:moveTo>
                  <a:lnTo>
                    <a:pt x="89173" y="173909"/>
                  </a:lnTo>
                  <a:lnTo>
                    <a:pt x="7729" y="173909"/>
                  </a:lnTo>
                  <a:lnTo>
                    <a:pt x="7729" y="28913"/>
                  </a:lnTo>
                  <a:close/>
                  <a:moveTo>
                    <a:pt x="13598" y="0"/>
                  </a:moveTo>
                  <a:cubicBezTo>
                    <a:pt x="6012" y="0"/>
                    <a:pt x="0" y="6155"/>
                    <a:pt x="0" y="13598"/>
                  </a:cubicBezTo>
                  <a:lnTo>
                    <a:pt x="0" y="189225"/>
                  </a:lnTo>
                  <a:cubicBezTo>
                    <a:pt x="0" y="196811"/>
                    <a:pt x="6012" y="202823"/>
                    <a:pt x="13598" y="202823"/>
                  </a:cubicBezTo>
                  <a:lnTo>
                    <a:pt x="82159" y="202823"/>
                  </a:lnTo>
                  <a:cubicBezTo>
                    <a:pt x="89745" y="202823"/>
                    <a:pt x="95757" y="196811"/>
                    <a:pt x="95757" y="189225"/>
                  </a:cubicBezTo>
                  <a:lnTo>
                    <a:pt x="95757" y="13598"/>
                  </a:lnTo>
                  <a:cubicBezTo>
                    <a:pt x="95757" y="6155"/>
                    <a:pt x="89745" y="0"/>
                    <a:pt x="82159"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8"/>
            <p:cNvSpPr/>
            <p:nvPr/>
          </p:nvSpPr>
          <p:spPr>
            <a:xfrm>
              <a:off x="5167368" y="4029075"/>
              <a:ext cx="180900" cy="180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 name="Google Shape;1678;p48"/>
          <p:cNvGrpSpPr/>
          <p:nvPr/>
        </p:nvGrpSpPr>
        <p:grpSpPr>
          <a:xfrm>
            <a:off x="2335050" y="1069304"/>
            <a:ext cx="4473900" cy="192184"/>
            <a:chOff x="2363547" y="1069304"/>
            <a:chExt cx="4473900" cy="192184"/>
          </a:xfrm>
        </p:grpSpPr>
        <p:grpSp>
          <p:nvGrpSpPr>
            <p:cNvPr id="1679" name="Google Shape;1679;p48"/>
            <p:cNvGrpSpPr/>
            <p:nvPr/>
          </p:nvGrpSpPr>
          <p:grpSpPr>
            <a:xfrm>
              <a:off x="2363547" y="1069304"/>
              <a:ext cx="4416900" cy="192184"/>
              <a:chOff x="2335097" y="1069304"/>
              <a:chExt cx="4416900" cy="192184"/>
            </a:xfrm>
          </p:grpSpPr>
          <p:sp>
            <p:nvSpPr>
              <p:cNvPr id="1680" name="Google Shape;1680;p48"/>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81" name="Google Shape;1681;p48"/>
              <p:cNvCxnSpPr>
                <a:stCxn id="1682" idx="6"/>
                <a:endCxn id="1683"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83" name="Google Shape;1683;p48"/>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2" name="Google Shape;1682;p48"/>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84" name="Google Shape;1684;p48"/>
          <p:cNvCxnSpPr/>
          <p:nvPr/>
        </p:nvCxnSpPr>
        <p:spPr>
          <a:xfrm rot="10800000">
            <a:off x="1767450" y="4482944"/>
            <a:ext cx="56091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88"/>
        <p:cNvGrpSpPr/>
        <p:nvPr/>
      </p:nvGrpSpPr>
      <p:grpSpPr>
        <a:xfrm>
          <a:off x="0" y="0"/>
          <a:ext cx="0" cy="0"/>
          <a:chOff x="0" y="0"/>
          <a:chExt cx="0" cy="0"/>
        </a:xfrm>
      </p:grpSpPr>
      <p:sp>
        <p:nvSpPr>
          <p:cNvPr id="1689" name="Google Shape;1689;p49"/>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MERCI !</a:t>
            </a:r>
            <a:endParaRPr/>
          </a:p>
        </p:txBody>
      </p:sp>
      <p:sp>
        <p:nvSpPr>
          <p:cNvPr id="1690" name="Google Shape;1690;p49"/>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Avez-vous des questions ?</a:t>
            </a:r>
            <a:endParaRPr sz="2000" b="1"/>
          </a:p>
          <a:p>
            <a:pPr marL="0" lvl="0" indent="0" algn="l" rtl="0">
              <a:spcBef>
                <a:spcPts val="0"/>
              </a:spcBef>
              <a:spcAft>
                <a:spcPts val="0"/>
              </a:spcAft>
              <a:buNone/>
            </a:pPr>
            <a:endParaRPr/>
          </a:p>
          <a:p>
            <a:pPr marL="0" lvl="0" indent="0" algn="l" rtl="0">
              <a:spcBef>
                <a:spcPts val="0"/>
              </a:spcBef>
              <a:spcAft>
                <a:spcPts val="0"/>
              </a:spcAft>
              <a:buNone/>
            </a:pPr>
            <a:r>
              <a:rPr lang="en"/>
              <a:t>votreemail@freepik.com </a:t>
            </a:r>
            <a:endParaRPr/>
          </a:p>
          <a:p>
            <a:pPr marL="0" lvl="0" indent="0" algn="l" rtl="0">
              <a:spcBef>
                <a:spcPts val="0"/>
              </a:spcBef>
              <a:spcAft>
                <a:spcPts val="0"/>
              </a:spcAft>
              <a:buNone/>
            </a:pPr>
            <a:r>
              <a:rPr lang="en"/>
              <a:t>+91  620 421 838 </a:t>
            </a:r>
            <a:endParaRPr/>
          </a:p>
          <a:p>
            <a:pPr marL="0" lvl="0" indent="0" algn="l" rtl="0">
              <a:spcBef>
                <a:spcPts val="0"/>
              </a:spcBef>
              <a:spcAft>
                <a:spcPts val="0"/>
              </a:spcAft>
              <a:buNone/>
            </a:pPr>
            <a:r>
              <a:rPr lang="en"/>
              <a:t>votreentreprise.com</a:t>
            </a:r>
            <a:endParaRPr/>
          </a:p>
        </p:txBody>
      </p:sp>
      <p:cxnSp>
        <p:nvCxnSpPr>
          <p:cNvPr id="1691" name="Google Shape;1691;p49"/>
          <p:cNvCxnSpPr/>
          <p:nvPr/>
        </p:nvCxnSpPr>
        <p:spPr>
          <a:xfrm rot="10800000">
            <a:off x="945275" y="2197817"/>
            <a:ext cx="8764500" cy="0"/>
          </a:xfrm>
          <a:prstGeom prst="straightConnector1">
            <a:avLst/>
          </a:prstGeom>
          <a:noFill/>
          <a:ln w="9525" cap="flat" cmpd="sng">
            <a:solidFill>
              <a:schemeClr val="lt1"/>
            </a:solidFill>
            <a:prstDash val="solid"/>
            <a:round/>
            <a:headEnd type="none" w="med" len="med"/>
            <a:tailEnd type="none" w="med" len="med"/>
          </a:ln>
        </p:spPr>
      </p:cxnSp>
      <p:sp>
        <p:nvSpPr>
          <p:cNvPr id="1692" name="Google Shape;1692;p49"/>
          <p:cNvSpPr txBox="1"/>
          <p:nvPr/>
        </p:nvSpPr>
        <p:spPr>
          <a:xfrm>
            <a:off x="4980600" y="3445300"/>
            <a:ext cx="3201300" cy="3915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Veuillez conserver cette diapositive pour l'attribution</a:t>
            </a:r>
            <a:endParaRPr sz="1200">
              <a:solidFill>
                <a:schemeClr val="lt1"/>
              </a:solidFill>
              <a:latin typeface="Montserrat"/>
              <a:ea typeface="Montserrat"/>
              <a:cs typeface="Montserrat"/>
              <a:sym typeface="Montserrat"/>
            </a:endParaRPr>
          </a:p>
        </p:txBody>
      </p:sp>
      <p:sp>
        <p:nvSpPr>
          <p:cNvPr id="1693" name="Google Shape;1693;p49"/>
          <p:cNvSpPr/>
          <p:nvPr/>
        </p:nvSpPr>
        <p:spPr>
          <a:xfrm>
            <a:off x="5355755" y="155537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4" name="Google Shape;1694;p49"/>
          <p:cNvGrpSpPr/>
          <p:nvPr/>
        </p:nvGrpSpPr>
        <p:grpSpPr>
          <a:xfrm>
            <a:off x="5856652" y="1555567"/>
            <a:ext cx="346056" cy="345674"/>
            <a:chOff x="3303268" y="3817349"/>
            <a:chExt cx="346056" cy="345674"/>
          </a:xfrm>
        </p:grpSpPr>
        <p:sp>
          <p:nvSpPr>
            <p:cNvPr id="1695" name="Google Shape;1695;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 name="Google Shape;1699;p49"/>
          <p:cNvGrpSpPr/>
          <p:nvPr/>
        </p:nvGrpSpPr>
        <p:grpSpPr>
          <a:xfrm>
            <a:off x="6357927" y="1555567"/>
            <a:ext cx="346024" cy="345674"/>
            <a:chOff x="4650919" y="3817349"/>
            <a:chExt cx="346024" cy="345674"/>
          </a:xfrm>
        </p:grpSpPr>
        <p:sp>
          <p:nvSpPr>
            <p:cNvPr id="1700" name="Google Shape;1700;p49"/>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49"/>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49"/>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706"/>
        <p:cNvGrpSpPr/>
        <p:nvPr/>
      </p:nvGrpSpPr>
      <p:grpSpPr>
        <a:xfrm>
          <a:off x="0" y="0"/>
          <a:ext cx="0" cy="0"/>
          <a:chOff x="0" y="0"/>
          <a:chExt cx="0" cy="0"/>
        </a:xfrm>
      </p:grpSpPr>
      <p:sp>
        <p:nvSpPr>
          <p:cNvPr id="1707" name="Google Shape;1707;p50"/>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 ALTERNATIVES</a:t>
            </a:r>
            <a:endParaRPr/>
          </a:p>
        </p:txBody>
      </p:sp>
      <p:sp>
        <p:nvSpPr>
          <p:cNvPr id="1708" name="Google Shape;1708;p50"/>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Voici un assortiment de ressources alternatives dans le même style que ce modèle :</a:t>
            </a:r>
            <a:endParaRPr/>
          </a:p>
        </p:txBody>
      </p:sp>
      <p:grpSp>
        <p:nvGrpSpPr>
          <p:cNvPr id="1709" name="Google Shape;1709;p50"/>
          <p:cNvGrpSpPr/>
          <p:nvPr/>
        </p:nvGrpSpPr>
        <p:grpSpPr>
          <a:xfrm>
            <a:off x="1611150" y="1050283"/>
            <a:ext cx="5921700" cy="192184"/>
            <a:chOff x="902597" y="1069304"/>
            <a:chExt cx="5921700" cy="192184"/>
          </a:xfrm>
        </p:grpSpPr>
        <p:grpSp>
          <p:nvGrpSpPr>
            <p:cNvPr id="1710" name="Google Shape;1710;p50"/>
            <p:cNvGrpSpPr/>
            <p:nvPr/>
          </p:nvGrpSpPr>
          <p:grpSpPr>
            <a:xfrm>
              <a:off x="902597" y="1069304"/>
              <a:ext cx="5864700" cy="192184"/>
              <a:chOff x="2335097" y="1069304"/>
              <a:chExt cx="5864700" cy="192184"/>
            </a:xfrm>
          </p:grpSpPr>
          <p:sp>
            <p:nvSpPr>
              <p:cNvPr id="1711" name="Google Shape;1711;p50"/>
              <p:cNvSpPr/>
              <p:nvPr/>
            </p:nvSpPr>
            <p:spPr>
              <a:xfrm rot="-2700000" flipH="1">
                <a:off x="5574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12" name="Google Shape;1712;p50"/>
              <p:cNvCxnSpPr>
                <a:stCxn id="1713" idx="6"/>
                <a:endCxn id="1714"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14" name="Google Shape;1714;p50"/>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3" name="Google Shape;1713;p50"/>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5" name="Google Shape;1715;p50"/>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Circuits blue and red gradient digital background</a:t>
            </a:r>
            <a:endParaRPr sz="1400"/>
          </a:p>
        </p:txBody>
      </p:sp>
      <p:sp>
        <p:nvSpPr>
          <p:cNvPr id="1716" name="Google Shape;1716;p50"/>
          <p:cNvSpPr/>
          <p:nvPr/>
        </p:nvSpPr>
        <p:spPr>
          <a:xfrm>
            <a:off x="5562900" y="2049422"/>
            <a:ext cx="2294290" cy="2537888"/>
          </a:xfrm>
          <a:custGeom>
            <a:avLst/>
            <a:gdLst/>
            <a:ahLst/>
            <a:cxnLst/>
            <a:rect l="l" t="t" r="r" b="b"/>
            <a:pathLst>
              <a:path w="188018" h="207981" extrusionOk="0">
                <a:moveTo>
                  <a:pt x="104847" y="37273"/>
                </a:moveTo>
                <a:cubicBezTo>
                  <a:pt x="103681" y="37273"/>
                  <a:pt x="102619" y="38546"/>
                  <a:pt x="103325" y="39856"/>
                </a:cubicBezTo>
                <a:lnTo>
                  <a:pt x="90699" y="52481"/>
                </a:lnTo>
                <a:lnTo>
                  <a:pt x="80155" y="50332"/>
                </a:lnTo>
                <a:lnTo>
                  <a:pt x="68110" y="62377"/>
                </a:lnTo>
                <a:cubicBezTo>
                  <a:pt x="67784" y="62168"/>
                  <a:pt x="67457" y="62078"/>
                  <a:pt x="67148" y="62078"/>
                </a:cubicBezTo>
                <a:cubicBezTo>
                  <a:pt x="65740" y="62078"/>
                  <a:pt x="64719" y="63960"/>
                  <a:pt x="66062" y="65107"/>
                </a:cubicBezTo>
                <a:lnTo>
                  <a:pt x="66028" y="65141"/>
                </a:lnTo>
                <a:cubicBezTo>
                  <a:pt x="66403" y="65580"/>
                  <a:pt x="66862" y="65764"/>
                  <a:pt x="67308" y="65764"/>
                </a:cubicBezTo>
                <a:cubicBezTo>
                  <a:pt x="68527" y="65764"/>
                  <a:pt x="69657" y="64392"/>
                  <a:pt x="68758" y="63094"/>
                </a:cubicBezTo>
                <a:lnTo>
                  <a:pt x="80462" y="51389"/>
                </a:lnTo>
                <a:lnTo>
                  <a:pt x="91006" y="53505"/>
                </a:lnTo>
                <a:lnTo>
                  <a:pt x="103973" y="40538"/>
                </a:lnTo>
                <a:cubicBezTo>
                  <a:pt x="104265" y="40696"/>
                  <a:pt x="104555" y="40765"/>
                  <a:pt x="104830" y="40765"/>
                </a:cubicBezTo>
                <a:cubicBezTo>
                  <a:pt x="106225" y="40765"/>
                  <a:pt x="107223" y="38977"/>
                  <a:pt x="106054" y="37808"/>
                </a:cubicBezTo>
                <a:cubicBezTo>
                  <a:pt x="105688" y="37433"/>
                  <a:pt x="105261" y="37273"/>
                  <a:pt x="104847" y="37273"/>
                </a:cubicBezTo>
                <a:close/>
                <a:moveTo>
                  <a:pt x="90788" y="67921"/>
                </a:moveTo>
                <a:cubicBezTo>
                  <a:pt x="91775" y="67921"/>
                  <a:pt x="92724" y="68648"/>
                  <a:pt x="92815" y="69782"/>
                </a:cubicBezTo>
                <a:cubicBezTo>
                  <a:pt x="92915" y="71032"/>
                  <a:pt x="91897" y="71952"/>
                  <a:pt x="90796" y="71952"/>
                </a:cubicBezTo>
                <a:cubicBezTo>
                  <a:pt x="90394" y="71952"/>
                  <a:pt x="89981" y="71830"/>
                  <a:pt x="89607" y="71556"/>
                </a:cubicBezTo>
                <a:lnTo>
                  <a:pt x="89198" y="71147"/>
                </a:lnTo>
                <a:cubicBezTo>
                  <a:pt x="88583" y="70328"/>
                  <a:pt x="88686" y="69236"/>
                  <a:pt x="89368" y="68519"/>
                </a:cubicBezTo>
                <a:cubicBezTo>
                  <a:pt x="89781" y="68107"/>
                  <a:pt x="90289" y="67921"/>
                  <a:pt x="90788" y="67921"/>
                </a:cubicBezTo>
                <a:close/>
                <a:moveTo>
                  <a:pt x="43920" y="77439"/>
                </a:moveTo>
                <a:cubicBezTo>
                  <a:pt x="45462" y="77439"/>
                  <a:pt x="46787" y="79443"/>
                  <a:pt x="45350" y="80906"/>
                </a:cubicBezTo>
                <a:cubicBezTo>
                  <a:pt x="44945" y="81299"/>
                  <a:pt x="44454" y="81476"/>
                  <a:pt x="43971" y="81476"/>
                </a:cubicBezTo>
                <a:cubicBezTo>
                  <a:pt x="42946" y="81476"/>
                  <a:pt x="41960" y="80679"/>
                  <a:pt x="41937" y="79473"/>
                </a:cubicBezTo>
                <a:cubicBezTo>
                  <a:pt x="41937" y="78961"/>
                  <a:pt x="42142" y="78449"/>
                  <a:pt x="42517" y="78074"/>
                </a:cubicBezTo>
                <a:cubicBezTo>
                  <a:pt x="42957" y="77626"/>
                  <a:pt x="43449" y="77439"/>
                  <a:pt x="43920" y="77439"/>
                </a:cubicBezTo>
                <a:close/>
                <a:moveTo>
                  <a:pt x="151302" y="0"/>
                </a:moveTo>
                <a:lnTo>
                  <a:pt x="90597" y="60500"/>
                </a:lnTo>
                <a:lnTo>
                  <a:pt x="80837" y="58112"/>
                </a:lnTo>
                <a:lnTo>
                  <a:pt x="56951" y="81998"/>
                </a:lnTo>
                <a:lnTo>
                  <a:pt x="46851" y="79677"/>
                </a:lnTo>
                <a:lnTo>
                  <a:pt x="46851" y="79473"/>
                </a:lnTo>
                <a:cubicBezTo>
                  <a:pt x="46851" y="77696"/>
                  <a:pt x="45400" y="76512"/>
                  <a:pt x="43880" y="76512"/>
                </a:cubicBezTo>
                <a:cubicBezTo>
                  <a:pt x="43152" y="76512"/>
                  <a:pt x="42408" y="76784"/>
                  <a:pt x="41801" y="77391"/>
                </a:cubicBezTo>
                <a:cubicBezTo>
                  <a:pt x="39958" y="79268"/>
                  <a:pt x="41255" y="82441"/>
                  <a:pt x="43916" y="82441"/>
                </a:cubicBezTo>
                <a:cubicBezTo>
                  <a:pt x="45111" y="82441"/>
                  <a:pt x="46203" y="81725"/>
                  <a:pt x="46680" y="80599"/>
                </a:cubicBezTo>
                <a:lnTo>
                  <a:pt x="57293" y="83022"/>
                </a:lnTo>
                <a:lnTo>
                  <a:pt x="81145" y="59135"/>
                </a:lnTo>
                <a:lnTo>
                  <a:pt x="90870" y="61558"/>
                </a:lnTo>
                <a:lnTo>
                  <a:pt x="151984" y="682"/>
                </a:lnTo>
                <a:lnTo>
                  <a:pt x="151302" y="0"/>
                </a:lnTo>
                <a:close/>
                <a:moveTo>
                  <a:pt x="123259" y="58211"/>
                </a:moveTo>
                <a:cubicBezTo>
                  <a:pt x="122084" y="58211"/>
                  <a:pt x="121008" y="59490"/>
                  <a:pt x="121717" y="60807"/>
                </a:cubicBezTo>
                <a:lnTo>
                  <a:pt x="101380" y="81179"/>
                </a:lnTo>
                <a:lnTo>
                  <a:pt x="92200" y="84659"/>
                </a:lnTo>
                <a:cubicBezTo>
                  <a:pt x="92132" y="84591"/>
                  <a:pt x="92064" y="84489"/>
                  <a:pt x="91962" y="84386"/>
                </a:cubicBezTo>
                <a:cubicBezTo>
                  <a:pt x="91606" y="84040"/>
                  <a:pt x="91190" y="83891"/>
                  <a:pt x="90784" y="83891"/>
                </a:cubicBezTo>
                <a:cubicBezTo>
                  <a:pt x="89673" y="83891"/>
                  <a:pt x="88647" y="85013"/>
                  <a:pt x="89198" y="86263"/>
                </a:cubicBezTo>
                <a:cubicBezTo>
                  <a:pt x="89496" y="86989"/>
                  <a:pt x="90121" y="87317"/>
                  <a:pt x="90746" y="87317"/>
                </a:cubicBezTo>
                <a:cubicBezTo>
                  <a:pt x="91620" y="87317"/>
                  <a:pt x="92493" y="86675"/>
                  <a:pt x="92473" y="85581"/>
                </a:cubicBezTo>
                <a:lnTo>
                  <a:pt x="101926" y="81998"/>
                </a:lnTo>
                <a:lnTo>
                  <a:pt x="122399" y="61456"/>
                </a:lnTo>
                <a:cubicBezTo>
                  <a:pt x="122691" y="61613"/>
                  <a:pt x="122982" y="61682"/>
                  <a:pt x="123256" y="61682"/>
                </a:cubicBezTo>
                <a:cubicBezTo>
                  <a:pt x="124650" y="61682"/>
                  <a:pt x="125644" y="59895"/>
                  <a:pt x="124447" y="58726"/>
                </a:cubicBezTo>
                <a:cubicBezTo>
                  <a:pt x="124086" y="58365"/>
                  <a:pt x="123667" y="58211"/>
                  <a:pt x="123259" y="58211"/>
                </a:cubicBezTo>
                <a:close/>
                <a:moveTo>
                  <a:pt x="110386" y="91267"/>
                </a:moveTo>
                <a:cubicBezTo>
                  <a:pt x="110877" y="91267"/>
                  <a:pt x="111379" y="91451"/>
                  <a:pt x="111787" y="91859"/>
                </a:cubicBezTo>
                <a:cubicBezTo>
                  <a:pt x="112572" y="92644"/>
                  <a:pt x="112572" y="93907"/>
                  <a:pt x="111787" y="94692"/>
                </a:cubicBezTo>
                <a:cubicBezTo>
                  <a:pt x="111377" y="95101"/>
                  <a:pt x="110874" y="95285"/>
                  <a:pt x="110381" y="95285"/>
                </a:cubicBezTo>
                <a:cubicBezTo>
                  <a:pt x="109355" y="95285"/>
                  <a:pt x="108375" y="94491"/>
                  <a:pt x="108375" y="93293"/>
                </a:cubicBezTo>
                <a:cubicBezTo>
                  <a:pt x="108375" y="92069"/>
                  <a:pt x="109358" y="91267"/>
                  <a:pt x="110386" y="91267"/>
                </a:cubicBezTo>
                <a:close/>
                <a:moveTo>
                  <a:pt x="148026" y="29551"/>
                </a:moveTo>
                <a:lnTo>
                  <a:pt x="131305" y="46305"/>
                </a:lnTo>
                <a:lnTo>
                  <a:pt x="130896" y="58453"/>
                </a:lnTo>
                <a:lnTo>
                  <a:pt x="110047" y="79336"/>
                </a:lnTo>
                <a:lnTo>
                  <a:pt x="110047" y="90324"/>
                </a:lnTo>
                <a:cubicBezTo>
                  <a:pt x="106396" y="90699"/>
                  <a:pt x="106532" y="96057"/>
                  <a:pt x="110183" y="96261"/>
                </a:cubicBezTo>
                <a:cubicBezTo>
                  <a:pt x="110248" y="96266"/>
                  <a:pt x="110313" y="96268"/>
                  <a:pt x="110377" y="96268"/>
                </a:cubicBezTo>
                <a:cubicBezTo>
                  <a:pt x="111832" y="96268"/>
                  <a:pt x="113094" y="95173"/>
                  <a:pt x="113323" y="93702"/>
                </a:cubicBezTo>
                <a:cubicBezTo>
                  <a:pt x="113527" y="92167"/>
                  <a:pt x="112504" y="90733"/>
                  <a:pt x="111002" y="90392"/>
                </a:cubicBezTo>
                <a:lnTo>
                  <a:pt x="111002" y="79712"/>
                </a:lnTo>
                <a:lnTo>
                  <a:pt x="131851" y="58862"/>
                </a:lnTo>
                <a:lnTo>
                  <a:pt x="132227" y="46715"/>
                </a:lnTo>
                <a:lnTo>
                  <a:pt x="148674" y="30233"/>
                </a:lnTo>
                <a:lnTo>
                  <a:pt x="148026" y="29551"/>
                </a:lnTo>
                <a:close/>
                <a:moveTo>
                  <a:pt x="92272" y="97179"/>
                </a:moveTo>
                <a:cubicBezTo>
                  <a:pt x="90686" y="97179"/>
                  <a:pt x="89163" y="98403"/>
                  <a:pt x="89163" y="100254"/>
                </a:cubicBezTo>
                <a:lnTo>
                  <a:pt x="89163" y="100288"/>
                </a:lnTo>
                <a:cubicBezTo>
                  <a:pt x="89163" y="101960"/>
                  <a:pt x="90528" y="103325"/>
                  <a:pt x="92235" y="103325"/>
                </a:cubicBezTo>
                <a:cubicBezTo>
                  <a:pt x="94964" y="103325"/>
                  <a:pt x="96329" y="100015"/>
                  <a:pt x="94418" y="98070"/>
                </a:cubicBezTo>
                <a:cubicBezTo>
                  <a:pt x="93792" y="97455"/>
                  <a:pt x="93025" y="97179"/>
                  <a:pt x="92272" y="97179"/>
                </a:cubicBezTo>
                <a:close/>
                <a:moveTo>
                  <a:pt x="92235" y="94658"/>
                </a:moveTo>
                <a:cubicBezTo>
                  <a:pt x="97217" y="94658"/>
                  <a:pt x="99708" y="100697"/>
                  <a:pt x="96193" y="104212"/>
                </a:cubicBezTo>
                <a:cubicBezTo>
                  <a:pt x="95057" y="105348"/>
                  <a:pt x="93657" y="105856"/>
                  <a:pt x="92283" y="105856"/>
                </a:cubicBezTo>
                <a:cubicBezTo>
                  <a:pt x="89405" y="105856"/>
                  <a:pt x="86638" y="103626"/>
                  <a:pt x="86638" y="100254"/>
                </a:cubicBezTo>
                <a:cubicBezTo>
                  <a:pt x="86638" y="97183"/>
                  <a:pt x="89163" y="94692"/>
                  <a:pt x="92235" y="94692"/>
                </a:cubicBezTo>
                <a:lnTo>
                  <a:pt x="92235" y="94658"/>
                </a:lnTo>
                <a:close/>
                <a:moveTo>
                  <a:pt x="92262" y="93708"/>
                </a:moveTo>
                <a:cubicBezTo>
                  <a:pt x="88908" y="93708"/>
                  <a:pt x="85683" y="96311"/>
                  <a:pt x="85683" y="100254"/>
                </a:cubicBezTo>
                <a:cubicBezTo>
                  <a:pt x="85683" y="103871"/>
                  <a:pt x="88618" y="106805"/>
                  <a:pt x="92235" y="106805"/>
                </a:cubicBezTo>
                <a:cubicBezTo>
                  <a:pt x="98070" y="106805"/>
                  <a:pt x="100970" y="99742"/>
                  <a:pt x="96841" y="95647"/>
                </a:cubicBezTo>
                <a:cubicBezTo>
                  <a:pt x="95513" y="94308"/>
                  <a:pt x="93873" y="93708"/>
                  <a:pt x="92262" y="93708"/>
                </a:cubicBezTo>
                <a:close/>
                <a:moveTo>
                  <a:pt x="69190" y="104191"/>
                </a:moveTo>
                <a:cubicBezTo>
                  <a:pt x="70748" y="104191"/>
                  <a:pt x="72072" y="106195"/>
                  <a:pt x="70635" y="107658"/>
                </a:cubicBezTo>
                <a:cubicBezTo>
                  <a:pt x="70259" y="108034"/>
                  <a:pt x="69747" y="108238"/>
                  <a:pt x="69202" y="108238"/>
                </a:cubicBezTo>
                <a:cubicBezTo>
                  <a:pt x="67427" y="108238"/>
                  <a:pt x="66540" y="106123"/>
                  <a:pt x="67768" y="104826"/>
                </a:cubicBezTo>
                <a:cubicBezTo>
                  <a:pt x="68216" y="104379"/>
                  <a:pt x="68714" y="104191"/>
                  <a:pt x="69190" y="104191"/>
                </a:cubicBezTo>
                <a:close/>
                <a:moveTo>
                  <a:pt x="92235" y="92167"/>
                </a:moveTo>
                <a:cubicBezTo>
                  <a:pt x="99435" y="92167"/>
                  <a:pt x="103052" y="100902"/>
                  <a:pt x="97967" y="105986"/>
                </a:cubicBezTo>
                <a:cubicBezTo>
                  <a:pt x="96309" y="107644"/>
                  <a:pt x="94272" y="108386"/>
                  <a:pt x="92275" y="108386"/>
                </a:cubicBezTo>
                <a:cubicBezTo>
                  <a:pt x="88106" y="108386"/>
                  <a:pt x="84113" y="105156"/>
                  <a:pt x="84113" y="100288"/>
                </a:cubicBezTo>
                <a:cubicBezTo>
                  <a:pt x="84147" y="95805"/>
                  <a:pt x="87731" y="92200"/>
                  <a:pt x="92172" y="92200"/>
                </a:cubicBezTo>
                <a:cubicBezTo>
                  <a:pt x="92193" y="92200"/>
                  <a:pt x="92214" y="92200"/>
                  <a:pt x="92235" y="92201"/>
                </a:cubicBezTo>
                <a:lnTo>
                  <a:pt x="92235" y="92167"/>
                </a:lnTo>
                <a:close/>
                <a:moveTo>
                  <a:pt x="92235" y="91245"/>
                </a:moveTo>
                <a:cubicBezTo>
                  <a:pt x="87253" y="91245"/>
                  <a:pt x="83192" y="95272"/>
                  <a:pt x="83192" y="100288"/>
                </a:cubicBezTo>
                <a:cubicBezTo>
                  <a:pt x="83192" y="105734"/>
                  <a:pt x="87640" y="109339"/>
                  <a:pt x="92283" y="109339"/>
                </a:cubicBezTo>
                <a:cubicBezTo>
                  <a:pt x="94505" y="109339"/>
                  <a:pt x="96771" y="108513"/>
                  <a:pt x="98616" y="106669"/>
                </a:cubicBezTo>
                <a:cubicBezTo>
                  <a:pt x="104314" y="100970"/>
                  <a:pt x="100288" y="91245"/>
                  <a:pt x="92235" y="91245"/>
                </a:cubicBezTo>
                <a:close/>
                <a:moveTo>
                  <a:pt x="187370" y="46169"/>
                </a:moveTo>
                <a:lnTo>
                  <a:pt x="159730" y="73808"/>
                </a:lnTo>
                <a:lnTo>
                  <a:pt x="160276" y="77971"/>
                </a:lnTo>
                <a:lnTo>
                  <a:pt x="153520" y="84728"/>
                </a:lnTo>
                <a:lnTo>
                  <a:pt x="149152" y="84728"/>
                </a:lnTo>
                <a:lnTo>
                  <a:pt x="132022" y="101857"/>
                </a:lnTo>
                <a:lnTo>
                  <a:pt x="127279" y="101857"/>
                </a:lnTo>
                <a:lnTo>
                  <a:pt x="116257" y="112879"/>
                </a:lnTo>
                <a:cubicBezTo>
                  <a:pt x="115954" y="112698"/>
                  <a:pt x="115650" y="112618"/>
                  <a:pt x="115360" y="112618"/>
                </a:cubicBezTo>
                <a:cubicBezTo>
                  <a:pt x="114020" y="112618"/>
                  <a:pt x="113019" y="114328"/>
                  <a:pt x="114142" y="115507"/>
                </a:cubicBezTo>
                <a:cubicBezTo>
                  <a:pt x="114498" y="115891"/>
                  <a:pt x="114926" y="116054"/>
                  <a:pt x="115344" y="116054"/>
                </a:cubicBezTo>
                <a:cubicBezTo>
                  <a:pt x="116486" y="116054"/>
                  <a:pt x="117555" y="114835"/>
                  <a:pt x="116906" y="113562"/>
                </a:cubicBezTo>
                <a:lnTo>
                  <a:pt x="127654" y="102813"/>
                </a:lnTo>
                <a:lnTo>
                  <a:pt x="132431" y="102813"/>
                </a:lnTo>
                <a:lnTo>
                  <a:pt x="149527" y="85683"/>
                </a:lnTo>
                <a:lnTo>
                  <a:pt x="153895" y="85683"/>
                </a:lnTo>
                <a:lnTo>
                  <a:pt x="161300" y="78278"/>
                </a:lnTo>
                <a:lnTo>
                  <a:pt x="160719" y="74150"/>
                </a:lnTo>
                <a:lnTo>
                  <a:pt x="188018" y="46851"/>
                </a:lnTo>
                <a:lnTo>
                  <a:pt x="187370" y="46169"/>
                </a:lnTo>
                <a:close/>
                <a:moveTo>
                  <a:pt x="80872" y="112743"/>
                </a:moveTo>
                <a:lnTo>
                  <a:pt x="80872" y="116189"/>
                </a:lnTo>
                <a:lnTo>
                  <a:pt x="84318" y="116189"/>
                </a:lnTo>
                <a:lnTo>
                  <a:pt x="84318" y="112743"/>
                </a:lnTo>
                <a:close/>
                <a:moveTo>
                  <a:pt x="87048" y="112743"/>
                </a:moveTo>
                <a:lnTo>
                  <a:pt x="87048" y="116189"/>
                </a:lnTo>
                <a:lnTo>
                  <a:pt x="90494" y="116189"/>
                </a:lnTo>
                <a:lnTo>
                  <a:pt x="90494" y="112743"/>
                </a:lnTo>
                <a:close/>
                <a:moveTo>
                  <a:pt x="100553" y="113009"/>
                </a:moveTo>
                <a:cubicBezTo>
                  <a:pt x="101566" y="113009"/>
                  <a:pt x="102574" y="113744"/>
                  <a:pt x="102574" y="115029"/>
                </a:cubicBezTo>
                <a:cubicBezTo>
                  <a:pt x="102574" y="115541"/>
                  <a:pt x="102369" y="116053"/>
                  <a:pt x="101994" y="116462"/>
                </a:cubicBezTo>
                <a:cubicBezTo>
                  <a:pt x="101571" y="116876"/>
                  <a:pt x="101077" y="117054"/>
                  <a:pt x="100596" y="117054"/>
                </a:cubicBezTo>
                <a:cubicBezTo>
                  <a:pt x="99293" y="117054"/>
                  <a:pt x="98095" y="115740"/>
                  <a:pt x="98718" y="114244"/>
                </a:cubicBezTo>
                <a:cubicBezTo>
                  <a:pt x="99077" y="113397"/>
                  <a:pt x="99816" y="113009"/>
                  <a:pt x="100553" y="113009"/>
                </a:cubicBezTo>
                <a:close/>
                <a:moveTo>
                  <a:pt x="156625" y="34771"/>
                </a:moveTo>
                <a:lnTo>
                  <a:pt x="139904" y="51492"/>
                </a:lnTo>
                <a:lnTo>
                  <a:pt x="139495" y="63674"/>
                </a:lnTo>
                <a:lnTo>
                  <a:pt x="118646" y="84557"/>
                </a:lnTo>
                <a:lnTo>
                  <a:pt x="118646" y="95784"/>
                </a:lnTo>
                <a:lnTo>
                  <a:pt x="102028" y="112436"/>
                </a:lnTo>
                <a:cubicBezTo>
                  <a:pt x="101584" y="112197"/>
                  <a:pt x="101072" y="112060"/>
                  <a:pt x="100561" y="112060"/>
                </a:cubicBezTo>
                <a:cubicBezTo>
                  <a:pt x="97319" y="112060"/>
                  <a:pt x="96398" y="116496"/>
                  <a:pt x="99366" y="117793"/>
                </a:cubicBezTo>
                <a:cubicBezTo>
                  <a:pt x="99791" y="117979"/>
                  <a:pt x="100209" y="118062"/>
                  <a:pt x="100607" y="118062"/>
                </a:cubicBezTo>
                <a:cubicBezTo>
                  <a:pt x="102988" y="118062"/>
                  <a:pt x="104645" y="115067"/>
                  <a:pt x="102744" y="113050"/>
                </a:cubicBezTo>
                <a:lnTo>
                  <a:pt x="119601" y="96159"/>
                </a:lnTo>
                <a:lnTo>
                  <a:pt x="119601" y="84967"/>
                </a:lnTo>
                <a:lnTo>
                  <a:pt x="140450" y="64083"/>
                </a:lnTo>
                <a:lnTo>
                  <a:pt x="140826" y="51901"/>
                </a:lnTo>
                <a:lnTo>
                  <a:pt x="157307" y="35420"/>
                </a:lnTo>
                <a:lnTo>
                  <a:pt x="156625" y="34771"/>
                </a:lnTo>
                <a:close/>
                <a:moveTo>
                  <a:pt x="80872" y="118510"/>
                </a:moveTo>
                <a:lnTo>
                  <a:pt x="80872" y="121956"/>
                </a:lnTo>
                <a:lnTo>
                  <a:pt x="84318" y="121956"/>
                </a:lnTo>
                <a:lnTo>
                  <a:pt x="84318" y="118510"/>
                </a:lnTo>
                <a:close/>
                <a:moveTo>
                  <a:pt x="87048" y="118510"/>
                </a:moveTo>
                <a:lnTo>
                  <a:pt x="87048" y="121956"/>
                </a:lnTo>
                <a:lnTo>
                  <a:pt x="90494" y="121956"/>
                </a:lnTo>
                <a:lnTo>
                  <a:pt x="90494" y="118510"/>
                </a:lnTo>
                <a:close/>
                <a:moveTo>
                  <a:pt x="80872" y="124242"/>
                </a:moveTo>
                <a:lnTo>
                  <a:pt x="80872" y="127689"/>
                </a:lnTo>
                <a:lnTo>
                  <a:pt x="84318" y="127689"/>
                </a:lnTo>
                <a:lnTo>
                  <a:pt x="84318" y="124242"/>
                </a:lnTo>
                <a:close/>
                <a:moveTo>
                  <a:pt x="104946" y="128680"/>
                </a:moveTo>
                <a:cubicBezTo>
                  <a:pt x="106242" y="128680"/>
                  <a:pt x="107425" y="129988"/>
                  <a:pt x="106805" y="131476"/>
                </a:cubicBezTo>
                <a:cubicBezTo>
                  <a:pt x="106461" y="132323"/>
                  <a:pt x="105723" y="132711"/>
                  <a:pt x="104985" y="132711"/>
                </a:cubicBezTo>
                <a:cubicBezTo>
                  <a:pt x="103968" y="132711"/>
                  <a:pt x="102949" y="131976"/>
                  <a:pt x="102949" y="130692"/>
                </a:cubicBezTo>
                <a:cubicBezTo>
                  <a:pt x="102949" y="130180"/>
                  <a:pt x="103154" y="129668"/>
                  <a:pt x="103529" y="129292"/>
                </a:cubicBezTo>
                <a:cubicBezTo>
                  <a:pt x="103958" y="128864"/>
                  <a:pt x="104460" y="128680"/>
                  <a:pt x="104946" y="128680"/>
                </a:cubicBezTo>
                <a:close/>
                <a:moveTo>
                  <a:pt x="80872" y="130009"/>
                </a:moveTo>
                <a:lnTo>
                  <a:pt x="80872" y="133455"/>
                </a:lnTo>
                <a:lnTo>
                  <a:pt x="84318" y="133455"/>
                </a:lnTo>
                <a:lnTo>
                  <a:pt x="84318" y="130009"/>
                </a:lnTo>
                <a:close/>
                <a:moveTo>
                  <a:pt x="90838" y="66912"/>
                </a:moveTo>
                <a:cubicBezTo>
                  <a:pt x="88660" y="66912"/>
                  <a:pt x="86731" y="69525"/>
                  <a:pt x="88447" y="71761"/>
                </a:cubicBezTo>
                <a:lnTo>
                  <a:pt x="83192" y="77016"/>
                </a:lnTo>
                <a:lnTo>
                  <a:pt x="75037" y="78278"/>
                </a:lnTo>
                <a:lnTo>
                  <a:pt x="70430" y="82885"/>
                </a:lnTo>
                <a:lnTo>
                  <a:pt x="69713" y="90460"/>
                </a:lnTo>
                <a:lnTo>
                  <a:pt x="18222" y="141952"/>
                </a:lnTo>
                <a:lnTo>
                  <a:pt x="18904" y="142635"/>
                </a:lnTo>
                <a:lnTo>
                  <a:pt x="70601" y="90904"/>
                </a:lnTo>
                <a:lnTo>
                  <a:pt x="71351" y="83329"/>
                </a:lnTo>
                <a:lnTo>
                  <a:pt x="75480" y="79200"/>
                </a:lnTo>
                <a:lnTo>
                  <a:pt x="83601" y="77903"/>
                </a:lnTo>
                <a:lnTo>
                  <a:pt x="89129" y="72409"/>
                </a:lnTo>
                <a:cubicBezTo>
                  <a:pt x="89701" y="72801"/>
                  <a:pt x="90283" y="72970"/>
                  <a:pt x="90834" y="72970"/>
                </a:cubicBezTo>
                <a:cubicBezTo>
                  <a:pt x="93212" y="72970"/>
                  <a:pt x="95010" y="69818"/>
                  <a:pt x="92849" y="67768"/>
                </a:cubicBezTo>
                <a:cubicBezTo>
                  <a:pt x="92223" y="67167"/>
                  <a:pt x="91519" y="66912"/>
                  <a:pt x="90838" y="66912"/>
                </a:cubicBezTo>
                <a:close/>
                <a:moveTo>
                  <a:pt x="102784" y="151861"/>
                </a:moveTo>
                <a:cubicBezTo>
                  <a:pt x="103186" y="151861"/>
                  <a:pt x="103599" y="151984"/>
                  <a:pt x="103973" y="152257"/>
                </a:cubicBezTo>
                <a:lnTo>
                  <a:pt x="104416" y="152701"/>
                </a:lnTo>
                <a:cubicBezTo>
                  <a:pt x="104997" y="153486"/>
                  <a:pt x="104928" y="154578"/>
                  <a:pt x="104212" y="155294"/>
                </a:cubicBezTo>
                <a:cubicBezTo>
                  <a:pt x="103807" y="155711"/>
                  <a:pt x="103296" y="155900"/>
                  <a:pt x="102792" y="155900"/>
                </a:cubicBezTo>
                <a:cubicBezTo>
                  <a:pt x="101810" y="155900"/>
                  <a:pt x="100856" y="155182"/>
                  <a:pt x="100765" y="154032"/>
                </a:cubicBezTo>
                <a:cubicBezTo>
                  <a:pt x="100665" y="152782"/>
                  <a:pt x="101683" y="151861"/>
                  <a:pt x="102784" y="151861"/>
                </a:cubicBezTo>
                <a:close/>
                <a:moveTo>
                  <a:pt x="174710" y="81179"/>
                </a:moveTo>
                <a:lnTo>
                  <a:pt x="122979" y="132910"/>
                </a:lnTo>
                <a:lnTo>
                  <a:pt x="122263" y="140485"/>
                </a:lnTo>
                <a:lnTo>
                  <a:pt x="118100" y="144614"/>
                </a:lnTo>
                <a:lnTo>
                  <a:pt x="109979" y="145910"/>
                </a:lnTo>
                <a:lnTo>
                  <a:pt x="104485" y="151438"/>
                </a:lnTo>
                <a:cubicBezTo>
                  <a:pt x="103903" y="151044"/>
                  <a:pt x="103312" y="150874"/>
                  <a:pt x="102754" y="150874"/>
                </a:cubicBezTo>
                <a:cubicBezTo>
                  <a:pt x="100363" y="150874"/>
                  <a:pt x="98573" y="153998"/>
                  <a:pt x="100731" y="156045"/>
                </a:cubicBezTo>
                <a:cubicBezTo>
                  <a:pt x="101368" y="156650"/>
                  <a:pt x="102082" y="156906"/>
                  <a:pt x="102768" y="156906"/>
                </a:cubicBezTo>
                <a:cubicBezTo>
                  <a:pt x="104949" y="156906"/>
                  <a:pt x="106854" y="154319"/>
                  <a:pt x="105167" y="152087"/>
                </a:cubicBezTo>
                <a:lnTo>
                  <a:pt x="110422" y="146798"/>
                </a:lnTo>
                <a:lnTo>
                  <a:pt x="118578" y="145535"/>
                </a:lnTo>
                <a:lnTo>
                  <a:pt x="123184" y="140928"/>
                </a:lnTo>
                <a:lnTo>
                  <a:pt x="123901" y="133353"/>
                </a:lnTo>
                <a:lnTo>
                  <a:pt x="175392" y="81861"/>
                </a:lnTo>
                <a:lnTo>
                  <a:pt x="174710" y="81179"/>
                </a:lnTo>
                <a:close/>
                <a:moveTo>
                  <a:pt x="67778" y="131234"/>
                </a:moveTo>
                <a:cubicBezTo>
                  <a:pt x="66614" y="131234"/>
                  <a:pt x="65558" y="132506"/>
                  <a:pt x="66267" y="133797"/>
                </a:cubicBezTo>
                <a:lnTo>
                  <a:pt x="59579" y="140485"/>
                </a:lnTo>
                <a:lnTo>
                  <a:pt x="60261" y="145399"/>
                </a:lnTo>
                <a:lnTo>
                  <a:pt x="44838" y="160856"/>
                </a:lnTo>
                <a:lnTo>
                  <a:pt x="45520" y="161505"/>
                </a:lnTo>
                <a:lnTo>
                  <a:pt x="61251" y="145740"/>
                </a:lnTo>
                <a:lnTo>
                  <a:pt x="60603" y="140826"/>
                </a:lnTo>
                <a:lnTo>
                  <a:pt x="66949" y="134445"/>
                </a:lnTo>
                <a:cubicBezTo>
                  <a:pt x="67239" y="134604"/>
                  <a:pt x="67527" y="134674"/>
                  <a:pt x="67799" y="134674"/>
                </a:cubicBezTo>
                <a:cubicBezTo>
                  <a:pt x="69161" y="134674"/>
                  <a:pt x="70129" y="132915"/>
                  <a:pt x="68963" y="131749"/>
                </a:cubicBezTo>
                <a:cubicBezTo>
                  <a:pt x="68601" y="131388"/>
                  <a:pt x="68183" y="131234"/>
                  <a:pt x="67778" y="131234"/>
                </a:cubicBezTo>
                <a:close/>
                <a:moveTo>
                  <a:pt x="69239" y="103243"/>
                </a:moveTo>
                <a:cubicBezTo>
                  <a:pt x="67039" y="103243"/>
                  <a:pt x="65131" y="105882"/>
                  <a:pt x="66881" y="108102"/>
                </a:cubicBezTo>
                <a:lnTo>
                  <a:pt x="39890" y="135025"/>
                </a:lnTo>
                <a:lnTo>
                  <a:pt x="35761" y="134479"/>
                </a:lnTo>
                <a:lnTo>
                  <a:pt x="28390" y="141850"/>
                </a:lnTo>
                <a:lnTo>
                  <a:pt x="28390" y="146218"/>
                </a:lnTo>
                <a:lnTo>
                  <a:pt x="11261" y="163347"/>
                </a:lnTo>
                <a:lnTo>
                  <a:pt x="11261" y="168090"/>
                </a:lnTo>
                <a:lnTo>
                  <a:pt x="0" y="179385"/>
                </a:lnTo>
                <a:lnTo>
                  <a:pt x="682" y="180034"/>
                </a:lnTo>
                <a:lnTo>
                  <a:pt x="12216" y="168500"/>
                </a:lnTo>
                <a:lnTo>
                  <a:pt x="12216" y="163723"/>
                </a:lnTo>
                <a:lnTo>
                  <a:pt x="29346" y="146627"/>
                </a:lnTo>
                <a:lnTo>
                  <a:pt x="29346" y="142259"/>
                </a:lnTo>
                <a:lnTo>
                  <a:pt x="36102" y="135503"/>
                </a:lnTo>
                <a:lnTo>
                  <a:pt x="40231" y="136083"/>
                </a:lnTo>
                <a:lnTo>
                  <a:pt x="67564" y="108750"/>
                </a:lnTo>
                <a:cubicBezTo>
                  <a:pt x="68127" y="109120"/>
                  <a:pt x="68699" y="109280"/>
                  <a:pt x="69240" y="109280"/>
                </a:cubicBezTo>
                <a:cubicBezTo>
                  <a:pt x="71647" y="109280"/>
                  <a:pt x="73450" y="106109"/>
                  <a:pt x="71249" y="104075"/>
                </a:cubicBezTo>
                <a:cubicBezTo>
                  <a:pt x="70616" y="103491"/>
                  <a:pt x="69914" y="103243"/>
                  <a:pt x="69239" y="103243"/>
                </a:cubicBezTo>
                <a:close/>
                <a:moveTo>
                  <a:pt x="105010" y="127671"/>
                </a:moveTo>
                <a:cubicBezTo>
                  <a:pt x="102873" y="127671"/>
                  <a:pt x="100956" y="130149"/>
                  <a:pt x="102540" y="132398"/>
                </a:cubicBezTo>
                <a:lnTo>
                  <a:pt x="95681" y="139256"/>
                </a:lnTo>
                <a:lnTo>
                  <a:pt x="96329" y="144204"/>
                </a:lnTo>
                <a:lnTo>
                  <a:pt x="60432" y="180102"/>
                </a:lnTo>
                <a:lnTo>
                  <a:pt x="61114" y="180784"/>
                </a:lnTo>
                <a:lnTo>
                  <a:pt x="97353" y="144545"/>
                </a:lnTo>
                <a:lnTo>
                  <a:pt x="96671" y="139598"/>
                </a:lnTo>
                <a:lnTo>
                  <a:pt x="103188" y="133080"/>
                </a:lnTo>
                <a:cubicBezTo>
                  <a:pt x="103783" y="133518"/>
                  <a:pt x="104400" y="133706"/>
                  <a:pt x="104986" y="133706"/>
                </a:cubicBezTo>
                <a:cubicBezTo>
                  <a:pt x="107322" y="133706"/>
                  <a:pt x="109158" y="130711"/>
                  <a:pt x="107112" y="128610"/>
                </a:cubicBezTo>
                <a:cubicBezTo>
                  <a:pt x="106469" y="127950"/>
                  <a:pt x="105727" y="127671"/>
                  <a:pt x="105010" y="127671"/>
                </a:cubicBezTo>
                <a:close/>
                <a:moveTo>
                  <a:pt x="86823" y="138123"/>
                </a:moveTo>
                <a:cubicBezTo>
                  <a:pt x="85686" y="138123"/>
                  <a:pt x="84626" y="139327"/>
                  <a:pt x="85273" y="140621"/>
                </a:cubicBezTo>
                <a:lnTo>
                  <a:pt x="74525" y="151370"/>
                </a:lnTo>
                <a:lnTo>
                  <a:pt x="69747" y="151370"/>
                </a:lnTo>
                <a:lnTo>
                  <a:pt x="52652" y="168500"/>
                </a:lnTo>
                <a:lnTo>
                  <a:pt x="48284" y="168500"/>
                </a:lnTo>
                <a:lnTo>
                  <a:pt x="40879" y="175836"/>
                </a:lnTo>
                <a:lnTo>
                  <a:pt x="41459" y="179999"/>
                </a:lnTo>
                <a:lnTo>
                  <a:pt x="14161" y="207298"/>
                </a:lnTo>
                <a:lnTo>
                  <a:pt x="14809" y="207980"/>
                </a:lnTo>
                <a:lnTo>
                  <a:pt x="42483" y="180341"/>
                </a:lnTo>
                <a:lnTo>
                  <a:pt x="41903" y="176178"/>
                </a:lnTo>
                <a:lnTo>
                  <a:pt x="48659" y="169421"/>
                </a:lnTo>
                <a:lnTo>
                  <a:pt x="53027" y="169421"/>
                </a:lnTo>
                <a:lnTo>
                  <a:pt x="70157" y="152326"/>
                </a:lnTo>
                <a:lnTo>
                  <a:pt x="74900" y="152326"/>
                </a:lnTo>
                <a:lnTo>
                  <a:pt x="85922" y="141304"/>
                </a:lnTo>
                <a:cubicBezTo>
                  <a:pt x="86225" y="141485"/>
                  <a:pt x="86529" y="141565"/>
                  <a:pt x="86819" y="141565"/>
                </a:cubicBezTo>
                <a:cubicBezTo>
                  <a:pt x="88159" y="141565"/>
                  <a:pt x="89160" y="139855"/>
                  <a:pt x="88037" y="138676"/>
                </a:cubicBezTo>
                <a:cubicBezTo>
                  <a:pt x="87677" y="138289"/>
                  <a:pt x="87245" y="138123"/>
                  <a:pt x="86823" y="13812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20"/>
        <p:cNvGrpSpPr/>
        <p:nvPr/>
      </p:nvGrpSpPr>
      <p:grpSpPr>
        <a:xfrm>
          <a:off x="0" y="0"/>
          <a:ext cx="0" cy="0"/>
          <a:chOff x="0" y="0"/>
          <a:chExt cx="0" cy="0"/>
        </a:xfrm>
      </p:grpSpPr>
      <p:sp>
        <p:nvSpPr>
          <p:cNvPr id="1721" name="Google Shape;1721;p5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a:t>
            </a:r>
            <a:endParaRPr/>
          </a:p>
        </p:txBody>
      </p:sp>
      <p:sp>
        <p:nvSpPr>
          <p:cNvPr id="1722" name="Google Shape;1722;p51"/>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Avez-vous aimé les ressources de ce modèle ? Obtenez-les gratuitement sur nos autres sites Web :</a:t>
            </a:r>
            <a:endParaRPr/>
          </a:p>
        </p:txBody>
      </p:sp>
      <p:grpSp>
        <p:nvGrpSpPr>
          <p:cNvPr id="1723" name="Google Shape;1723;p51"/>
          <p:cNvGrpSpPr/>
          <p:nvPr/>
        </p:nvGrpSpPr>
        <p:grpSpPr>
          <a:xfrm>
            <a:off x="1611150" y="1050283"/>
            <a:ext cx="5921700" cy="192184"/>
            <a:chOff x="902597" y="1069304"/>
            <a:chExt cx="5921700" cy="192184"/>
          </a:xfrm>
        </p:grpSpPr>
        <p:grpSp>
          <p:nvGrpSpPr>
            <p:cNvPr id="1724" name="Google Shape;1724;p51"/>
            <p:cNvGrpSpPr/>
            <p:nvPr/>
          </p:nvGrpSpPr>
          <p:grpSpPr>
            <a:xfrm>
              <a:off x="902597" y="1069304"/>
              <a:ext cx="5864700" cy="192184"/>
              <a:chOff x="2335097" y="1069304"/>
              <a:chExt cx="5864700" cy="192184"/>
            </a:xfrm>
          </p:grpSpPr>
          <p:sp>
            <p:nvSpPr>
              <p:cNvPr id="1725" name="Google Shape;1725;p51"/>
              <p:cNvSpPr/>
              <p:nvPr/>
            </p:nvSpPr>
            <p:spPr>
              <a:xfrm rot="-2700000" flipH="1">
                <a:off x="4050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26" name="Google Shape;1726;p51"/>
              <p:cNvCxnSpPr>
                <a:stCxn id="1727" idx="6"/>
                <a:endCxn id="1728"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28" name="Google Shape;1728;p5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7" name="Google Shape;1727;p5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51"/>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Flat minimal technology twitch background</a:t>
            </a:r>
            <a:endParaRPr sz="1400"/>
          </a:p>
          <a:p>
            <a:pPr marL="0" lvl="0" indent="0" algn="l" rtl="0">
              <a:spcBef>
                <a:spcPts val="1000"/>
              </a:spcBef>
              <a:spcAft>
                <a:spcPts val="0"/>
              </a:spcAft>
              <a:buNone/>
            </a:pPr>
            <a:r>
              <a:rPr lang="en" sz="2000" b="1"/>
              <a:t>Photos</a:t>
            </a:r>
            <a:endParaRPr sz="2000" b="1"/>
          </a:p>
          <a:p>
            <a:pPr marL="457200" lvl="0" indent="-317500" algn="l" rtl="0">
              <a:spcBef>
                <a:spcPts val="1000"/>
              </a:spcBef>
              <a:spcAft>
                <a:spcPts val="0"/>
              </a:spcAft>
              <a:buSzPts val="1400"/>
              <a:buChar char="●"/>
            </a:pPr>
            <a:r>
              <a:rPr lang="en" sz="1400">
                <a:solidFill>
                  <a:schemeClr val="hlink"/>
                </a:solidFill>
                <a:uFill>
                  <a:noFill/>
                </a:uFill>
                <a:hlinkClick r:id="rId4"/>
              </a:rPr>
              <a:t>Beautiful women working together in a startup company</a:t>
            </a:r>
            <a:endParaRPr sz="1400"/>
          </a:p>
          <a:p>
            <a:pPr marL="457200" lvl="0" indent="-317500" algn="l" rtl="0">
              <a:spcBef>
                <a:spcPts val="1000"/>
              </a:spcBef>
              <a:spcAft>
                <a:spcPts val="0"/>
              </a:spcAft>
              <a:buSzPts val="1400"/>
              <a:buChar char="●"/>
            </a:pPr>
            <a:r>
              <a:rPr lang="en" sz="1400">
                <a:solidFill>
                  <a:schemeClr val="hlink"/>
                </a:solidFill>
                <a:uFill>
                  <a:noFill/>
                </a:uFill>
                <a:hlinkClick r:id="rId5"/>
              </a:rPr>
              <a:t>People working as a team company</a:t>
            </a:r>
            <a:endParaRPr sz="2000" b="1"/>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33"/>
        <p:cNvGrpSpPr/>
        <p:nvPr/>
      </p:nvGrpSpPr>
      <p:grpSpPr>
        <a:xfrm>
          <a:off x="0" y="0"/>
          <a:ext cx="0" cy="0"/>
          <a:chOff x="0" y="0"/>
          <a:chExt cx="0" cy="0"/>
        </a:xfrm>
      </p:grpSpPr>
      <p:sp>
        <p:nvSpPr>
          <p:cNvPr id="1734" name="Google Shape;1734;p52"/>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3">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4">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35" name="Google Shape;1735;p5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a:t>
            </a:r>
            <a:endParaRPr/>
          </a:p>
        </p:txBody>
      </p:sp>
      <p:sp>
        <p:nvSpPr>
          <p:cNvPr id="1736" name="Google Shape;1736;p52"/>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rgbClr val="000000"/>
              </a:buClr>
              <a:buSzPts val="1100"/>
              <a:buFont typeface="Arial"/>
              <a:buNone/>
            </a:pPr>
            <a:r>
              <a:rPr lang="en" sz="1000">
                <a:solidFill>
                  <a:srgbClr val="FFFFFF"/>
                </a:solidFill>
              </a:rPr>
              <a:t>If you have a free account, in order to use this template, you must credit </a:t>
            </a:r>
            <a:r>
              <a:rPr lang="en" sz="1000" b="1" u="sng">
                <a:solidFill>
                  <a:srgbClr val="869FB2"/>
                </a:solidFill>
                <a:hlinkClick r:id="rId5">
                  <a:extLst>
                    <a:ext uri="{A12FA001-AC4F-418D-AE19-62706E023703}">
                      <ahyp:hlinkClr xmlns:ahyp="http://schemas.microsoft.com/office/drawing/2018/hyperlinkcolor" val="tx"/>
                    </a:ext>
                  </a:extLst>
                </a:hlinkClick>
              </a:rPr>
              <a:t>Slidesgo</a:t>
            </a:r>
            <a:r>
              <a:rPr lang="en" sz="1000">
                <a:solidFill>
                  <a:srgbClr val="435D74"/>
                </a:solidFill>
              </a:rPr>
              <a:t> </a:t>
            </a:r>
            <a:r>
              <a:rPr lang="en" sz="1000">
                <a:solidFill>
                  <a:srgbClr val="FFFFFF"/>
                </a:solidFill>
              </a:rPr>
              <a:t>by keeping the </a:t>
            </a:r>
            <a:r>
              <a:rPr lang="en" sz="1000" b="1" u="sng">
                <a:solidFill>
                  <a:schemeClr val="hlink"/>
                </a:solidFill>
                <a:hlinkClick r:id="rId6" action="ppaction://hlinksldjump"/>
              </a:rPr>
              <a:t>Thanks</a:t>
            </a:r>
            <a:r>
              <a:rPr lang="en" sz="1000">
                <a:solidFill>
                  <a:srgbClr val="869FB2"/>
                </a:solidFill>
              </a:rPr>
              <a:t> </a:t>
            </a:r>
            <a:r>
              <a:rPr lang="en" sz="1000">
                <a:solidFill>
                  <a:srgbClr val="FFFFFF"/>
                </a:solidFill>
              </a:rPr>
              <a:t>slide. Please refer to the next slide to read the instructions for premium users.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As a Free user, you are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Acquire the copyright of Slidesgo Content.</a:t>
            </a:r>
            <a:endParaRPr sz="1000">
              <a:solidFill>
                <a:srgbClr val="FFFFFF"/>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0"/>
        <p:cNvGrpSpPr/>
        <p:nvPr/>
      </p:nvGrpSpPr>
      <p:grpSpPr>
        <a:xfrm>
          <a:off x="0" y="0"/>
          <a:ext cx="0" cy="0"/>
          <a:chOff x="0" y="0"/>
          <a:chExt cx="0" cy="0"/>
        </a:xfrm>
      </p:grpSpPr>
      <p:sp>
        <p:nvSpPr>
          <p:cNvPr id="1741" name="Google Shape;1741;p53"/>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000">
                <a:solidFill>
                  <a:schemeClr val="lt1"/>
                </a:solidFill>
              </a:rPr>
              <a:t>As a Premium user, you can use this template without attributing </a:t>
            </a:r>
            <a:r>
              <a:rPr lang="en" sz="1000" b="1" u="sng">
                <a:solidFill>
                  <a:schemeClr val="hlink"/>
                </a:solidFill>
                <a:hlinkClick r:id="rId3"/>
              </a:rPr>
              <a:t>Slidesgo</a:t>
            </a:r>
            <a:r>
              <a:rPr lang="en" sz="1000">
                <a:solidFill>
                  <a:schemeClr val="lt1"/>
                </a:solidFill>
              </a:rPr>
              <a:t> or keeping the "</a:t>
            </a:r>
            <a:r>
              <a:rPr lang="en" sz="1000" b="1" u="sng">
                <a:solidFill>
                  <a:schemeClr val="hlink"/>
                </a:solidFill>
                <a:hlinkClick r:id="rId4" action="ppaction://hlinksldjump"/>
              </a:rPr>
              <a:t>Thanks</a:t>
            </a:r>
            <a:r>
              <a:rPr lang="en" sz="1000">
                <a:solidFill>
                  <a:schemeClr val="lt1"/>
                </a:solidFill>
              </a:rPr>
              <a:t>" slide.</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1742" name="Google Shape;1742;p53"/>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5">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6">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43" name="Google Shape;1743;p53"/>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7"/>
        <p:cNvGrpSpPr/>
        <p:nvPr/>
      </p:nvGrpSpPr>
      <p:grpSpPr>
        <a:xfrm>
          <a:off x="0" y="0"/>
          <a:ext cx="0" cy="0"/>
          <a:chOff x="0" y="0"/>
          <a:chExt cx="0" cy="0"/>
        </a:xfrm>
      </p:grpSpPr>
      <p:sp>
        <p:nvSpPr>
          <p:cNvPr id="1748" name="Google Shape;1748;p54"/>
          <p:cNvSpPr txBox="1"/>
          <p:nvPr/>
        </p:nvSpPr>
        <p:spPr>
          <a:xfrm>
            <a:off x="1068100" y="1087849"/>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l" rtl="0">
              <a:lnSpc>
                <a:spcPct val="115000"/>
              </a:lnSpc>
              <a:spcBef>
                <a:spcPts val="0"/>
              </a:spcBef>
              <a:spcAft>
                <a:spcPts val="0"/>
              </a:spcAft>
              <a:buNone/>
            </a:pPr>
            <a:endParaRPr sz="1300">
              <a:solidFill>
                <a:srgbClr val="435D74"/>
              </a:solidFill>
            </a:endParaRPr>
          </a:p>
        </p:txBody>
      </p:sp>
      <p:sp>
        <p:nvSpPr>
          <p:cNvPr id="1749" name="Google Shape;1749;p54"/>
          <p:cNvSpPr txBox="1"/>
          <p:nvPr/>
        </p:nvSpPr>
        <p:spPr>
          <a:xfrm>
            <a:off x="1068100" y="1610422"/>
            <a:ext cx="7047300" cy="12549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b="1">
                <a:solidFill>
                  <a:srgbClr val="EFEFEF"/>
                </a:solidFill>
              </a:rPr>
              <a:t>Montserrat</a:t>
            </a:r>
            <a:endParaRPr sz="1100" b="1">
              <a:solidFill>
                <a:srgbClr val="EFEFE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rgbClr val="FFFFFF"/>
                </a:solidFill>
                <a:uFill>
                  <a:noFill/>
                </a:uFill>
                <a:hlinkClick r:id="rId3">
                  <a:extLst>
                    <a:ext uri="{A12FA001-AC4F-418D-AE19-62706E023703}">
                      <ahyp:hlinkClr xmlns:ahyp="http://schemas.microsoft.com/office/drawing/2018/hyperlinkcolor" val="tx"/>
                    </a:ext>
                  </a:extLst>
                </a:hlinkClick>
              </a:rPr>
              <a:t>https://fonts.google.com/specimen/Montserrat</a:t>
            </a:r>
            <a:r>
              <a:rPr lang="en" sz="1100">
                <a:solidFill>
                  <a:srgbClr val="FFFFFF"/>
                </a:solidFill>
              </a:rPr>
              <a:t>)</a:t>
            </a:r>
            <a:endParaRPr sz="1100">
              <a:solidFill>
                <a:srgbClr val="FFFFFF"/>
              </a:solidFill>
            </a:endParaRPr>
          </a:p>
          <a:p>
            <a:pPr marL="0" lvl="0" indent="0" algn="l" rtl="0">
              <a:lnSpc>
                <a:spcPct val="115000"/>
              </a:lnSpc>
              <a:spcBef>
                <a:spcPts val="0"/>
              </a:spcBef>
              <a:spcAft>
                <a:spcPts val="0"/>
              </a:spcAft>
              <a:buNone/>
            </a:pPr>
            <a:endParaRPr sz="1100">
              <a:solidFill>
                <a:srgbClr val="FFFFFF"/>
              </a:solidFill>
            </a:endParaRPr>
          </a:p>
        </p:txBody>
      </p:sp>
      <p:sp>
        <p:nvSpPr>
          <p:cNvPr id="1750" name="Google Shape;1750;p54"/>
          <p:cNvSpPr/>
          <p:nvPr/>
        </p:nvSpPr>
        <p:spPr>
          <a:xfrm>
            <a:off x="3645388" y="2988225"/>
            <a:ext cx="791400" cy="754200"/>
          </a:xfrm>
          <a:prstGeom prst="roundRect">
            <a:avLst>
              <a:gd name="adj" fmla="val 16667"/>
            </a:avLst>
          </a:prstGeom>
          <a:solidFill>
            <a:srgbClr val="F6F6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4"/>
          <p:cNvSpPr/>
          <p:nvPr/>
        </p:nvSpPr>
        <p:spPr>
          <a:xfrm>
            <a:off x="4707207" y="2988225"/>
            <a:ext cx="791400" cy="754200"/>
          </a:xfrm>
          <a:prstGeom prst="roundRect">
            <a:avLst>
              <a:gd name="adj" fmla="val 16667"/>
            </a:avLst>
          </a:prstGeom>
          <a:solidFill>
            <a:srgbClr val="4E5EA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4"/>
          <p:cNvSpPr txBox="1"/>
          <p:nvPr/>
        </p:nvSpPr>
        <p:spPr>
          <a:xfrm>
            <a:off x="364538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#f6f6ff</a:t>
            </a:r>
            <a:endParaRPr sz="1000">
              <a:solidFill>
                <a:schemeClr val="dk1"/>
              </a:solidFill>
            </a:endParaRPr>
          </a:p>
        </p:txBody>
      </p:sp>
      <p:sp>
        <p:nvSpPr>
          <p:cNvPr id="1753" name="Google Shape;1753;p54"/>
          <p:cNvSpPr txBox="1"/>
          <p:nvPr/>
        </p:nvSpPr>
        <p:spPr>
          <a:xfrm>
            <a:off x="470721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#4e5ea3</a:t>
            </a:r>
            <a:endParaRPr sz="1000">
              <a:solidFill>
                <a:srgbClr val="FFFFFF"/>
              </a:solidFill>
            </a:endParaRPr>
          </a:p>
        </p:txBody>
      </p:sp>
      <p:sp>
        <p:nvSpPr>
          <p:cNvPr id="1754" name="Google Shape;1754;p5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58"/>
        <p:cNvGrpSpPr/>
        <p:nvPr/>
      </p:nvGrpSpPr>
      <p:grpSpPr>
        <a:xfrm>
          <a:off x="0" y="0"/>
          <a:ext cx="0" cy="0"/>
          <a:chOff x="0" y="0"/>
          <a:chExt cx="0" cy="0"/>
        </a:xfrm>
      </p:grpSpPr>
      <p:sp>
        <p:nvSpPr>
          <p:cNvPr id="1759" name="Google Shape;1759;p55"/>
          <p:cNvSpPr txBox="1"/>
          <p:nvPr/>
        </p:nvSpPr>
        <p:spPr>
          <a:xfrm>
            <a:off x="1252425" y="1086401"/>
            <a:ext cx="6630900" cy="852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sp>
        <p:nvSpPr>
          <p:cNvPr id="1760" name="Google Shape;1760;p5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1761" name="Google Shape;1761;p55"/>
          <p:cNvPicPr preferRelativeResize="0"/>
          <p:nvPr/>
        </p:nvPicPr>
        <p:blipFill rotWithShape="1">
          <a:blip r:embed="rId4">
            <a:alphaModFix/>
          </a:blip>
          <a:srcRect t="16547" b="16541"/>
          <a:stretch/>
        </p:blipFill>
        <p:spPr>
          <a:xfrm>
            <a:off x="510820" y="2688639"/>
            <a:ext cx="1606720" cy="1075075"/>
          </a:xfrm>
          <a:prstGeom prst="rect">
            <a:avLst/>
          </a:prstGeom>
          <a:noFill/>
          <a:ln>
            <a:noFill/>
          </a:ln>
        </p:spPr>
      </p:pic>
      <p:sp>
        <p:nvSpPr>
          <p:cNvPr id="1762" name="Google Shape;1762;p55">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1763" name="Google Shape;1763;p55">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1764" name="Google Shape;1764;p55">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1765" name="Google Shape;1765;p55">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1766" name="Google Shape;1766;p55"/>
          <p:cNvPicPr preferRelativeResize="0"/>
          <p:nvPr/>
        </p:nvPicPr>
        <p:blipFill rotWithShape="1">
          <a:blip r:embed="rId9">
            <a:alphaModFix/>
          </a:blip>
          <a:srcRect/>
          <a:stretch/>
        </p:blipFill>
        <p:spPr>
          <a:xfrm>
            <a:off x="2255077" y="2410850"/>
            <a:ext cx="1340595" cy="1340605"/>
          </a:xfrm>
          <a:prstGeom prst="rect">
            <a:avLst/>
          </a:prstGeom>
          <a:noFill/>
          <a:ln>
            <a:noFill/>
          </a:ln>
        </p:spPr>
      </p:pic>
      <p:pic>
        <p:nvPicPr>
          <p:cNvPr id="1767" name="Google Shape;1767;p55"/>
          <p:cNvPicPr preferRelativeResize="0"/>
          <p:nvPr/>
        </p:nvPicPr>
        <p:blipFill rotWithShape="1">
          <a:blip r:embed="rId10">
            <a:alphaModFix/>
          </a:blip>
          <a:srcRect t="6378" b="6378"/>
          <a:stretch/>
        </p:blipFill>
        <p:spPr>
          <a:xfrm>
            <a:off x="3774275" y="2532512"/>
            <a:ext cx="1448305" cy="1263590"/>
          </a:xfrm>
          <a:prstGeom prst="rect">
            <a:avLst/>
          </a:prstGeom>
          <a:noFill/>
          <a:ln>
            <a:noFill/>
          </a:ln>
        </p:spPr>
      </p:pic>
      <p:pic>
        <p:nvPicPr>
          <p:cNvPr id="1768" name="Google Shape;1768;p55"/>
          <p:cNvPicPr preferRelativeResize="0"/>
          <p:nvPr/>
        </p:nvPicPr>
        <p:blipFill rotWithShape="1">
          <a:blip r:embed="rId11">
            <a:alphaModFix/>
          </a:blip>
          <a:srcRect t="9257" b="9257"/>
          <a:stretch/>
        </p:blipFill>
        <p:spPr>
          <a:xfrm>
            <a:off x="5347337" y="2581527"/>
            <a:ext cx="1448285" cy="1180165"/>
          </a:xfrm>
          <a:prstGeom prst="rect">
            <a:avLst/>
          </a:prstGeom>
          <a:noFill/>
          <a:ln>
            <a:noFill/>
          </a:ln>
        </p:spPr>
      </p:pic>
      <p:pic>
        <p:nvPicPr>
          <p:cNvPr id="1769" name="Google Shape;1769;p55"/>
          <p:cNvPicPr preferRelativeResize="0"/>
          <p:nvPr/>
        </p:nvPicPr>
        <p:blipFill rotWithShape="1">
          <a:blip r:embed="rId12">
            <a:alphaModFix/>
          </a:blip>
          <a:srcRect t="14837" b="14844"/>
          <a:stretch/>
        </p:blipFill>
        <p:spPr>
          <a:xfrm>
            <a:off x="6836257" y="2523903"/>
            <a:ext cx="1796925" cy="1263600"/>
          </a:xfrm>
          <a:prstGeom prst="rect">
            <a:avLst/>
          </a:prstGeom>
          <a:noFill/>
          <a:ln>
            <a:noFill/>
          </a:ln>
        </p:spPr>
      </p:pic>
      <p:sp>
        <p:nvSpPr>
          <p:cNvPr id="1770" name="Google Shape;1770;p55">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74"/>
        <p:cNvGrpSpPr/>
        <p:nvPr/>
      </p:nvGrpSpPr>
      <p:grpSpPr>
        <a:xfrm>
          <a:off x="0" y="0"/>
          <a:ext cx="0" cy="0"/>
          <a:chOff x="0" y="0"/>
          <a:chExt cx="0" cy="0"/>
        </a:xfrm>
      </p:grpSpPr>
      <p:sp>
        <p:nvSpPr>
          <p:cNvPr id="1775" name="Google Shape;1775;p56"/>
          <p:cNvSpPr txBox="1"/>
          <p:nvPr/>
        </p:nvSpPr>
        <p:spPr>
          <a:xfrm>
            <a:off x="1068100" y="1221875"/>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1776" name="Google Shape;1776;p56"/>
          <p:cNvGrpSpPr/>
          <p:nvPr/>
        </p:nvGrpSpPr>
        <p:grpSpPr>
          <a:xfrm>
            <a:off x="5156078" y="3085736"/>
            <a:ext cx="474294" cy="551291"/>
            <a:chOff x="4727025" y="1332775"/>
            <a:chExt cx="59900" cy="69625"/>
          </a:xfrm>
        </p:grpSpPr>
        <p:sp>
          <p:nvSpPr>
            <p:cNvPr id="1777" name="Google Shape;1777;p56"/>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6"/>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 name="Google Shape;1779;p56"/>
          <p:cNvGrpSpPr/>
          <p:nvPr/>
        </p:nvGrpSpPr>
        <p:grpSpPr>
          <a:xfrm>
            <a:off x="5769734" y="2314340"/>
            <a:ext cx="555653" cy="557031"/>
            <a:chOff x="4820425" y="1329900"/>
            <a:chExt cx="70175" cy="70350"/>
          </a:xfrm>
        </p:grpSpPr>
        <p:sp>
          <p:nvSpPr>
            <p:cNvPr id="1780" name="Google Shape;1780;p56"/>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6"/>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6"/>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6"/>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4" name="Google Shape;1784;p56"/>
          <p:cNvGrpSpPr/>
          <p:nvPr/>
        </p:nvGrpSpPr>
        <p:grpSpPr>
          <a:xfrm>
            <a:off x="6396103" y="2318845"/>
            <a:ext cx="582574" cy="533871"/>
            <a:chOff x="4903200" y="1331525"/>
            <a:chExt cx="73575" cy="67425"/>
          </a:xfrm>
        </p:grpSpPr>
        <p:sp>
          <p:nvSpPr>
            <p:cNvPr id="1785" name="Google Shape;1785;p56"/>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6"/>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 name="Google Shape;1787;p56"/>
          <p:cNvGrpSpPr/>
          <p:nvPr/>
        </p:nvGrpSpPr>
        <p:grpSpPr>
          <a:xfrm>
            <a:off x="5755581" y="3078709"/>
            <a:ext cx="583960" cy="565345"/>
            <a:chOff x="4815575" y="1416800"/>
            <a:chExt cx="73750" cy="71400"/>
          </a:xfrm>
        </p:grpSpPr>
        <p:sp>
          <p:nvSpPr>
            <p:cNvPr id="1788" name="Google Shape;1788;p56"/>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56"/>
          <p:cNvGrpSpPr/>
          <p:nvPr/>
        </p:nvGrpSpPr>
        <p:grpSpPr>
          <a:xfrm>
            <a:off x="6390362" y="3108896"/>
            <a:ext cx="589898" cy="504970"/>
            <a:chOff x="4902475" y="1418875"/>
            <a:chExt cx="74500" cy="63775"/>
          </a:xfrm>
        </p:grpSpPr>
        <p:sp>
          <p:nvSpPr>
            <p:cNvPr id="1792" name="Google Shape;1792;p56"/>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 name="Google Shape;1794;p56"/>
          <p:cNvGrpSpPr/>
          <p:nvPr/>
        </p:nvGrpSpPr>
        <p:grpSpPr>
          <a:xfrm>
            <a:off x="5765577" y="3826000"/>
            <a:ext cx="563967" cy="567127"/>
            <a:chOff x="4818100" y="1507675"/>
            <a:chExt cx="71225" cy="71625"/>
          </a:xfrm>
        </p:grpSpPr>
        <p:sp>
          <p:nvSpPr>
            <p:cNvPr id="1795" name="Google Shape;1795;p56"/>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6"/>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6"/>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56"/>
          <p:cNvGrpSpPr/>
          <p:nvPr/>
        </p:nvGrpSpPr>
        <p:grpSpPr>
          <a:xfrm>
            <a:off x="5079075" y="3829461"/>
            <a:ext cx="628301" cy="588505"/>
            <a:chOff x="4721450" y="1509475"/>
            <a:chExt cx="79350" cy="74325"/>
          </a:xfrm>
        </p:grpSpPr>
        <p:sp>
          <p:nvSpPr>
            <p:cNvPr id="1800" name="Google Shape;1800;p56"/>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 name="Google Shape;1804;p56"/>
          <p:cNvGrpSpPr/>
          <p:nvPr/>
        </p:nvGrpSpPr>
        <p:grpSpPr>
          <a:xfrm>
            <a:off x="6424608" y="3814027"/>
            <a:ext cx="557038" cy="562772"/>
            <a:chOff x="4906800" y="1507500"/>
            <a:chExt cx="70350" cy="71075"/>
          </a:xfrm>
        </p:grpSpPr>
        <p:sp>
          <p:nvSpPr>
            <p:cNvPr id="1805" name="Google Shape;1805;p56"/>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6"/>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6"/>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0" name="Google Shape;1810;p56"/>
          <p:cNvGrpSpPr/>
          <p:nvPr/>
        </p:nvGrpSpPr>
        <p:grpSpPr>
          <a:xfrm>
            <a:off x="4462216" y="2340963"/>
            <a:ext cx="517934" cy="517934"/>
            <a:chOff x="3736598" y="2170606"/>
            <a:chExt cx="404889" cy="404889"/>
          </a:xfrm>
        </p:grpSpPr>
        <p:sp>
          <p:nvSpPr>
            <p:cNvPr id="1811" name="Google Shape;1811;p56"/>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6"/>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6"/>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6"/>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5" name="Google Shape;1815;p56"/>
          <p:cNvGrpSpPr/>
          <p:nvPr/>
        </p:nvGrpSpPr>
        <p:grpSpPr>
          <a:xfrm>
            <a:off x="3729277" y="2341061"/>
            <a:ext cx="586986" cy="517740"/>
            <a:chOff x="3161917" y="2170682"/>
            <a:chExt cx="458870" cy="404737"/>
          </a:xfrm>
        </p:grpSpPr>
        <p:sp>
          <p:nvSpPr>
            <p:cNvPr id="1816" name="Google Shape;1816;p56"/>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6"/>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6"/>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9" name="Google Shape;1819;p56"/>
          <p:cNvGrpSpPr/>
          <p:nvPr/>
        </p:nvGrpSpPr>
        <p:grpSpPr>
          <a:xfrm>
            <a:off x="3752299" y="3102400"/>
            <a:ext cx="540943" cy="517963"/>
            <a:chOff x="3179914" y="2889488"/>
            <a:chExt cx="422876" cy="404911"/>
          </a:xfrm>
        </p:grpSpPr>
        <p:sp>
          <p:nvSpPr>
            <p:cNvPr id="1820" name="Google Shape;1820;p56"/>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6"/>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6"/>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6"/>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6"/>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6"/>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 name="Google Shape;1826;p56"/>
          <p:cNvGrpSpPr/>
          <p:nvPr/>
        </p:nvGrpSpPr>
        <p:grpSpPr>
          <a:xfrm>
            <a:off x="4453093" y="3102358"/>
            <a:ext cx="536180" cy="518047"/>
            <a:chOff x="3729467" y="2889422"/>
            <a:chExt cx="419153" cy="404977"/>
          </a:xfrm>
        </p:grpSpPr>
        <p:sp>
          <p:nvSpPr>
            <p:cNvPr id="1827" name="Google Shape;1827;p56"/>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6"/>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6"/>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6"/>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6"/>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6"/>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6"/>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4" name="Google Shape;1834;p56"/>
          <p:cNvGrpSpPr/>
          <p:nvPr/>
        </p:nvGrpSpPr>
        <p:grpSpPr>
          <a:xfrm>
            <a:off x="1990126" y="3445787"/>
            <a:ext cx="965351" cy="134611"/>
            <a:chOff x="4411970" y="2962952"/>
            <a:chExt cx="706544" cy="104212"/>
          </a:xfrm>
        </p:grpSpPr>
        <p:sp>
          <p:nvSpPr>
            <p:cNvPr id="1835" name="Google Shape;1835;p56"/>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6"/>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6"/>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6"/>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9" name="Google Shape;1839;p56"/>
          <p:cNvGrpSpPr/>
          <p:nvPr/>
        </p:nvGrpSpPr>
        <p:grpSpPr>
          <a:xfrm>
            <a:off x="1990126" y="3041077"/>
            <a:ext cx="960158" cy="289172"/>
            <a:chOff x="4411970" y="2726085"/>
            <a:chExt cx="643107" cy="193659"/>
          </a:xfrm>
        </p:grpSpPr>
        <p:sp>
          <p:nvSpPr>
            <p:cNvPr id="1840" name="Google Shape;1840;p56"/>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6"/>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6"/>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3" name="Google Shape;1843;p56"/>
          <p:cNvGrpSpPr/>
          <p:nvPr/>
        </p:nvGrpSpPr>
        <p:grpSpPr>
          <a:xfrm>
            <a:off x="998624" y="3295400"/>
            <a:ext cx="811503" cy="252584"/>
            <a:chOff x="4411970" y="4340222"/>
            <a:chExt cx="779467" cy="242683"/>
          </a:xfrm>
        </p:grpSpPr>
        <p:sp>
          <p:nvSpPr>
            <p:cNvPr id="1844" name="Google Shape;1844;p56"/>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6"/>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6"/>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7" name="Google Shape;1847;p56"/>
          <p:cNvGrpSpPr/>
          <p:nvPr/>
        </p:nvGrpSpPr>
        <p:grpSpPr>
          <a:xfrm>
            <a:off x="1990126" y="2709308"/>
            <a:ext cx="965160" cy="216230"/>
            <a:chOff x="4411970" y="2468674"/>
            <a:chExt cx="747317" cy="167425"/>
          </a:xfrm>
        </p:grpSpPr>
        <p:sp>
          <p:nvSpPr>
            <p:cNvPr id="1848" name="Google Shape;1848;p56"/>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6"/>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50" name="Google Shape;1850;p56"/>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51" name="Google Shape;1851;p56"/>
          <p:cNvGrpSpPr/>
          <p:nvPr/>
        </p:nvGrpSpPr>
        <p:grpSpPr>
          <a:xfrm>
            <a:off x="997692" y="2334687"/>
            <a:ext cx="1959041" cy="208784"/>
            <a:chOff x="6336019" y="3733725"/>
            <a:chExt cx="2566206" cy="351310"/>
          </a:xfrm>
        </p:grpSpPr>
        <p:sp>
          <p:nvSpPr>
            <p:cNvPr id="1852" name="Google Shape;1852;p56"/>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6"/>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6"/>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6"/>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6" name="Google Shape;1856;p56"/>
          <p:cNvGrpSpPr/>
          <p:nvPr/>
        </p:nvGrpSpPr>
        <p:grpSpPr>
          <a:xfrm>
            <a:off x="1990126" y="3950602"/>
            <a:ext cx="946551" cy="153200"/>
            <a:chOff x="4404545" y="3301592"/>
            <a:chExt cx="782403" cy="129272"/>
          </a:xfrm>
        </p:grpSpPr>
        <p:sp>
          <p:nvSpPr>
            <p:cNvPr id="1857" name="Google Shape;1857;p56"/>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6"/>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9" name="Google Shape;1859;p56"/>
          <p:cNvGrpSpPr/>
          <p:nvPr/>
        </p:nvGrpSpPr>
        <p:grpSpPr>
          <a:xfrm>
            <a:off x="1990126" y="3695937"/>
            <a:ext cx="962257" cy="139127"/>
            <a:chOff x="4411970" y="3131459"/>
            <a:chExt cx="710520" cy="117397"/>
          </a:xfrm>
        </p:grpSpPr>
        <p:sp>
          <p:nvSpPr>
            <p:cNvPr id="1860" name="Google Shape;1860;p56"/>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6"/>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62" name="Google Shape;1862;p56"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63" name="Google Shape;1863;p56"/>
          <p:cNvGrpSpPr/>
          <p:nvPr/>
        </p:nvGrpSpPr>
        <p:grpSpPr>
          <a:xfrm>
            <a:off x="990271" y="3621603"/>
            <a:ext cx="823838" cy="458988"/>
            <a:chOff x="4411970" y="1801825"/>
            <a:chExt cx="734586" cy="409262"/>
          </a:xfrm>
        </p:grpSpPr>
        <p:sp>
          <p:nvSpPr>
            <p:cNvPr id="1864" name="Google Shape;1864;p56"/>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6"/>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6" name="Google Shape;1866;p56"/>
          <p:cNvGrpSpPr/>
          <p:nvPr/>
        </p:nvGrpSpPr>
        <p:grpSpPr>
          <a:xfrm>
            <a:off x="3095243" y="2339173"/>
            <a:ext cx="521514" cy="521514"/>
            <a:chOff x="5681300" y="2527788"/>
            <a:chExt cx="805800" cy="805800"/>
          </a:xfrm>
        </p:grpSpPr>
        <p:sp>
          <p:nvSpPr>
            <p:cNvPr id="1867" name="Google Shape;1867;p56"/>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6"/>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9" name="Google Shape;1869;p56"/>
          <p:cNvGrpSpPr/>
          <p:nvPr/>
        </p:nvGrpSpPr>
        <p:grpSpPr>
          <a:xfrm>
            <a:off x="3089483" y="3094865"/>
            <a:ext cx="533033" cy="533033"/>
            <a:chOff x="4049800" y="640400"/>
            <a:chExt cx="858900" cy="858900"/>
          </a:xfrm>
        </p:grpSpPr>
        <p:sp>
          <p:nvSpPr>
            <p:cNvPr id="1870" name="Google Shape;1870;p56"/>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6"/>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2" name="Google Shape;1872;p56"/>
          <p:cNvGrpSpPr/>
          <p:nvPr/>
        </p:nvGrpSpPr>
        <p:grpSpPr>
          <a:xfrm>
            <a:off x="3014966" y="3772543"/>
            <a:ext cx="682068" cy="682068"/>
            <a:chOff x="5080188" y="927900"/>
            <a:chExt cx="961200" cy="961200"/>
          </a:xfrm>
        </p:grpSpPr>
        <p:sp>
          <p:nvSpPr>
            <p:cNvPr id="1873" name="Google Shape;1873;p56"/>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6"/>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6"/>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6"/>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6"/>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6"/>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6"/>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6"/>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56"/>
          <p:cNvGrpSpPr/>
          <p:nvPr/>
        </p:nvGrpSpPr>
        <p:grpSpPr>
          <a:xfrm>
            <a:off x="4478465" y="3869234"/>
            <a:ext cx="505650" cy="504006"/>
            <a:chOff x="6039282" y="1042577"/>
            <a:chExt cx="734315" cy="731929"/>
          </a:xfrm>
        </p:grpSpPr>
        <p:sp>
          <p:nvSpPr>
            <p:cNvPr id="1882" name="Google Shape;1882;p56"/>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6"/>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6"/>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6"/>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6"/>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6"/>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6"/>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6"/>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6"/>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6"/>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6"/>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6"/>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6"/>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6"/>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6"/>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6"/>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6"/>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6"/>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6"/>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6"/>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6"/>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56"/>
          <p:cNvGrpSpPr/>
          <p:nvPr/>
        </p:nvGrpSpPr>
        <p:grpSpPr>
          <a:xfrm>
            <a:off x="5091067" y="2298862"/>
            <a:ext cx="567744" cy="602136"/>
            <a:chOff x="1825800" y="1651625"/>
            <a:chExt cx="539989" cy="571775"/>
          </a:xfrm>
        </p:grpSpPr>
        <p:sp>
          <p:nvSpPr>
            <p:cNvPr id="1904" name="Google Shape;1904;p56"/>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6"/>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6"/>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6"/>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8" name="Google Shape;1908;p56"/>
          <p:cNvGrpSpPr/>
          <p:nvPr/>
        </p:nvGrpSpPr>
        <p:grpSpPr>
          <a:xfrm>
            <a:off x="3765995" y="3855579"/>
            <a:ext cx="508123" cy="507955"/>
            <a:chOff x="1897577" y="2802432"/>
            <a:chExt cx="492176" cy="492014"/>
          </a:xfrm>
        </p:grpSpPr>
        <p:sp>
          <p:nvSpPr>
            <p:cNvPr id="1909" name="Google Shape;1909;p56"/>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6"/>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6"/>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6"/>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6"/>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6"/>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6"/>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6"/>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6"/>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6"/>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1" name="Google Shape;1921;p56"/>
          <p:cNvGrpSpPr/>
          <p:nvPr/>
        </p:nvGrpSpPr>
        <p:grpSpPr>
          <a:xfrm>
            <a:off x="997525" y="4169123"/>
            <a:ext cx="809227" cy="200842"/>
            <a:chOff x="2013045" y="4813233"/>
            <a:chExt cx="921986" cy="228854"/>
          </a:xfrm>
        </p:grpSpPr>
        <p:sp>
          <p:nvSpPr>
            <p:cNvPr id="1922" name="Google Shape;1922;p56"/>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6"/>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4" name="Google Shape;1924;p56"/>
          <p:cNvGrpSpPr/>
          <p:nvPr/>
        </p:nvGrpSpPr>
        <p:grpSpPr>
          <a:xfrm>
            <a:off x="1005985" y="2656004"/>
            <a:ext cx="792421" cy="269941"/>
            <a:chOff x="1046767" y="4756633"/>
            <a:chExt cx="859646" cy="292841"/>
          </a:xfrm>
        </p:grpSpPr>
        <p:sp>
          <p:nvSpPr>
            <p:cNvPr id="1925" name="Google Shape;1925;p56"/>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6"/>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6"/>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28" name="Google Shape;1928;p56"/>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2" name="Google Shape;1932;p56"/>
          <p:cNvGrpSpPr/>
          <p:nvPr/>
        </p:nvGrpSpPr>
        <p:grpSpPr>
          <a:xfrm>
            <a:off x="7141841" y="2550562"/>
            <a:ext cx="166473" cy="141497"/>
            <a:chOff x="4660325" y="1866850"/>
            <a:chExt cx="68350" cy="58100"/>
          </a:xfrm>
        </p:grpSpPr>
        <p:sp>
          <p:nvSpPr>
            <p:cNvPr id="1933" name="Google Shape;1933;p56"/>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6"/>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5" name="Google Shape;1935;p56"/>
          <p:cNvGrpSpPr/>
          <p:nvPr/>
        </p:nvGrpSpPr>
        <p:grpSpPr>
          <a:xfrm>
            <a:off x="7451186" y="2576286"/>
            <a:ext cx="162515" cy="90049"/>
            <a:chOff x="4791775" y="1877500"/>
            <a:chExt cx="66725" cy="36975"/>
          </a:xfrm>
        </p:grpSpPr>
        <p:sp>
          <p:nvSpPr>
            <p:cNvPr id="1936" name="Google Shape;1936;p56"/>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6"/>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8" name="Google Shape;1938;p56"/>
          <p:cNvGrpSpPr/>
          <p:nvPr/>
        </p:nvGrpSpPr>
        <p:grpSpPr>
          <a:xfrm>
            <a:off x="7772899" y="2576286"/>
            <a:ext cx="144979" cy="90049"/>
            <a:chOff x="4923925" y="1877500"/>
            <a:chExt cx="59525" cy="36975"/>
          </a:xfrm>
        </p:grpSpPr>
        <p:sp>
          <p:nvSpPr>
            <p:cNvPr id="1939" name="Google Shape;1939;p56"/>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6"/>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1" name="Google Shape;1941;p56"/>
          <p:cNvGrpSpPr/>
          <p:nvPr/>
        </p:nvGrpSpPr>
        <p:grpSpPr>
          <a:xfrm>
            <a:off x="8067390" y="2558477"/>
            <a:ext cx="141447" cy="125667"/>
            <a:chOff x="5058450" y="1870100"/>
            <a:chExt cx="58075" cy="51600"/>
          </a:xfrm>
        </p:grpSpPr>
        <p:sp>
          <p:nvSpPr>
            <p:cNvPr id="1942" name="Google Shape;1942;p56"/>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6"/>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4" name="Google Shape;1944;p56"/>
          <p:cNvGrpSpPr/>
          <p:nvPr/>
        </p:nvGrpSpPr>
        <p:grpSpPr>
          <a:xfrm>
            <a:off x="7481905" y="2980885"/>
            <a:ext cx="101077" cy="107645"/>
            <a:chOff x="4811425" y="2065025"/>
            <a:chExt cx="41500" cy="44200"/>
          </a:xfrm>
        </p:grpSpPr>
        <p:sp>
          <p:nvSpPr>
            <p:cNvPr id="1945" name="Google Shape;1945;p56"/>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6"/>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7" name="Google Shape;1947;p56"/>
          <p:cNvGrpSpPr/>
          <p:nvPr/>
        </p:nvGrpSpPr>
        <p:grpSpPr>
          <a:xfrm>
            <a:off x="7774342" y="2981098"/>
            <a:ext cx="120867" cy="107218"/>
            <a:chOff x="4929875" y="2065025"/>
            <a:chExt cx="49625" cy="44025"/>
          </a:xfrm>
        </p:grpSpPr>
        <p:sp>
          <p:nvSpPr>
            <p:cNvPr id="1948" name="Google Shape;1948;p56"/>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6"/>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56"/>
          <p:cNvGrpSpPr/>
          <p:nvPr/>
        </p:nvGrpSpPr>
        <p:grpSpPr>
          <a:xfrm>
            <a:off x="8103011" y="2984112"/>
            <a:ext cx="70206" cy="101191"/>
            <a:chOff x="5083925" y="2066350"/>
            <a:chExt cx="28825" cy="41550"/>
          </a:xfrm>
        </p:grpSpPr>
        <p:sp>
          <p:nvSpPr>
            <p:cNvPr id="1951" name="Google Shape;1951;p56"/>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6"/>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3" name="Google Shape;1953;p56"/>
          <p:cNvGrpSpPr/>
          <p:nvPr/>
        </p:nvGrpSpPr>
        <p:grpSpPr>
          <a:xfrm>
            <a:off x="7134565" y="2999759"/>
            <a:ext cx="181026" cy="69896"/>
            <a:chOff x="4659775" y="2072775"/>
            <a:chExt cx="74325" cy="28700"/>
          </a:xfrm>
        </p:grpSpPr>
        <p:sp>
          <p:nvSpPr>
            <p:cNvPr id="1954" name="Google Shape;1954;p56"/>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6"/>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6"/>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56"/>
          <p:cNvGrpSpPr/>
          <p:nvPr/>
        </p:nvGrpSpPr>
        <p:grpSpPr>
          <a:xfrm>
            <a:off x="8054421" y="2790324"/>
            <a:ext cx="167387" cy="89197"/>
            <a:chOff x="4662475" y="1976500"/>
            <a:chExt cx="68725" cy="36625"/>
          </a:xfrm>
        </p:grpSpPr>
        <p:sp>
          <p:nvSpPr>
            <p:cNvPr id="1958" name="Google Shape;1958;p56"/>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6"/>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6"/>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1" name="Google Shape;1961;p56"/>
          <p:cNvGrpSpPr/>
          <p:nvPr/>
        </p:nvGrpSpPr>
        <p:grpSpPr>
          <a:xfrm>
            <a:off x="7751326" y="2793764"/>
            <a:ext cx="166899" cy="82317"/>
            <a:chOff x="4920150" y="1977875"/>
            <a:chExt cx="68525" cy="33800"/>
          </a:xfrm>
        </p:grpSpPr>
        <p:sp>
          <p:nvSpPr>
            <p:cNvPr id="1962" name="Google Shape;1962;p56"/>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6"/>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6"/>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5" name="Google Shape;1965;p56"/>
          <p:cNvGrpSpPr/>
          <p:nvPr/>
        </p:nvGrpSpPr>
        <p:grpSpPr>
          <a:xfrm>
            <a:off x="7162483" y="3197682"/>
            <a:ext cx="125190" cy="127859"/>
            <a:chOff x="4676550" y="2160575"/>
            <a:chExt cx="51400" cy="52500"/>
          </a:xfrm>
        </p:grpSpPr>
        <p:sp>
          <p:nvSpPr>
            <p:cNvPr id="1966" name="Google Shape;1966;p56"/>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9" name="Google Shape;1969;p56"/>
          <p:cNvGrpSpPr/>
          <p:nvPr/>
        </p:nvGrpSpPr>
        <p:grpSpPr>
          <a:xfrm>
            <a:off x="7459741" y="3204714"/>
            <a:ext cx="145405" cy="113794"/>
            <a:chOff x="4768325" y="2163475"/>
            <a:chExt cx="59700" cy="46725"/>
          </a:xfrm>
        </p:grpSpPr>
        <p:sp>
          <p:nvSpPr>
            <p:cNvPr id="1970" name="Google Shape;1970;p56"/>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2" name="Google Shape;1972;p56"/>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56"/>
          <p:cNvGrpSpPr/>
          <p:nvPr/>
        </p:nvGrpSpPr>
        <p:grpSpPr>
          <a:xfrm>
            <a:off x="7476059" y="3459808"/>
            <a:ext cx="112768" cy="106853"/>
            <a:chOff x="4768575" y="2253950"/>
            <a:chExt cx="46300" cy="43875"/>
          </a:xfrm>
        </p:grpSpPr>
        <p:sp>
          <p:nvSpPr>
            <p:cNvPr id="1979" name="Google Shape;1979;p56"/>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6"/>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1" name="Google Shape;1981;p56"/>
          <p:cNvGrpSpPr/>
          <p:nvPr/>
        </p:nvGrpSpPr>
        <p:grpSpPr>
          <a:xfrm>
            <a:off x="7775682" y="3948834"/>
            <a:ext cx="118187" cy="146246"/>
            <a:chOff x="4960900" y="2433225"/>
            <a:chExt cx="48525" cy="60050"/>
          </a:xfrm>
        </p:grpSpPr>
        <p:sp>
          <p:nvSpPr>
            <p:cNvPr id="1982" name="Google Shape;1982;p56"/>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4" name="Google Shape;1984;p56"/>
          <p:cNvGrpSpPr/>
          <p:nvPr/>
        </p:nvGrpSpPr>
        <p:grpSpPr>
          <a:xfrm>
            <a:off x="7464247" y="4212895"/>
            <a:ext cx="136394" cy="143810"/>
            <a:chOff x="4854075" y="2527625"/>
            <a:chExt cx="56000" cy="59050"/>
          </a:xfrm>
        </p:grpSpPr>
        <p:sp>
          <p:nvSpPr>
            <p:cNvPr id="1985" name="Google Shape;1985;p56"/>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7" name="Google Shape;1987;p56"/>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0" name="Google Shape;1990;p56"/>
          <p:cNvGrpSpPr/>
          <p:nvPr/>
        </p:nvGrpSpPr>
        <p:grpSpPr>
          <a:xfrm>
            <a:off x="8088458" y="3676639"/>
            <a:ext cx="99312" cy="160797"/>
            <a:chOff x="5059700" y="2334775"/>
            <a:chExt cx="40775" cy="66025"/>
          </a:xfrm>
        </p:grpSpPr>
        <p:sp>
          <p:nvSpPr>
            <p:cNvPr id="1991" name="Google Shape;1991;p56"/>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0" name="Google Shape;2000;p56"/>
          <p:cNvGrpSpPr/>
          <p:nvPr/>
        </p:nvGrpSpPr>
        <p:grpSpPr>
          <a:xfrm>
            <a:off x="8045622" y="3941771"/>
            <a:ext cx="184984" cy="160371"/>
            <a:chOff x="5037700" y="2430325"/>
            <a:chExt cx="75950" cy="65850"/>
          </a:xfrm>
        </p:grpSpPr>
        <p:sp>
          <p:nvSpPr>
            <p:cNvPr id="2001" name="Google Shape;2001;p56"/>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6"/>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56"/>
          <p:cNvGrpSpPr/>
          <p:nvPr/>
        </p:nvGrpSpPr>
        <p:grpSpPr>
          <a:xfrm>
            <a:off x="7465128" y="3708223"/>
            <a:ext cx="173014" cy="97629"/>
            <a:chOff x="4756975" y="2341800"/>
            <a:chExt cx="91975" cy="51925"/>
          </a:xfrm>
        </p:grpSpPr>
        <p:sp>
          <p:nvSpPr>
            <p:cNvPr id="2004" name="Google Shape;2004;p56"/>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6"/>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6"/>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6"/>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6"/>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6"/>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6"/>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6"/>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4" name="Google Shape;2024;p56"/>
          <p:cNvGrpSpPr/>
          <p:nvPr/>
        </p:nvGrpSpPr>
        <p:grpSpPr>
          <a:xfrm>
            <a:off x="7732065" y="4196920"/>
            <a:ext cx="212497" cy="175761"/>
            <a:chOff x="4943575" y="2516350"/>
            <a:chExt cx="98675" cy="81700"/>
          </a:xfrm>
        </p:grpSpPr>
        <p:sp>
          <p:nvSpPr>
            <p:cNvPr id="2025" name="Google Shape;2025;p56"/>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6"/>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6"/>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6"/>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6"/>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6"/>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6"/>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6"/>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6"/>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6"/>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6"/>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6"/>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6"/>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6"/>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6"/>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6"/>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3" name="Google Shape;2103;p56"/>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6"/>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111"/>
        <p:cNvGrpSpPr/>
        <p:nvPr/>
      </p:nvGrpSpPr>
      <p:grpSpPr>
        <a:xfrm>
          <a:off x="0" y="0"/>
          <a:ext cx="0" cy="0"/>
          <a:chOff x="0" y="0"/>
          <a:chExt cx="0" cy="0"/>
        </a:xfrm>
      </p:grpSpPr>
      <p:grpSp>
        <p:nvGrpSpPr>
          <p:cNvPr id="2112" name="Google Shape;2112;p57"/>
          <p:cNvGrpSpPr/>
          <p:nvPr/>
        </p:nvGrpSpPr>
        <p:grpSpPr>
          <a:xfrm>
            <a:off x="6647587" y="3567393"/>
            <a:ext cx="560636" cy="516497"/>
            <a:chOff x="6652051" y="3714143"/>
            <a:chExt cx="560636" cy="516497"/>
          </a:xfrm>
        </p:grpSpPr>
        <p:grpSp>
          <p:nvGrpSpPr>
            <p:cNvPr id="2113" name="Google Shape;2113;p57"/>
            <p:cNvGrpSpPr/>
            <p:nvPr/>
          </p:nvGrpSpPr>
          <p:grpSpPr>
            <a:xfrm>
              <a:off x="6669657" y="3716715"/>
              <a:ext cx="466768" cy="464314"/>
              <a:chOff x="3139766" y="765669"/>
              <a:chExt cx="886380" cy="881888"/>
            </a:xfrm>
          </p:grpSpPr>
          <p:grpSp>
            <p:nvGrpSpPr>
              <p:cNvPr id="2114" name="Google Shape;2114;p57"/>
              <p:cNvGrpSpPr/>
              <p:nvPr/>
            </p:nvGrpSpPr>
            <p:grpSpPr>
              <a:xfrm>
                <a:off x="3139766" y="765669"/>
                <a:ext cx="886380" cy="881888"/>
                <a:chOff x="3139766" y="765669"/>
                <a:chExt cx="886380" cy="881888"/>
              </a:xfrm>
            </p:grpSpPr>
            <p:sp>
              <p:nvSpPr>
                <p:cNvPr id="2115" name="Google Shape;2115;p57"/>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7"/>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7"/>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7"/>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7"/>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7"/>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7"/>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7"/>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7"/>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4" name="Google Shape;2124;p57"/>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7"/>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7"/>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7"/>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8" name="Google Shape;2128;p57"/>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57"/>
          <p:cNvGrpSpPr/>
          <p:nvPr/>
        </p:nvGrpSpPr>
        <p:grpSpPr>
          <a:xfrm>
            <a:off x="7646296" y="3047976"/>
            <a:ext cx="104231" cy="320340"/>
            <a:chOff x="7564426" y="3224343"/>
            <a:chExt cx="119985" cy="368801"/>
          </a:xfrm>
        </p:grpSpPr>
        <p:sp>
          <p:nvSpPr>
            <p:cNvPr id="2130" name="Google Shape;2130;p57"/>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7"/>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2" name="Google Shape;2132;p57"/>
          <p:cNvGrpSpPr/>
          <p:nvPr/>
        </p:nvGrpSpPr>
        <p:grpSpPr>
          <a:xfrm>
            <a:off x="7345785" y="3042077"/>
            <a:ext cx="189489" cy="332132"/>
            <a:chOff x="8370831" y="3202002"/>
            <a:chExt cx="218129" cy="382376"/>
          </a:xfrm>
        </p:grpSpPr>
        <p:sp>
          <p:nvSpPr>
            <p:cNvPr id="2133" name="Google Shape;2133;p57"/>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7"/>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57"/>
          <p:cNvGrpSpPr/>
          <p:nvPr/>
        </p:nvGrpSpPr>
        <p:grpSpPr>
          <a:xfrm>
            <a:off x="8069174" y="3453209"/>
            <a:ext cx="309429" cy="267000"/>
            <a:chOff x="6742064" y="3750480"/>
            <a:chExt cx="399315" cy="344560"/>
          </a:xfrm>
        </p:grpSpPr>
        <p:sp>
          <p:nvSpPr>
            <p:cNvPr id="2136" name="Google Shape;2136;p57"/>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7"/>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57"/>
          <p:cNvGrpSpPr/>
          <p:nvPr/>
        </p:nvGrpSpPr>
        <p:grpSpPr>
          <a:xfrm>
            <a:off x="7608193" y="3804257"/>
            <a:ext cx="180437" cy="281608"/>
            <a:chOff x="7248525" y="3739696"/>
            <a:chExt cx="230531" cy="359790"/>
          </a:xfrm>
        </p:grpSpPr>
        <p:sp>
          <p:nvSpPr>
            <p:cNvPr id="2139" name="Google Shape;2139;p57"/>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7"/>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57"/>
          <p:cNvGrpSpPr/>
          <p:nvPr/>
        </p:nvGrpSpPr>
        <p:grpSpPr>
          <a:xfrm>
            <a:off x="7854113" y="3447481"/>
            <a:ext cx="162896" cy="278710"/>
            <a:chOff x="7601242" y="3729267"/>
            <a:chExt cx="222566" cy="380803"/>
          </a:xfrm>
        </p:grpSpPr>
        <p:sp>
          <p:nvSpPr>
            <p:cNvPr id="2142" name="Google Shape;2142;p57"/>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7"/>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44" name="Google Shape;2144;p57"/>
          <p:cNvSpPr/>
          <p:nvPr/>
        </p:nvSpPr>
        <p:spPr>
          <a:xfrm>
            <a:off x="7820139" y="3059838"/>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5" name="Google Shape;2145;p57"/>
          <p:cNvGrpSpPr/>
          <p:nvPr/>
        </p:nvGrpSpPr>
        <p:grpSpPr>
          <a:xfrm>
            <a:off x="7343758" y="3448622"/>
            <a:ext cx="193543" cy="275990"/>
            <a:chOff x="8304647" y="3738687"/>
            <a:chExt cx="225076" cy="320956"/>
          </a:xfrm>
        </p:grpSpPr>
        <p:sp>
          <p:nvSpPr>
            <p:cNvPr id="2146" name="Google Shape;2146;p57"/>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7"/>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7"/>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9" name="Google Shape;2149;p57"/>
          <p:cNvGrpSpPr/>
          <p:nvPr/>
        </p:nvGrpSpPr>
        <p:grpSpPr>
          <a:xfrm>
            <a:off x="7616251" y="3448622"/>
            <a:ext cx="178492" cy="275990"/>
            <a:chOff x="8615101" y="3738687"/>
            <a:chExt cx="207573" cy="320956"/>
          </a:xfrm>
        </p:grpSpPr>
        <p:sp>
          <p:nvSpPr>
            <p:cNvPr id="2150" name="Google Shape;2150;p57"/>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7"/>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7"/>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3" name="Google Shape;2153;p57"/>
          <p:cNvSpPr/>
          <p:nvPr/>
        </p:nvSpPr>
        <p:spPr>
          <a:xfrm>
            <a:off x="8112690" y="3038505"/>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4" name="Google Shape;2154;p57"/>
          <p:cNvGrpSpPr/>
          <p:nvPr/>
        </p:nvGrpSpPr>
        <p:grpSpPr>
          <a:xfrm>
            <a:off x="7841782" y="3851282"/>
            <a:ext cx="187557" cy="187557"/>
            <a:chOff x="8565775" y="671075"/>
            <a:chExt cx="441000" cy="441000"/>
          </a:xfrm>
        </p:grpSpPr>
        <p:sp>
          <p:nvSpPr>
            <p:cNvPr id="2155" name="Google Shape;2155;p57"/>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7"/>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7" name="Google Shape;2157;p57"/>
          <p:cNvSpPr/>
          <p:nvPr/>
        </p:nvSpPr>
        <p:spPr>
          <a:xfrm>
            <a:off x="8127048" y="3847203"/>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7"/>
          <p:cNvSpPr/>
          <p:nvPr/>
        </p:nvSpPr>
        <p:spPr>
          <a:xfrm flipH="1">
            <a:off x="7351235" y="381365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9" name="Google Shape;2159;p57"/>
          <p:cNvGrpSpPr/>
          <p:nvPr/>
        </p:nvGrpSpPr>
        <p:grpSpPr>
          <a:xfrm>
            <a:off x="5996254" y="2923808"/>
            <a:ext cx="587865" cy="517731"/>
            <a:chOff x="6000718" y="3070557"/>
            <a:chExt cx="587865" cy="517731"/>
          </a:xfrm>
        </p:grpSpPr>
        <p:sp>
          <p:nvSpPr>
            <p:cNvPr id="2160" name="Google Shape;2160;p57"/>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7"/>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7"/>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7"/>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7"/>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7"/>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7"/>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0" name="Google Shape;2170;p57"/>
          <p:cNvGrpSpPr/>
          <p:nvPr/>
        </p:nvGrpSpPr>
        <p:grpSpPr>
          <a:xfrm>
            <a:off x="6011059" y="3567468"/>
            <a:ext cx="557665" cy="516387"/>
            <a:chOff x="6015523" y="3714217"/>
            <a:chExt cx="557665" cy="516387"/>
          </a:xfrm>
        </p:grpSpPr>
        <p:grpSp>
          <p:nvGrpSpPr>
            <p:cNvPr id="2171" name="Google Shape;2171;p57"/>
            <p:cNvGrpSpPr/>
            <p:nvPr/>
          </p:nvGrpSpPr>
          <p:grpSpPr>
            <a:xfrm>
              <a:off x="6036094" y="3716980"/>
              <a:ext cx="529822" cy="510480"/>
              <a:chOff x="3148311" y="-545634"/>
              <a:chExt cx="1006118" cy="969572"/>
            </a:xfrm>
          </p:grpSpPr>
          <p:sp>
            <p:nvSpPr>
              <p:cNvPr id="2172" name="Google Shape;2172;p57"/>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7"/>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7"/>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7"/>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7"/>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7"/>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2" name="Google Shape;2182;p57"/>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3" name="Google Shape;2183;p57"/>
          <p:cNvGrpSpPr/>
          <p:nvPr/>
        </p:nvGrpSpPr>
        <p:grpSpPr>
          <a:xfrm>
            <a:off x="6639841" y="2926879"/>
            <a:ext cx="576302" cy="511871"/>
            <a:chOff x="6644304" y="3073628"/>
            <a:chExt cx="576302" cy="511871"/>
          </a:xfrm>
        </p:grpSpPr>
        <p:grpSp>
          <p:nvGrpSpPr>
            <p:cNvPr id="2184" name="Google Shape;2184;p57"/>
            <p:cNvGrpSpPr/>
            <p:nvPr/>
          </p:nvGrpSpPr>
          <p:grpSpPr>
            <a:xfrm>
              <a:off x="6712169" y="3073651"/>
              <a:ext cx="481611" cy="506713"/>
              <a:chOff x="1833536" y="-546641"/>
              <a:chExt cx="914567" cy="962419"/>
            </a:xfrm>
          </p:grpSpPr>
          <p:grpSp>
            <p:nvGrpSpPr>
              <p:cNvPr id="2185" name="Google Shape;2185;p57"/>
              <p:cNvGrpSpPr/>
              <p:nvPr/>
            </p:nvGrpSpPr>
            <p:grpSpPr>
              <a:xfrm>
                <a:off x="1833536" y="-524249"/>
                <a:ext cx="914567" cy="940027"/>
                <a:chOff x="1833536" y="-524249"/>
                <a:chExt cx="914567" cy="940027"/>
              </a:xfrm>
            </p:grpSpPr>
            <p:sp>
              <p:nvSpPr>
                <p:cNvPr id="2186" name="Google Shape;2186;p57"/>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1" name="Google Shape;2191;p57"/>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7"/>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5" name="Google Shape;2195;p57"/>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719115" y="2852867"/>
            <a:ext cx="2622876" cy="1333540"/>
            <a:chOff x="238125" y="1038125"/>
            <a:chExt cx="7146800" cy="3633625"/>
          </a:xfrm>
        </p:grpSpPr>
        <p:sp>
          <p:nvSpPr>
            <p:cNvPr id="2197" name="Google Shape;2197;p57"/>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7"/>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7"/>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7"/>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7"/>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7"/>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7"/>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7"/>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7"/>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7"/>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7"/>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7"/>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7"/>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7"/>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7"/>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7"/>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7"/>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7"/>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7"/>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7"/>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7"/>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7"/>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7"/>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7"/>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7"/>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7"/>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7"/>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7"/>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7"/>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7"/>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7"/>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7"/>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7"/>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7"/>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7"/>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7"/>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7"/>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7"/>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7"/>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7"/>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7"/>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7"/>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7"/>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7"/>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7"/>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7"/>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7"/>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7"/>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7"/>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7"/>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7"/>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7"/>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7"/>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7"/>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7"/>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7"/>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7"/>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7"/>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7"/>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7"/>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7"/>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7"/>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7"/>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7"/>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7"/>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7"/>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7"/>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7"/>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7"/>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7"/>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7"/>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7"/>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7"/>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7"/>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7"/>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7"/>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7"/>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7"/>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7"/>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7"/>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7"/>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7"/>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7"/>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7"/>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7"/>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7"/>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7"/>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7"/>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7"/>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7"/>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7"/>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7"/>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7"/>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7"/>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7"/>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7"/>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7"/>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7"/>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7"/>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7"/>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7"/>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7"/>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7"/>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7"/>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7"/>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7"/>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7"/>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7"/>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7"/>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7"/>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7"/>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7"/>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7"/>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7"/>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7"/>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7"/>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7"/>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7"/>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7"/>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7"/>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7"/>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7"/>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7"/>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7"/>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7"/>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7"/>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7"/>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7"/>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7"/>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7"/>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7"/>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7"/>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7"/>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7"/>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7"/>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7"/>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7"/>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7"/>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7"/>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7"/>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7"/>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7"/>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7"/>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7"/>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7"/>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7"/>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7"/>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7"/>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7"/>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7"/>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7"/>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7"/>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7"/>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7"/>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7"/>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7"/>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7"/>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7"/>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7"/>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7"/>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7"/>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7"/>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7"/>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7"/>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7"/>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7"/>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7"/>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7"/>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7"/>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7"/>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7"/>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7"/>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7"/>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7"/>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7"/>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7"/>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7"/>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7"/>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7"/>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7"/>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7"/>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7"/>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7"/>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7"/>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7"/>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7"/>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7"/>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7"/>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7"/>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7"/>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7"/>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7"/>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7"/>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7"/>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7"/>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7"/>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7"/>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7"/>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7"/>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7"/>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7"/>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7"/>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7"/>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7"/>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7"/>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7"/>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7"/>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7"/>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7"/>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7"/>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7"/>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7"/>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7"/>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7"/>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7"/>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7"/>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7"/>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7"/>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7"/>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7"/>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7"/>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7"/>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7"/>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7"/>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7"/>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7"/>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7"/>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7"/>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7"/>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7"/>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7"/>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7"/>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7"/>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7"/>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7"/>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7"/>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7"/>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7"/>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7"/>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7"/>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7"/>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7"/>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7"/>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7"/>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7"/>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7"/>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7"/>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7"/>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7"/>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7"/>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7"/>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7"/>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7"/>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7"/>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7"/>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7"/>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7"/>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7"/>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7"/>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7"/>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7"/>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7"/>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7"/>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7"/>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7"/>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7"/>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7"/>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7"/>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7"/>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7"/>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7"/>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7"/>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7"/>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7"/>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7"/>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7"/>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7"/>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7"/>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7"/>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7"/>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7"/>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7"/>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7"/>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7"/>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7"/>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7"/>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7"/>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7"/>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7"/>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7"/>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7"/>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7"/>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7"/>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7"/>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7"/>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7"/>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7"/>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7"/>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7"/>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7"/>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7"/>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7"/>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7"/>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7"/>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7"/>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7"/>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7"/>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7"/>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7"/>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7"/>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7"/>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7"/>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7"/>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7"/>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7"/>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7"/>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7"/>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7"/>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7"/>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7"/>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7"/>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7"/>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7"/>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7"/>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7"/>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7"/>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7"/>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7"/>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7"/>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7"/>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7"/>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7"/>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7"/>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7"/>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7"/>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7"/>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7"/>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7"/>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7"/>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7"/>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7"/>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7"/>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7"/>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7"/>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7"/>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7"/>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7"/>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7"/>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7"/>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7"/>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7"/>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7"/>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7"/>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7"/>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7"/>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7"/>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7"/>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7"/>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7"/>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7"/>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7"/>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7"/>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7"/>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7"/>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7"/>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7"/>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7"/>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7"/>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7"/>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7"/>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7"/>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7"/>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7"/>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7"/>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7"/>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7"/>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7"/>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7"/>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7"/>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7"/>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7"/>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7"/>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7"/>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7"/>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7"/>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7"/>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7"/>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7"/>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7"/>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7"/>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7"/>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7"/>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7"/>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7"/>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7"/>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7"/>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7"/>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7"/>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7"/>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7"/>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7"/>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7"/>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7"/>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7"/>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7"/>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7"/>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7"/>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7"/>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7"/>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7"/>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7"/>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7"/>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7"/>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7"/>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7"/>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7"/>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7"/>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7"/>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7"/>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7"/>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7"/>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7"/>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7"/>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7"/>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7"/>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7"/>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7"/>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7"/>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7"/>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7"/>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7"/>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7"/>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7"/>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7"/>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7"/>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7"/>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7"/>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7"/>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7"/>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7"/>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7"/>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7"/>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7"/>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7"/>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7"/>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7"/>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7"/>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7"/>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7"/>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7"/>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7"/>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7"/>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7"/>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7"/>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7"/>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7"/>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7"/>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7"/>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7"/>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7"/>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7"/>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7"/>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7"/>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7"/>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7"/>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7"/>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7"/>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7"/>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7"/>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7"/>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7"/>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7"/>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7"/>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7"/>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7"/>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7"/>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7"/>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7"/>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7"/>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7"/>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7"/>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7"/>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7"/>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7"/>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7"/>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7"/>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7"/>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7"/>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7"/>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7"/>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7"/>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7"/>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7"/>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7"/>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7"/>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7"/>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7"/>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7"/>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7"/>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7"/>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7"/>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7"/>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7"/>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7"/>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7"/>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7"/>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7"/>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7"/>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7"/>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7"/>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7"/>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7"/>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7"/>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7"/>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7"/>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7"/>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7"/>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7"/>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7"/>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7"/>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7"/>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7"/>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7"/>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7"/>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7"/>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7"/>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7"/>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7"/>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7"/>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7"/>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7"/>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7"/>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7"/>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7"/>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7"/>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7"/>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7"/>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7"/>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7"/>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7"/>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7"/>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7"/>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7"/>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7"/>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7"/>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7"/>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7"/>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7"/>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7"/>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7"/>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7"/>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7"/>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7"/>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7"/>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7"/>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7"/>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7"/>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7"/>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7"/>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7"/>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7"/>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7"/>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7"/>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7"/>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7"/>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7"/>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7"/>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7"/>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7"/>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7"/>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7"/>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7"/>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7"/>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7"/>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7"/>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7"/>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7"/>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7"/>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7"/>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7"/>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7"/>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7"/>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7"/>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7"/>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7"/>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7"/>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7"/>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7"/>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7"/>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7"/>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7"/>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7"/>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7"/>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7"/>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7"/>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7"/>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7"/>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7"/>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7"/>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7"/>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7"/>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7"/>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7"/>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7"/>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7"/>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7"/>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7"/>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7"/>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7"/>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7"/>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7"/>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7"/>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7"/>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7"/>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7"/>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7"/>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7"/>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7"/>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7"/>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7"/>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7"/>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7"/>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7"/>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7"/>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7"/>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7"/>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7"/>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7"/>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7"/>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7"/>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7"/>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7"/>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7"/>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7"/>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7"/>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7"/>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7"/>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7"/>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7"/>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7"/>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7"/>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7"/>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7"/>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7"/>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7"/>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7"/>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7"/>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7"/>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7"/>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7"/>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7"/>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7"/>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7"/>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7"/>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7"/>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7"/>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7"/>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7"/>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7"/>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7"/>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7"/>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7"/>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7"/>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7"/>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7"/>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7"/>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7"/>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7"/>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7"/>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7"/>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7"/>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7"/>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7"/>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7"/>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7"/>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7"/>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7"/>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7"/>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7"/>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7"/>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7"/>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7"/>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7"/>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7"/>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7"/>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7"/>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7"/>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7"/>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7"/>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7"/>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7"/>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7"/>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7"/>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7"/>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7"/>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7"/>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7"/>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7"/>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7"/>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7"/>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7"/>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7"/>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7"/>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7"/>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7"/>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7"/>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7"/>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7"/>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7"/>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7"/>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7"/>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7"/>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7"/>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7"/>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7"/>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7"/>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7"/>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7"/>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7"/>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7"/>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7"/>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7"/>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7"/>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7"/>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7"/>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7"/>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7"/>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7"/>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7"/>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7"/>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7"/>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7"/>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7"/>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7"/>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7"/>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7"/>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7"/>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7"/>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7"/>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7"/>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7"/>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7"/>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7"/>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7"/>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7"/>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7"/>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7"/>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7"/>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7"/>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7"/>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7"/>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7"/>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7"/>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7"/>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7"/>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7"/>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7"/>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7"/>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7"/>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7"/>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7"/>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7"/>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7"/>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7"/>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7"/>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7"/>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7"/>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7"/>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7"/>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7"/>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7"/>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7"/>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7"/>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7"/>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7"/>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7"/>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7"/>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7"/>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7"/>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7"/>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7"/>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7"/>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7"/>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7"/>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7"/>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7"/>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7"/>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7"/>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7"/>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7"/>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7"/>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7"/>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7"/>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7"/>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7"/>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7"/>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7"/>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7"/>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7"/>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7"/>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7"/>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7"/>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7"/>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7"/>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7"/>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7"/>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7"/>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7"/>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7"/>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7"/>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7"/>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7"/>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7"/>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7"/>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7"/>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7"/>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7"/>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7"/>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7"/>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7"/>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7"/>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7"/>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7"/>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7"/>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7"/>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7"/>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7"/>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7"/>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7"/>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7"/>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7"/>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7"/>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7"/>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7"/>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7"/>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7"/>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7"/>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7"/>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7"/>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7"/>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7"/>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7"/>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7"/>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7"/>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7"/>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7"/>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7"/>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7"/>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7"/>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7"/>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7"/>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7"/>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7"/>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7"/>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7"/>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7"/>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7"/>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7"/>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7"/>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7"/>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7"/>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7"/>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7"/>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7"/>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7"/>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7"/>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7"/>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7"/>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7"/>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7"/>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7"/>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7"/>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7"/>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7"/>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7"/>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7"/>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7"/>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7"/>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7"/>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7"/>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7"/>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7"/>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7"/>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7"/>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7"/>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7"/>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7"/>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7"/>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7"/>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7"/>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7"/>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7"/>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7"/>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7"/>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7"/>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7"/>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7"/>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7"/>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7"/>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7"/>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7"/>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7"/>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7"/>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7"/>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7"/>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7"/>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7"/>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7"/>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7"/>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7"/>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7"/>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7"/>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7"/>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7"/>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7"/>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7"/>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7"/>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7"/>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7"/>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7"/>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7"/>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7"/>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7"/>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7"/>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7"/>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7"/>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7"/>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7"/>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7"/>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7"/>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7"/>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7"/>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7"/>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7"/>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7"/>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7"/>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7"/>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7"/>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7"/>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7"/>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7"/>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7"/>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7"/>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7"/>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7"/>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7"/>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7"/>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7"/>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7"/>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7"/>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7"/>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7"/>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7"/>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7"/>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7"/>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7"/>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7"/>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7"/>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7"/>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7"/>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7"/>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7"/>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7"/>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7"/>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7"/>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7"/>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7"/>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7"/>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7"/>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7"/>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7"/>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7"/>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7"/>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7"/>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7"/>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7"/>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7"/>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7"/>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7"/>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7"/>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7"/>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7"/>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7"/>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7"/>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7"/>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7"/>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7"/>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7"/>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7"/>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7"/>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7"/>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7"/>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7"/>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7"/>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7"/>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7"/>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7"/>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7"/>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7"/>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7"/>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7"/>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7"/>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7"/>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7"/>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7"/>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7"/>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7"/>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7"/>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7"/>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7"/>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7"/>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7"/>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7"/>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7"/>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7"/>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7"/>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7"/>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7"/>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7"/>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7"/>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7"/>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7"/>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7"/>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7"/>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7"/>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7"/>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7"/>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7"/>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7"/>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7"/>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7"/>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7"/>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7"/>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7"/>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7"/>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7"/>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7"/>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7"/>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7"/>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7"/>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7"/>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7"/>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7"/>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7"/>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7"/>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7"/>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7"/>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7"/>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7"/>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7"/>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7"/>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7"/>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7"/>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7"/>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7"/>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7"/>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7"/>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7"/>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7"/>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7"/>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7"/>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7"/>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7"/>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7"/>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7"/>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7"/>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7"/>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7"/>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7"/>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7"/>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7"/>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7"/>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7"/>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7"/>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7"/>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7"/>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7"/>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7"/>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7"/>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7"/>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7"/>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7"/>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7"/>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7"/>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7"/>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7"/>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7"/>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7"/>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7"/>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7"/>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7"/>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7"/>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7"/>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7"/>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7"/>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7"/>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7"/>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7"/>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7"/>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7"/>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7"/>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7"/>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7"/>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7"/>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7"/>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7"/>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7"/>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7"/>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7"/>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7"/>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7"/>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7"/>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7"/>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7"/>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7"/>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7"/>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7"/>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7"/>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7"/>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7"/>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7"/>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7"/>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7"/>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7"/>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9" name="Google Shape;3769;p57"/>
          <p:cNvGrpSpPr/>
          <p:nvPr/>
        </p:nvGrpSpPr>
        <p:grpSpPr>
          <a:xfrm>
            <a:off x="5904877" y="1016248"/>
            <a:ext cx="2435960" cy="1297725"/>
            <a:chOff x="233350" y="949250"/>
            <a:chExt cx="7137300" cy="3802300"/>
          </a:xfrm>
        </p:grpSpPr>
        <p:sp>
          <p:nvSpPr>
            <p:cNvPr id="3770" name="Google Shape;3770;p57"/>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7"/>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7"/>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7"/>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7"/>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7"/>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7"/>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7"/>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7"/>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7"/>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7"/>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7"/>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7"/>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7"/>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7"/>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7"/>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7"/>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7"/>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7"/>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7"/>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7"/>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7"/>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7"/>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7"/>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7"/>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7"/>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7"/>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7"/>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7"/>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7"/>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7"/>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7"/>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7"/>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7"/>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7"/>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7"/>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7"/>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7"/>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7"/>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7"/>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7"/>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7"/>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7"/>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7"/>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7"/>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7"/>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7"/>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7"/>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7"/>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7"/>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7"/>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1" name="Google Shape;3821;p57"/>
          <p:cNvGrpSpPr/>
          <p:nvPr/>
        </p:nvGrpSpPr>
        <p:grpSpPr>
          <a:xfrm>
            <a:off x="698034" y="977939"/>
            <a:ext cx="2665073" cy="1317140"/>
            <a:chOff x="793334" y="1192826"/>
            <a:chExt cx="2665073" cy="1317140"/>
          </a:xfrm>
        </p:grpSpPr>
        <p:sp>
          <p:nvSpPr>
            <p:cNvPr id="3822" name="Google Shape;3822;p57"/>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7"/>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7"/>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7"/>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7"/>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7"/>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7"/>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7"/>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7"/>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7"/>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7"/>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7"/>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7"/>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7"/>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7"/>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7"/>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7"/>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7"/>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7"/>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7"/>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7"/>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7"/>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7"/>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7"/>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7"/>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7"/>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7"/>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7"/>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7"/>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7"/>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7"/>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7"/>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7"/>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7"/>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7"/>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7"/>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7"/>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7"/>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7"/>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7"/>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7"/>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7"/>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7"/>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7"/>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7"/>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7"/>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7"/>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7"/>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7"/>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7"/>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7"/>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7"/>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7"/>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7"/>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7"/>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7"/>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7"/>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7"/>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7"/>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7"/>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7"/>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7"/>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7"/>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7"/>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7"/>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7"/>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7"/>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7"/>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7"/>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7"/>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7"/>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7"/>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7"/>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7"/>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7"/>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7"/>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7"/>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7"/>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7"/>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7"/>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7"/>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7"/>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7"/>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7"/>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7"/>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7"/>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7"/>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7"/>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7"/>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7"/>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7"/>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7"/>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7"/>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7"/>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7"/>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7"/>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7"/>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7"/>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7"/>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7"/>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7"/>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7"/>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7"/>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7"/>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7"/>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7"/>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7"/>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7"/>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7"/>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7"/>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7"/>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7"/>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7"/>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7"/>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7"/>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7"/>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7"/>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7"/>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7"/>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7"/>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7"/>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7"/>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7"/>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7"/>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7"/>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7"/>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7"/>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7"/>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7"/>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7"/>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7"/>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7"/>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7"/>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7"/>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7"/>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7"/>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7"/>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7"/>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7"/>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7"/>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7"/>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7"/>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7"/>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7"/>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7"/>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7"/>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7"/>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7"/>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7"/>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7"/>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7"/>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7"/>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7"/>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7"/>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7"/>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7"/>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7"/>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7"/>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7"/>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7"/>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7"/>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7"/>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7"/>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7"/>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7"/>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7"/>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7"/>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7"/>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7"/>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7"/>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7"/>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7"/>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7"/>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7"/>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7"/>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7"/>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7"/>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7"/>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7"/>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7"/>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7"/>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7"/>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7"/>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7"/>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7"/>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7"/>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7"/>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7"/>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7"/>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7"/>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7"/>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7"/>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7"/>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7"/>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7"/>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7"/>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7"/>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7"/>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7"/>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7"/>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7"/>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7"/>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7"/>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7"/>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7"/>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7"/>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7"/>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7"/>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7"/>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7"/>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7"/>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7"/>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7"/>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7"/>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7"/>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7"/>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7"/>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7"/>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7"/>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7"/>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7"/>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7"/>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7"/>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7"/>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7"/>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7"/>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7"/>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7"/>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7"/>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7"/>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7"/>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7"/>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7"/>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7"/>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7"/>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7"/>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7"/>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7"/>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7"/>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7"/>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7"/>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7"/>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7"/>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7"/>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7"/>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7"/>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7"/>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7"/>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7"/>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7"/>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7"/>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7"/>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7"/>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7"/>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7"/>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7"/>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7"/>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7"/>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7"/>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7"/>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7"/>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7"/>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7"/>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7"/>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7"/>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7"/>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7"/>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7"/>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7"/>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7"/>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7"/>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7"/>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7"/>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7"/>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7"/>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7"/>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7"/>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7"/>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7"/>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7"/>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7"/>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7"/>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7"/>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7"/>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7"/>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7"/>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7"/>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7"/>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7"/>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7"/>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7"/>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7"/>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7"/>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7"/>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7"/>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7"/>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7"/>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7"/>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7"/>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7"/>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7"/>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7"/>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7"/>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7"/>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7"/>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7"/>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7"/>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7"/>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7"/>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7"/>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7"/>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7"/>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7"/>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7"/>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7"/>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7"/>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7"/>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7"/>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7"/>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7"/>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7"/>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7"/>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7"/>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7"/>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7"/>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7"/>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7"/>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7"/>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7"/>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7"/>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7"/>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7"/>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7"/>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7"/>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7"/>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7"/>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7"/>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7"/>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7"/>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7"/>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7"/>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7"/>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7"/>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7"/>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7"/>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7"/>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7"/>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7"/>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7"/>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7"/>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7"/>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7"/>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7"/>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7"/>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7"/>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7"/>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7"/>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7"/>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7"/>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7"/>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7"/>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7"/>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7"/>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7"/>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7"/>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7"/>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7"/>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7"/>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7"/>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7"/>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7"/>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7"/>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7"/>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7"/>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7"/>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7"/>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7"/>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7"/>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7"/>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7"/>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7"/>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7"/>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7"/>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7"/>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7"/>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7"/>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7"/>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7"/>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7"/>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7"/>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7"/>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7"/>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7"/>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7"/>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7"/>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7"/>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7"/>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7"/>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7"/>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7"/>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7"/>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7"/>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7"/>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7"/>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7"/>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7"/>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7"/>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7"/>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7"/>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7"/>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7"/>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7"/>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7"/>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7"/>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7"/>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7"/>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7"/>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7"/>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7"/>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7"/>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7"/>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7"/>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7"/>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7"/>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7"/>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7"/>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7"/>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7"/>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7"/>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7"/>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7"/>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7"/>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7"/>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7"/>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7"/>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7"/>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7"/>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7"/>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7"/>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7"/>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7"/>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7"/>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7"/>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7"/>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7"/>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7"/>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7"/>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7"/>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7"/>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7"/>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7"/>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7"/>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7"/>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7"/>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7"/>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7"/>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7"/>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7"/>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7"/>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7"/>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7"/>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7"/>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7"/>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7"/>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7"/>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7"/>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7"/>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7"/>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7"/>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7"/>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7"/>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7"/>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7"/>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7"/>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7"/>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7"/>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7"/>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7"/>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7"/>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7"/>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7"/>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7"/>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7"/>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7"/>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7"/>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7"/>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7"/>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7"/>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7"/>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7"/>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7"/>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7"/>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7"/>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7"/>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7"/>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7"/>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7"/>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7"/>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7"/>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7"/>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7"/>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7"/>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7"/>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7"/>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7"/>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7"/>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7"/>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7"/>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7"/>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7"/>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7"/>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7"/>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7"/>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7"/>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7"/>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7"/>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7"/>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7"/>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7"/>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7"/>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7"/>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7"/>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7"/>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7"/>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7"/>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7"/>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7"/>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7"/>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7"/>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7"/>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7"/>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7"/>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7"/>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7"/>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7"/>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7"/>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7"/>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7"/>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7"/>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7"/>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7"/>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7"/>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7"/>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7"/>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7"/>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7"/>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7"/>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7"/>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7"/>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7"/>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7"/>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7"/>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7"/>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7"/>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7"/>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7"/>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7"/>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7"/>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7"/>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7"/>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7"/>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7"/>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7"/>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7"/>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7"/>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7"/>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7"/>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7"/>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7"/>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7"/>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7"/>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7"/>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7"/>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7"/>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7"/>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7"/>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7"/>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7"/>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7"/>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7"/>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7"/>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7"/>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7"/>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7"/>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7"/>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7"/>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7"/>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7"/>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7"/>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7"/>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7"/>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7"/>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7"/>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7"/>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7"/>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7"/>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7"/>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7"/>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7"/>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7"/>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7"/>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7"/>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7"/>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7"/>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7"/>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7"/>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7"/>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7"/>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7"/>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7"/>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7"/>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7"/>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7"/>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7"/>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7"/>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7"/>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7"/>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7"/>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7"/>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7"/>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7"/>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7"/>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7"/>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7"/>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7"/>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7"/>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7"/>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7"/>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7"/>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7"/>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7"/>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7"/>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7"/>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7"/>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7"/>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7"/>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7"/>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7"/>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7"/>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7"/>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7"/>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7"/>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7"/>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7"/>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7"/>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7"/>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7"/>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7"/>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7"/>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7"/>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7"/>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7"/>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7"/>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7"/>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7"/>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7"/>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7"/>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7"/>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7"/>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7"/>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7"/>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7"/>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7"/>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7"/>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7"/>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7"/>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7"/>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7"/>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7"/>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7"/>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7"/>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7"/>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7"/>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7"/>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7"/>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7"/>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7"/>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7"/>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7"/>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7"/>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7"/>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7"/>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7"/>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7"/>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7"/>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7"/>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7"/>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7"/>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7"/>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7"/>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7"/>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7"/>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7"/>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7"/>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7"/>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7"/>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7"/>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7"/>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7"/>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7"/>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7"/>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7"/>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7"/>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7"/>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7"/>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7"/>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7"/>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7"/>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7"/>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7"/>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7"/>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7"/>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7"/>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7"/>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7"/>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7"/>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7"/>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7"/>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7"/>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7"/>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7"/>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7"/>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7"/>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7"/>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7"/>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7"/>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7"/>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7"/>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7"/>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7"/>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7"/>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7"/>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7"/>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7"/>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7"/>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7"/>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7"/>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7"/>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7"/>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7"/>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7"/>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7"/>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7"/>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7"/>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7"/>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7"/>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7"/>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7"/>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7"/>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7"/>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7"/>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7"/>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7"/>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7"/>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7"/>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7"/>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7"/>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7"/>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7"/>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7"/>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7"/>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7"/>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7"/>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7"/>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7"/>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7"/>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7"/>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7"/>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7"/>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7"/>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7"/>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7"/>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7"/>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7"/>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7"/>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7"/>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7"/>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7"/>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7"/>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7"/>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7"/>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7"/>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7"/>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7"/>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7"/>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7"/>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7"/>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7"/>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7"/>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7"/>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7"/>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7"/>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7"/>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7"/>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7"/>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7"/>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7"/>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7"/>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7"/>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7"/>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7"/>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7"/>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7"/>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7"/>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7"/>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7"/>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7"/>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7"/>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7"/>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7"/>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7"/>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7"/>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7"/>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7"/>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7"/>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7"/>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7"/>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7"/>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7"/>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7"/>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7"/>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7"/>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7"/>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7"/>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7"/>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7"/>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7"/>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7"/>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7"/>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7"/>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7"/>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7"/>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7"/>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7"/>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7"/>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7"/>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7"/>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7"/>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7"/>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7"/>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7"/>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7"/>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7"/>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7"/>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7"/>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7"/>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7"/>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7"/>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7"/>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7"/>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7"/>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7"/>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7"/>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7"/>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7"/>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7"/>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7"/>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7"/>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7"/>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7"/>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7"/>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7"/>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7"/>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7"/>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7"/>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7"/>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7"/>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7"/>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7"/>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7"/>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7"/>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7"/>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7"/>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7"/>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7"/>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7"/>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7"/>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7"/>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7"/>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7"/>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7"/>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7"/>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7"/>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7"/>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7"/>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7"/>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7"/>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7"/>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7"/>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7"/>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7"/>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7"/>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7"/>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7"/>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7"/>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7"/>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7"/>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7"/>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7"/>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7"/>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7"/>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7"/>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7"/>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7"/>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7"/>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7"/>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7"/>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7"/>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7"/>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7"/>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7"/>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7"/>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7"/>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7"/>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7"/>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7"/>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7"/>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7"/>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7"/>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7"/>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7"/>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7"/>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7"/>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7"/>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7"/>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7"/>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7"/>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7"/>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7"/>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7"/>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7"/>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7"/>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7"/>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7"/>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7"/>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7"/>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7"/>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7"/>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7"/>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7"/>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7"/>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7"/>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7"/>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7"/>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7"/>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7"/>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7"/>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7"/>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7"/>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7"/>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7"/>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7"/>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7"/>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7"/>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7"/>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7"/>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7"/>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7"/>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7"/>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7"/>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7"/>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7"/>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7"/>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7"/>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7"/>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7"/>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7"/>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7"/>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7"/>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7"/>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7"/>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7"/>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7"/>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7"/>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7"/>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7"/>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7"/>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7"/>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7"/>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7"/>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7"/>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7"/>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7"/>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7"/>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7"/>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7"/>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7"/>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7"/>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7"/>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7"/>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7"/>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7"/>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7"/>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7"/>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7"/>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7"/>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7"/>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7"/>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7"/>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7"/>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7"/>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7"/>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7"/>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7"/>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7"/>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7"/>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7"/>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7"/>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7"/>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7"/>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7"/>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7"/>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7"/>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7"/>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7"/>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7"/>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7"/>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7"/>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7"/>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7"/>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7"/>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7"/>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7"/>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7"/>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7"/>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7"/>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7"/>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7"/>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7"/>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7"/>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7"/>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7"/>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7"/>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7"/>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7"/>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7"/>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7"/>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7"/>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7"/>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7"/>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7"/>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7"/>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7"/>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7"/>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7"/>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7"/>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7"/>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7"/>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7"/>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7"/>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7"/>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7"/>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7"/>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7"/>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7"/>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7"/>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7"/>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7"/>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7"/>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7"/>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7"/>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7"/>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7"/>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7"/>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7"/>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7"/>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7"/>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7"/>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7"/>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7"/>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7"/>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7"/>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7"/>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7"/>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7"/>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7"/>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7"/>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7"/>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7"/>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7"/>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7"/>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7"/>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7"/>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7"/>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7"/>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7"/>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7"/>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7"/>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7"/>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7"/>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7"/>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7"/>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7"/>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7"/>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7"/>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7"/>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7"/>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7"/>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7"/>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7"/>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7"/>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7"/>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7"/>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7"/>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7"/>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7"/>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7"/>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7"/>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7"/>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7"/>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7"/>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7"/>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7"/>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7"/>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7"/>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7"/>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7"/>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7"/>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7"/>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7"/>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7"/>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7"/>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7"/>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7"/>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7"/>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7"/>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7"/>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7"/>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7"/>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7"/>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7"/>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7"/>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7"/>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7"/>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7"/>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7"/>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7"/>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7"/>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7"/>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7"/>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7"/>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7"/>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7"/>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7"/>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7"/>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7"/>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7"/>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7"/>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7"/>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7"/>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7"/>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7"/>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7"/>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7"/>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7"/>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7"/>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7"/>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7"/>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7"/>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7"/>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7"/>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7"/>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7"/>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7"/>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7"/>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7"/>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7"/>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7"/>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7"/>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7"/>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7"/>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7"/>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7"/>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7"/>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7"/>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7"/>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7"/>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7"/>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7"/>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7"/>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7"/>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7"/>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7"/>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7"/>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7"/>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7"/>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7"/>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7"/>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7"/>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7"/>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7"/>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7"/>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7"/>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7"/>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7"/>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7"/>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7"/>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7"/>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7"/>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7"/>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7"/>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7"/>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7"/>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7"/>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7"/>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7"/>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7"/>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7"/>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7"/>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7"/>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7"/>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7"/>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7"/>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7"/>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7"/>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7"/>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7"/>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7"/>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7"/>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7"/>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7"/>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7"/>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7"/>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7"/>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7"/>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7"/>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7"/>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7"/>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7"/>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7"/>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7"/>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7"/>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7"/>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7"/>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7"/>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7"/>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7"/>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7"/>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7"/>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7"/>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7"/>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7"/>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7"/>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7"/>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7"/>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7"/>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7"/>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7"/>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7"/>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7"/>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7"/>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7"/>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7"/>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7"/>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7"/>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7"/>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7"/>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7"/>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7"/>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7"/>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7"/>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7"/>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7"/>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7"/>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7"/>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7"/>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7"/>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7"/>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7"/>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7"/>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7"/>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7"/>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7"/>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7"/>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7"/>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7"/>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7"/>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7"/>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7"/>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7"/>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7"/>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7"/>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7"/>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7"/>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7"/>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7"/>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7"/>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7"/>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7"/>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7"/>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7"/>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7"/>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7"/>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7"/>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7"/>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7"/>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7"/>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7"/>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7"/>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7"/>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7"/>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7"/>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7"/>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7"/>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7"/>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7"/>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7"/>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7"/>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7"/>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7"/>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7"/>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7"/>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7"/>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7"/>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7"/>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7"/>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7"/>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7"/>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7"/>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7"/>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7"/>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7"/>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7"/>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7"/>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7"/>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7"/>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7"/>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7"/>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7"/>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7"/>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7"/>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7"/>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7"/>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7"/>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7"/>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7"/>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7"/>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7"/>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7"/>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7"/>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7"/>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7"/>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7"/>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7"/>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7"/>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7"/>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7"/>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7"/>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7"/>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7"/>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7"/>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7"/>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7"/>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7"/>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7"/>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7"/>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7"/>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7"/>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7"/>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7"/>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7"/>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7"/>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7"/>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7"/>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7"/>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7"/>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7"/>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7"/>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7"/>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7"/>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7"/>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7"/>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7"/>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7"/>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7"/>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7"/>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7"/>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7"/>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7"/>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7"/>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7"/>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7"/>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7"/>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7"/>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7"/>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7"/>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7"/>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7"/>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7"/>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7"/>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7"/>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7"/>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7"/>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7"/>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7"/>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7"/>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7"/>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7"/>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7"/>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7"/>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7"/>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7"/>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7"/>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7"/>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7"/>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7"/>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7"/>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7"/>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7"/>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7"/>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7"/>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7"/>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7"/>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7"/>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7"/>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7"/>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7"/>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7"/>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7"/>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7"/>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7"/>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7"/>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7"/>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7"/>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7"/>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7"/>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7"/>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7"/>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7"/>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7"/>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7"/>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7"/>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7"/>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7"/>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7"/>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7"/>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7"/>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7"/>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7"/>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7"/>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7"/>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7"/>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7"/>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7"/>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7"/>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7"/>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7"/>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7"/>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7"/>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7"/>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7"/>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7"/>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7"/>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7"/>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7"/>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7"/>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7"/>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7"/>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7"/>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7"/>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7"/>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7"/>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7"/>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7"/>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7"/>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7"/>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7"/>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7"/>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7"/>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7"/>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7"/>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7"/>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7"/>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7"/>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7"/>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7"/>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7"/>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7"/>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7"/>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7"/>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7"/>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7"/>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7"/>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7"/>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7"/>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7"/>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7"/>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7"/>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7"/>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7"/>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7"/>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7"/>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7"/>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7"/>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7"/>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7"/>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7"/>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7"/>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7"/>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7"/>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7"/>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7"/>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7"/>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7"/>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7"/>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7"/>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7"/>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7"/>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7"/>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7"/>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7"/>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7"/>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7"/>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7"/>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7"/>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7"/>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7"/>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7"/>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7"/>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7"/>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7"/>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7"/>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7"/>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7"/>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7"/>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7"/>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7"/>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7"/>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7"/>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7"/>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7"/>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7"/>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7"/>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7"/>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7"/>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7"/>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7"/>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7"/>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7"/>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7"/>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7"/>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7"/>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7"/>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7"/>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7"/>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7"/>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7"/>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7"/>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7"/>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7"/>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7"/>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7"/>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7"/>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7"/>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7"/>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7"/>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7"/>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7"/>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7"/>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7"/>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7"/>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7"/>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7"/>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7"/>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7"/>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7"/>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7"/>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7"/>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7"/>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7"/>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7"/>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7"/>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7"/>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7"/>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7"/>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7"/>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7"/>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7"/>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7"/>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7"/>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7"/>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7"/>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7"/>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7"/>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7"/>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7"/>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7"/>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7"/>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7"/>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7"/>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7"/>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7"/>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7"/>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7"/>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7"/>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7"/>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7"/>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7"/>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7"/>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7"/>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7"/>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7"/>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7"/>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7"/>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7"/>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7"/>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7"/>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7"/>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7"/>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7"/>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7"/>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7"/>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7"/>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7"/>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7"/>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7"/>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7"/>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7"/>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7"/>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7"/>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7"/>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7"/>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7"/>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7"/>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7"/>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7"/>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7"/>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7"/>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7"/>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7"/>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7"/>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7"/>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7"/>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7"/>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7"/>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7"/>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7"/>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7"/>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7"/>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7"/>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7"/>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7"/>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7"/>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7"/>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7"/>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7"/>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7"/>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7"/>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7"/>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7"/>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7"/>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7"/>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7"/>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7"/>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7"/>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7"/>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7"/>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7"/>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7"/>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7"/>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7"/>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7"/>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7"/>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7"/>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7"/>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7"/>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7"/>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7"/>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7"/>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7"/>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7"/>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7"/>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7"/>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7"/>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7"/>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7"/>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7"/>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7"/>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7"/>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7"/>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7"/>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7"/>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7"/>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7"/>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7"/>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7"/>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7"/>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7"/>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7"/>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7"/>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7"/>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7"/>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7"/>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7"/>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7"/>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7"/>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7"/>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7"/>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7"/>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7"/>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7"/>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7"/>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7"/>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7"/>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7"/>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7"/>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7"/>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7"/>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7"/>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7"/>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7"/>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7"/>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7"/>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7"/>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7"/>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7"/>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7"/>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7"/>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7"/>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7"/>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7"/>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7"/>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7"/>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7"/>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7"/>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7"/>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7"/>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7"/>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7"/>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7"/>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7"/>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7"/>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7"/>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7"/>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7"/>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7"/>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7"/>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7"/>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7"/>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7"/>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7"/>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7"/>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7"/>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7"/>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7"/>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7"/>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7"/>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7"/>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7"/>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7"/>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7"/>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7"/>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7"/>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7"/>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7"/>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7"/>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7"/>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7"/>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7"/>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7"/>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7"/>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7"/>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7"/>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7"/>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7"/>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7"/>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7"/>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7"/>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7"/>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7"/>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7"/>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7"/>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7"/>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7"/>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7"/>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7"/>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7"/>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7"/>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7"/>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7"/>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7"/>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7"/>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7"/>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7"/>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7"/>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7"/>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7"/>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7"/>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7"/>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7"/>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7"/>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7"/>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7"/>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7"/>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7"/>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7"/>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7"/>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7"/>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7"/>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7"/>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7"/>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7"/>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7"/>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7"/>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7"/>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7"/>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7"/>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7"/>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7"/>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7"/>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7"/>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7"/>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7"/>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7"/>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7"/>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7"/>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7"/>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7"/>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7"/>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7"/>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7"/>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7"/>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7"/>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7"/>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7"/>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7"/>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7"/>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7"/>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7"/>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7"/>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7"/>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7"/>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7"/>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7"/>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7"/>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7"/>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7"/>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7"/>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7"/>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7"/>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7"/>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7"/>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7"/>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7"/>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7"/>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7"/>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7"/>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7"/>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7"/>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7"/>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7"/>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7"/>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7"/>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7"/>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7"/>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7"/>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7"/>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7"/>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7"/>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7"/>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7"/>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7"/>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7"/>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7"/>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7"/>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7"/>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7"/>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7"/>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7"/>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7"/>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7"/>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7"/>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7"/>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7"/>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7"/>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7"/>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7"/>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7"/>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7"/>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7"/>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7"/>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7"/>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7"/>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7"/>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7"/>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7"/>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7"/>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7"/>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7"/>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7"/>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7"/>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7"/>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7"/>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7"/>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7"/>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7"/>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7"/>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7"/>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7"/>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7"/>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7"/>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7"/>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7"/>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7"/>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7"/>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7"/>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7"/>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7"/>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7"/>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7"/>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7"/>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7"/>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7"/>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7"/>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7"/>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7"/>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7"/>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7"/>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7"/>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7"/>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7"/>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7"/>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7"/>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7"/>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7"/>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7"/>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7"/>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7"/>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7"/>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7"/>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7"/>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7"/>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7"/>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7"/>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7"/>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7"/>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7"/>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7"/>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7"/>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7"/>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7"/>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7"/>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7"/>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7"/>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7"/>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7"/>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7"/>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7"/>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7"/>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7"/>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7"/>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7"/>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7"/>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7"/>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7"/>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7"/>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7"/>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7"/>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7"/>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7"/>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7"/>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7"/>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7"/>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7"/>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7"/>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7"/>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7"/>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7"/>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7"/>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7"/>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7"/>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7"/>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7"/>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7"/>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7"/>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7"/>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7"/>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7"/>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7"/>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7"/>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7"/>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7"/>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7"/>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7"/>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7"/>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7"/>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7"/>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7"/>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7"/>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7"/>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7"/>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7"/>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7"/>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7"/>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7"/>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7"/>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7"/>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7"/>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7"/>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7"/>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7"/>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7"/>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7"/>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7"/>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7"/>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7"/>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7"/>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7"/>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7"/>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7"/>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7"/>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7"/>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7"/>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7"/>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7"/>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7"/>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7"/>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7"/>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7"/>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7"/>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7"/>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7"/>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7"/>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7"/>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7"/>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7"/>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7"/>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7"/>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7"/>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7"/>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7"/>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7"/>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7"/>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7"/>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7"/>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7"/>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7"/>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7"/>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7"/>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7"/>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7"/>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7"/>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7"/>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7"/>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7"/>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7"/>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7"/>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7"/>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7"/>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7"/>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7"/>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7"/>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7"/>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7"/>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7"/>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7"/>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7"/>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7"/>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7"/>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7"/>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7"/>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7"/>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7"/>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7"/>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7"/>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7"/>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7"/>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7"/>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7"/>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7"/>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7"/>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7"/>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7"/>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7"/>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7"/>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7"/>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7"/>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7"/>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7"/>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7"/>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7"/>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7"/>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7"/>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7"/>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7"/>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7"/>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7"/>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7"/>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7"/>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7"/>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7"/>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7"/>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7"/>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7"/>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7"/>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7"/>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7"/>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7"/>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7"/>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7"/>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7"/>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7"/>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7"/>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7"/>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7"/>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7"/>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7"/>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7"/>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7"/>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7"/>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7"/>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7"/>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7"/>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7"/>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7"/>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7"/>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7"/>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7"/>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7"/>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7"/>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7"/>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7"/>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7"/>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7"/>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7"/>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7"/>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7"/>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7"/>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7"/>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7"/>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7"/>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7"/>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7"/>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7"/>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7"/>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7"/>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7"/>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7"/>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7"/>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7"/>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7"/>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7"/>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7"/>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7"/>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7"/>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7"/>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7"/>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7"/>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7"/>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7"/>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7"/>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7"/>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7"/>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7"/>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7"/>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7"/>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7"/>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7"/>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7"/>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7"/>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7"/>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7"/>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7"/>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7"/>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7"/>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7"/>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7"/>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7"/>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7"/>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7"/>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7"/>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7"/>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7"/>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7"/>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7"/>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7"/>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7"/>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7"/>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7"/>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7"/>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7"/>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7"/>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7"/>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7"/>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7"/>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7"/>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7"/>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7"/>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7"/>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7"/>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7"/>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7"/>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7"/>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7"/>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7"/>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7"/>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7"/>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7"/>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7"/>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7"/>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7"/>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7"/>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7"/>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7"/>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7"/>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7"/>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7"/>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7"/>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7"/>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7"/>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7"/>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7"/>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7"/>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7"/>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7"/>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7"/>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7"/>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7"/>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7"/>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7"/>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7"/>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7"/>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7"/>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7"/>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7"/>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7"/>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7"/>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7"/>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7"/>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7"/>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7"/>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7"/>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7"/>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7"/>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7"/>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7"/>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7"/>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7"/>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7"/>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7"/>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7"/>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7"/>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7"/>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7"/>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7"/>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7"/>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7"/>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7"/>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7"/>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7"/>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7"/>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7"/>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7"/>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7"/>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7"/>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7"/>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7"/>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7"/>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7"/>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7"/>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7"/>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7"/>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7"/>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7"/>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7"/>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7"/>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7"/>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7"/>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7"/>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7"/>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7"/>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7"/>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7"/>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7"/>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7"/>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7"/>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7"/>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7"/>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7"/>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7"/>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7"/>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7"/>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7"/>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7"/>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7"/>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7"/>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7"/>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7"/>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7"/>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7"/>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7"/>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7"/>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7"/>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7"/>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7"/>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7"/>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7"/>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7"/>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7"/>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7"/>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7"/>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7"/>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7"/>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7"/>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7"/>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7"/>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7"/>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7"/>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7"/>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7"/>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7"/>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7"/>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7"/>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7"/>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7"/>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7"/>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7"/>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7"/>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7"/>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7"/>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7"/>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7"/>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7"/>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7"/>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7"/>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7"/>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7"/>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7"/>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7"/>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7"/>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7"/>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7"/>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7"/>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7"/>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7"/>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7"/>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7"/>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7"/>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7"/>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7"/>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7"/>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7"/>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7"/>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7"/>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7"/>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7"/>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7"/>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7"/>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7"/>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7"/>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7"/>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7"/>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7"/>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7"/>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7"/>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7"/>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7"/>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7"/>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7"/>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7"/>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7"/>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7"/>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7"/>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7"/>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7"/>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7"/>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7"/>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7"/>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7"/>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7"/>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7"/>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7"/>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7"/>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7"/>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7"/>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7"/>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7"/>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7"/>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7"/>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7"/>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7"/>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7"/>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7"/>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7"/>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7"/>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7"/>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7"/>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7"/>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7"/>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7"/>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7"/>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7"/>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7"/>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7"/>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7"/>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7"/>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7"/>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7"/>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7"/>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7"/>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7"/>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7"/>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7"/>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7"/>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7"/>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7"/>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7"/>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7"/>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7"/>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7"/>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7"/>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7"/>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7"/>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7"/>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7"/>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7"/>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7"/>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7"/>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7"/>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7"/>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7"/>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7"/>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7"/>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7"/>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7"/>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7"/>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7"/>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7"/>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7"/>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7"/>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7"/>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7"/>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7"/>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7"/>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7"/>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7"/>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7"/>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7"/>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7"/>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7"/>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7"/>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7"/>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7"/>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7"/>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7"/>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7"/>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7"/>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7"/>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7"/>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7"/>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7"/>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7"/>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7"/>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7"/>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7"/>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7"/>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7"/>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7"/>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7"/>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7"/>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7"/>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7"/>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7"/>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7"/>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7"/>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7"/>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7"/>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7"/>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7"/>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7"/>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7"/>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7"/>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7"/>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7"/>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7"/>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7"/>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7"/>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7"/>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7"/>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7"/>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7"/>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7"/>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7"/>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7"/>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7"/>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7"/>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7"/>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7"/>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7"/>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7"/>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7"/>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7"/>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7"/>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7"/>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7"/>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7"/>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7"/>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7"/>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7"/>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7"/>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7"/>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7"/>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7"/>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7"/>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7"/>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7"/>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7"/>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7"/>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7"/>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7"/>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7"/>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7"/>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7"/>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7"/>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7"/>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7"/>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7"/>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7"/>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7"/>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7"/>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7"/>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7"/>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7"/>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7"/>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7"/>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7"/>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7"/>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7"/>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7"/>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7"/>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7"/>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7"/>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7"/>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7"/>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7"/>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7"/>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7"/>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7"/>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7"/>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7"/>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7"/>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7"/>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7"/>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7"/>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7"/>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7"/>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7"/>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7"/>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7"/>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7"/>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7"/>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7"/>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7"/>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7"/>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7"/>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7"/>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7"/>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7"/>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7"/>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7"/>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7"/>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7"/>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7"/>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7"/>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7"/>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7"/>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7"/>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7"/>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7"/>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7"/>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7"/>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7"/>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7"/>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7"/>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7"/>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7"/>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7"/>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7"/>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7"/>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7"/>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7"/>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7"/>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7"/>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7"/>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7"/>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7"/>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7"/>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7"/>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7"/>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7"/>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7"/>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7"/>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7"/>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7"/>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7"/>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7"/>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7"/>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7"/>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7"/>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7"/>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7"/>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7"/>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7"/>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7"/>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7"/>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7"/>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7"/>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7"/>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7"/>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7"/>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7"/>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7"/>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7"/>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7"/>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7"/>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7"/>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7"/>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7"/>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7"/>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7"/>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7"/>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7"/>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7"/>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7"/>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7"/>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7"/>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7"/>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7"/>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7"/>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7"/>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7"/>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7"/>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7"/>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7"/>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7"/>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7"/>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7"/>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7"/>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7"/>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7"/>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7"/>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7"/>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7"/>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7"/>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7"/>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7"/>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7"/>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7"/>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7"/>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7"/>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7"/>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7"/>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7"/>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7"/>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7"/>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7"/>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7"/>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7"/>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7"/>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7"/>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7"/>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7"/>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7"/>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7"/>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7"/>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7"/>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7"/>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7"/>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7"/>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7"/>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7"/>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7"/>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7"/>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7"/>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7"/>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7"/>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7"/>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7"/>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7"/>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7"/>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7"/>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7"/>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7"/>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7"/>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7"/>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7"/>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7"/>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7"/>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7"/>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7"/>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7"/>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7"/>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7"/>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7"/>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7"/>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7"/>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7"/>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7"/>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7"/>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7"/>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7"/>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7"/>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7"/>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7"/>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7"/>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7"/>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7"/>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7"/>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7"/>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7"/>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7"/>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7"/>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7"/>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7"/>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7"/>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7"/>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7"/>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7"/>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7"/>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7"/>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7"/>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7"/>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7"/>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7"/>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7"/>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7"/>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7"/>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7"/>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7"/>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7"/>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7"/>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7"/>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7"/>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7"/>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7"/>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7"/>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7"/>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7"/>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7"/>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7"/>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7"/>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7"/>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7"/>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7"/>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7"/>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7"/>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7"/>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7"/>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7"/>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7"/>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7"/>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7"/>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7"/>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7"/>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7"/>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7"/>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7"/>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7"/>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7"/>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7"/>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7"/>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7"/>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7"/>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7"/>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7"/>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7"/>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7"/>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7"/>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7"/>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7"/>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7"/>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7"/>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7"/>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7"/>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7"/>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7"/>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7"/>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7"/>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7"/>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7"/>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7"/>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7"/>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7"/>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7"/>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7"/>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7"/>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7"/>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7"/>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7"/>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7"/>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7"/>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7"/>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7"/>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7"/>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7"/>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7"/>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7"/>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7"/>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7"/>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7"/>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7"/>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7"/>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7"/>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7"/>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7"/>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7"/>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7"/>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7"/>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7"/>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7"/>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7"/>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7"/>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7"/>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7"/>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7"/>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7"/>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7"/>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7"/>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7"/>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7"/>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7"/>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7"/>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7"/>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7"/>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7"/>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7"/>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7"/>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7"/>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7"/>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7"/>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7"/>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7"/>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7"/>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7"/>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7"/>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7"/>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7"/>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7"/>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7"/>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7"/>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7"/>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7"/>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7"/>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7"/>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7"/>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7"/>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7"/>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7"/>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7"/>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7"/>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7"/>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7"/>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7"/>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7"/>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7"/>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7"/>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7"/>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7"/>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7"/>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7"/>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7"/>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7"/>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7"/>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7"/>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7"/>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7"/>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7"/>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7"/>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7"/>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7"/>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7"/>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7"/>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7"/>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7"/>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7"/>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7"/>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7"/>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7"/>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7"/>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7"/>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7"/>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7"/>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7"/>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7"/>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7"/>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7"/>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7"/>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7"/>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7"/>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7"/>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7"/>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7"/>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7"/>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7"/>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7"/>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7"/>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7"/>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7"/>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7"/>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7"/>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7"/>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7"/>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7"/>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7"/>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7"/>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7"/>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7"/>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7"/>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7"/>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7"/>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7"/>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7"/>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7"/>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7"/>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7"/>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7"/>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7"/>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7"/>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7"/>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7"/>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7"/>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7"/>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7"/>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7"/>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7"/>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7"/>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7"/>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7"/>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7"/>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7"/>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7"/>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7"/>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7"/>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7"/>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7"/>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7"/>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7"/>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7"/>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7"/>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7"/>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7"/>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7"/>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7"/>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7"/>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7"/>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7"/>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7"/>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7"/>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7"/>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7"/>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7"/>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7"/>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7"/>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7"/>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7"/>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7"/>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57"/>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57"/>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7"/>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7"/>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7"/>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7"/>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7"/>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7"/>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7"/>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7"/>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7"/>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7"/>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7"/>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7"/>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7"/>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7"/>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7"/>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7"/>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7"/>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7"/>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7"/>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7"/>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7"/>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7"/>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7"/>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7"/>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7"/>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7"/>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7"/>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7"/>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7"/>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7"/>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7"/>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7"/>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7"/>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7"/>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7"/>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7"/>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7"/>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7"/>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7"/>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7"/>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7"/>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7"/>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7"/>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7"/>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7"/>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7"/>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7"/>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7"/>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7"/>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7"/>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7"/>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7"/>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7"/>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7"/>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7"/>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7"/>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7"/>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7"/>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7"/>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7"/>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7"/>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7"/>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7"/>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7"/>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7"/>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7"/>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7"/>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7"/>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7"/>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7"/>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7"/>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7"/>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7"/>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7"/>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7"/>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7"/>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7"/>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7"/>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7"/>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7"/>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7"/>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7"/>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7"/>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7"/>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7"/>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7"/>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7"/>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7"/>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7"/>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7"/>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7"/>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7"/>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7"/>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7"/>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7"/>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7"/>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7"/>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7"/>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7"/>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7"/>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7"/>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7"/>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7"/>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7"/>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7"/>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7"/>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7"/>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7"/>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7"/>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7"/>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7"/>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7"/>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7"/>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7"/>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7"/>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7"/>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57"/>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57"/>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7"/>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7"/>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7"/>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7"/>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7"/>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7"/>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7"/>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7"/>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7"/>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7"/>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7"/>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7"/>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7"/>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7"/>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7"/>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7"/>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7"/>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7"/>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7"/>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7"/>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7"/>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7"/>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7"/>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7"/>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7"/>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7"/>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7"/>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7"/>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7"/>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7"/>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7"/>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7"/>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7"/>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7"/>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7"/>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7"/>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7"/>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7"/>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7"/>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7"/>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7"/>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7"/>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7"/>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7"/>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7"/>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7"/>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7"/>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7"/>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7"/>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7"/>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7"/>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7"/>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7"/>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7"/>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7"/>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7"/>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7"/>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7"/>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7"/>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7"/>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7"/>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7"/>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7"/>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7"/>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7"/>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7"/>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7"/>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7"/>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7"/>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7"/>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7"/>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7"/>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7"/>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7"/>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7"/>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7"/>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7"/>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7"/>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7"/>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7"/>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7"/>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7"/>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7"/>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7"/>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7"/>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7"/>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7"/>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7"/>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7"/>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7"/>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7"/>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7"/>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7"/>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7"/>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7"/>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7"/>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7"/>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7"/>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7"/>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7"/>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7"/>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7"/>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7"/>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7"/>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7"/>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7"/>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7"/>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7"/>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7"/>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7"/>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7"/>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7"/>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7"/>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57"/>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57"/>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57"/>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57"/>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57"/>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57"/>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57"/>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7"/>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7"/>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7"/>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7"/>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7"/>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7"/>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57"/>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57"/>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7"/>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7"/>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7"/>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7"/>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57"/>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57"/>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57"/>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7"/>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57"/>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57"/>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57"/>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57"/>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57"/>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57"/>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57"/>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7"/>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57"/>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57"/>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57"/>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57"/>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57"/>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57"/>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57"/>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57"/>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57"/>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57"/>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57"/>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57"/>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57"/>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57"/>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57"/>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57"/>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57"/>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57"/>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57"/>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7"/>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57"/>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57"/>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7"/>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57"/>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57"/>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57"/>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57"/>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7"/>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57"/>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57"/>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7"/>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57"/>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57"/>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57"/>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57"/>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57"/>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57"/>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57"/>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57"/>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57"/>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57"/>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57"/>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57"/>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7"/>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7"/>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7"/>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7"/>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57"/>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57"/>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7"/>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7"/>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7"/>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7"/>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7"/>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57"/>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57"/>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57"/>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57"/>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57"/>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57"/>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57"/>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7"/>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7"/>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57"/>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57"/>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7"/>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7"/>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57"/>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57"/>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57"/>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57"/>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57"/>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7"/>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7"/>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57"/>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57"/>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57"/>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7"/>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7"/>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7"/>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7"/>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57"/>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57"/>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7"/>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7"/>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7"/>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7"/>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57"/>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57"/>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57"/>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57"/>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57"/>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57"/>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57"/>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57"/>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57"/>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57"/>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57"/>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57"/>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57"/>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57"/>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57"/>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57"/>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57"/>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57"/>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57"/>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57"/>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57"/>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57"/>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57"/>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57"/>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57"/>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57"/>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57"/>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57"/>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57"/>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57"/>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57"/>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57"/>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57"/>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57"/>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57"/>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57"/>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57"/>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57"/>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57"/>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57"/>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57"/>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57"/>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57"/>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57"/>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7"/>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7"/>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57"/>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57"/>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7"/>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7"/>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57"/>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57"/>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7"/>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7"/>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57"/>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57"/>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7"/>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7"/>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57"/>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57"/>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7"/>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7"/>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7"/>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7"/>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7"/>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7"/>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57"/>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57"/>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57"/>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57"/>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57"/>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57"/>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57"/>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7"/>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7"/>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7"/>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7"/>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7"/>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7"/>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57"/>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57"/>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7"/>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7"/>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7"/>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7"/>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7"/>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7"/>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57"/>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7"/>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7"/>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57"/>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57"/>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57"/>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57"/>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57"/>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57"/>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57"/>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57"/>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57"/>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57"/>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57"/>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57"/>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57"/>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57"/>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57"/>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57"/>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7"/>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7"/>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7"/>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7"/>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7"/>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7"/>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7"/>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7"/>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7"/>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7"/>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57"/>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7"/>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7"/>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7"/>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7"/>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7"/>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7"/>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7"/>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7"/>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57"/>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57"/>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7"/>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57"/>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7"/>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57"/>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57"/>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7"/>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7"/>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7"/>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7"/>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7"/>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7"/>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7"/>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7"/>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7"/>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7"/>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7"/>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7"/>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7"/>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7"/>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7"/>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7"/>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7"/>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7"/>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7"/>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7"/>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57"/>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57"/>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7"/>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7"/>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7"/>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57"/>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7"/>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7"/>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7"/>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57"/>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7"/>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57"/>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57"/>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57"/>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7"/>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7"/>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7"/>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7"/>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57"/>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57"/>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57"/>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57"/>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57"/>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57"/>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57"/>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57"/>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57"/>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57"/>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57"/>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57"/>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57"/>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57"/>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57"/>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57"/>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57"/>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57"/>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57"/>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57"/>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57"/>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57"/>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57"/>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57"/>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57"/>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57"/>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57"/>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57"/>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57"/>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57"/>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57"/>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57"/>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57"/>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57"/>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57"/>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57"/>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57"/>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57"/>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57"/>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57"/>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57"/>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57"/>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57"/>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57"/>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57"/>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57"/>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57"/>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57"/>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57"/>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57"/>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7"/>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7"/>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57"/>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57"/>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57"/>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57"/>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57"/>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57"/>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57"/>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57"/>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57"/>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57"/>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57"/>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7"/>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57"/>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57"/>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7"/>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7"/>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57"/>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57"/>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7"/>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57"/>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57"/>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57"/>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7"/>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7"/>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7"/>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57"/>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57"/>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57"/>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57"/>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57"/>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57"/>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57"/>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57"/>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57"/>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57"/>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7"/>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7"/>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57"/>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57"/>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57"/>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57"/>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7"/>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7"/>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57"/>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57"/>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7"/>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57"/>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57"/>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57"/>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7"/>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7"/>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57"/>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57"/>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7"/>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57"/>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57"/>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57"/>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7"/>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7"/>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57"/>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57"/>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7"/>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57"/>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57"/>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57"/>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57"/>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7"/>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7"/>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57"/>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57"/>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7"/>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57"/>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57"/>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57"/>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7"/>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7"/>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57"/>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57"/>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7"/>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57"/>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57"/>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57"/>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7"/>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7"/>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57"/>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57"/>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7"/>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57"/>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57"/>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57"/>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57"/>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57"/>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57"/>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57"/>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57"/>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57"/>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57"/>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57"/>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57"/>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57"/>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57"/>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57"/>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57"/>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7"/>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7"/>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7"/>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7"/>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7"/>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7"/>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7"/>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7"/>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7"/>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7"/>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7"/>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7"/>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7"/>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7"/>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7"/>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7"/>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7"/>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7"/>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7"/>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57"/>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57"/>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57"/>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57"/>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57"/>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57"/>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7"/>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7"/>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7"/>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7"/>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57"/>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57"/>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57"/>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57"/>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57"/>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57"/>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57"/>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57"/>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7"/>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7"/>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7"/>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7"/>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7"/>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7"/>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57"/>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57"/>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7"/>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57"/>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57"/>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7"/>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7"/>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7"/>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57"/>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57"/>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7"/>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7"/>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57"/>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57"/>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57"/>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57"/>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57"/>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7"/>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57"/>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57"/>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7"/>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57"/>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57"/>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57"/>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57"/>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7"/>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7"/>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57"/>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57"/>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7"/>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7"/>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7"/>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7"/>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57"/>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57"/>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7"/>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7"/>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7"/>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7"/>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57"/>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57"/>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7"/>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57"/>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7"/>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7"/>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57"/>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57"/>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57"/>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57"/>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7"/>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7"/>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57"/>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57"/>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57"/>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7"/>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57"/>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57"/>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57"/>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57"/>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57"/>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57"/>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57"/>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57"/>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57"/>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57"/>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57"/>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57"/>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7"/>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7"/>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7"/>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7"/>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7"/>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57"/>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57"/>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57"/>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57"/>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57"/>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57"/>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57"/>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57"/>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57"/>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57"/>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57"/>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57"/>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57"/>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57"/>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57"/>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57"/>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57"/>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57"/>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57"/>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57"/>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57"/>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57"/>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57"/>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57"/>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57"/>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57"/>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57"/>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57"/>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57"/>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57"/>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57"/>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57"/>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57"/>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57"/>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57"/>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57"/>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57"/>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57"/>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57"/>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57"/>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57"/>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57"/>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57"/>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57"/>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57"/>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57"/>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57"/>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57"/>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57"/>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57"/>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57"/>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57"/>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57"/>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57"/>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57"/>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57"/>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57"/>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7"/>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7"/>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7"/>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57"/>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57"/>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57"/>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57"/>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57"/>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57"/>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57"/>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57"/>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57"/>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57"/>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57"/>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57"/>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57"/>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57"/>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57"/>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57"/>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57"/>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57"/>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57"/>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57"/>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57"/>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57"/>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57"/>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7"/>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57"/>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57"/>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57"/>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57"/>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57"/>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57"/>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57"/>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57"/>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57"/>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57"/>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57"/>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57"/>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57"/>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57"/>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57"/>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7"/>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57"/>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57"/>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57"/>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57"/>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57"/>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57"/>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57"/>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57"/>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57"/>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57"/>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57"/>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57"/>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57"/>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57"/>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57"/>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57"/>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57"/>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57"/>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57"/>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57"/>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57"/>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57"/>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57"/>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9" name="Google Shape;7789;p57"/>
          <p:cNvGrpSpPr/>
          <p:nvPr/>
        </p:nvGrpSpPr>
        <p:grpSpPr>
          <a:xfrm>
            <a:off x="3416804" y="902588"/>
            <a:ext cx="2310381" cy="1488888"/>
            <a:chOff x="229225" y="549050"/>
            <a:chExt cx="7161750" cy="4615275"/>
          </a:xfrm>
        </p:grpSpPr>
        <p:sp>
          <p:nvSpPr>
            <p:cNvPr id="7790" name="Google Shape;7790;p57"/>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7"/>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7"/>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57"/>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57"/>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7"/>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7"/>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57"/>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57"/>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7"/>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7"/>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57"/>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57"/>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57"/>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7"/>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57"/>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57"/>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7"/>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57"/>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57"/>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57"/>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57"/>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57"/>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57"/>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57"/>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57"/>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57"/>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57"/>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57"/>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57"/>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57"/>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7"/>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57"/>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57"/>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57"/>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57"/>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57"/>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57"/>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7"/>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57"/>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57"/>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57"/>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7"/>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57"/>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57"/>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7"/>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57"/>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57"/>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57"/>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57"/>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57"/>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7"/>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57"/>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57"/>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57"/>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7"/>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7"/>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57"/>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57"/>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7"/>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57"/>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57"/>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57"/>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57"/>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57"/>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57"/>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57"/>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57"/>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57"/>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57"/>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57"/>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57"/>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57"/>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57"/>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57"/>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57"/>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57"/>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57"/>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57"/>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57"/>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57"/>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57"/>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57"/>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57"/>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57"/>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57"/>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57"/>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57"/>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57"/>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57"/>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57"/>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57"/>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57"/>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57"/>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57"/>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57"/>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57"/>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57"/>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57"/>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57"/>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57"/>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57"/>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57"/>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57"/>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57"/>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7" name="Google Shape;7907;p57"/>
          <p:cNvGrpSpPr/>
          <p:nvPr/>
        </p:nvGrpSpPr>
        <p:grpSpPr>
          <a:xfrm>
            <a:off x="3514722" y="2832485"/>
            <a:ext cx="2310282" cy="1374222"/>
            <a:chOff x="238125" y="732525"/>
            <a:chExt cx="7130500" cy="4241425"/>
          </a:xfrm>
        </p:grpSpPr>
        <p:sp>
          <p:nvSpPr>
            <p:cNvPr id="7908" name="Google Shape;7908;p57"/>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7"/>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57"/>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57"/>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57"/>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57"/>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7"/>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57"/>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57"/>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57"/>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57"/>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57"/>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7"/>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57"/>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57"/>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57"/>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7"/>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57"/>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57"/>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57"/>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7"/>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57"/>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57"/>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7"/>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57"/>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57"/>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57"/>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57"/>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7"/>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7"/>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7"/>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57"/>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57"/>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57"/>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7"/>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7"/>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7"/>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57"/>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57"/>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7"/>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57"/>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57"/>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57"/>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57"/>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57"/>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57"/>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57"/>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57"/>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57"/>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57"/>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57"/>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57"/>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57"/>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57"/>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57"/>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57"/>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57"/>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57"/>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57"/>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57"/>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57"/>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57"/>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57"/>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57"/>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57"/>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7"/>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57"/>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57"/>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7"/>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57"/>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57"/>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57"/>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57"/>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57"/>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7"/>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57"/>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57"/>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7"/>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57"/>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57"/>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7"/>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7"/>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7"/>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57"/>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57"/>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7"/>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7"/>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7"/>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57"/>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57"/>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7"/>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57"/>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57"/>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57"/>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57"/>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7"/>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7"/>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7"/>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57"/>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57"/>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7"/>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7"/>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7"/>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57"/>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7"/>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7"/>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7"/>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57"/>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57"/>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7"/>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7"/>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7"/>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57"/>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57"/>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025"/>
        <p:cNvGrpSpPr/>
        <p:nvPr/>
      </p:nvGrpSpPr>
      <p:grpSpPr>
        <a:xfrm>
          <a:off x="0" y="0"/>
          <a:ext cx="0" cy="0"/>
          <a:chOff x="0" y="0"/>
          <a:chExt cx="0" cy="0"/>
        </a:xfrm>
      </p:grpSpPr>
      <p:grpSp>
        <p:nvGrpSpPr>
          <p:cNvPr id="8026" name="Google Shape;8026;p58"/>
          <p:cNvGrpSpPr/>
          <p:nvPr/>
        </p:nvGrpSpPr>
        <p:grpSpPr>
          <a:xfrm>
            <a:off x="2100561" y="3398658"/>
            <a:ext cx="1102891" cy="760337"/>
            <a:chOff x="4967783" y="2151471"/>
            <a:chExt cx="3920692" cy="2702940"/>
          </a:xfrm>
        </p:grpSpPr>
        <p:grpSp>
          <p:nvGrpSpPr>
            <p:cNvPr id="8027" name="Google Shape;8027;p58"/>
            <p:cNvGrpSpPr/>
            <p:nvPr/>
          </p:nvGrpSpPr>
          <p:grpSpPr>
            <a:xfrm>
              <a:off x="5045709" y="2252109"/>
              <a:ext cx="3761071" cy="2501708"/>
              <a:chOff x="2691784" y="1805334"/>
              <a:chExt cx="3761071" cy="2501708"/>
            </a:xfrm>
          </p:grpSpPr>
          <p:sp>
            <p:nvSpPr>
              <p:cNvPr id="8028" name="Google Shape;8028;p58"/>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58"/>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8"/>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8"/>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8"/>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8"/>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58"/>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5" name="Google Shape;8035;p58"/>
            <p:cNvGrpSpPr/>
            <p:nvPr/>
          </p:nvGrpSpPr>
          <p:grpSpPr>
            <a:xfrm>
              <a:off x="4967783" y="2151471"/>
              <a:ext cx="3920692" cy="2702940"/>
              <a:chOff x="2613858" y="1704696"/>
              <a:chExt cx="3920692" cy="2702940"/>
            </a:xfrm>
          </p:grpSpPr>
          <p:sp>
            <p:nvSpPr>
              <p:cNvPr id="8036" name="Google Shape;8036;p58"/>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58"/>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58"/>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58"/>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58"/>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41" name="Google Shape;8041;p58"/>
          <p:cNvGrpSpPr/>
          <p:nvPr/>
        </p:nvGrpSpPr>
        <p:grpSpPr>
          <a:xfrm>
            <a:off x="3504470" y="1286935"/>
            <a:ext cx="1561911" cy="708580"/>
            <a:chOff x="3530532" y="1496185"/>
            <a:chExt cx="1561911" cy="708580"/>
          </a:xfrm>
        </p:grpSpPr>
        <p:grpSp>
          <p:nvGrpSpPr>
            <p:cNvPr id="8042" name="Google Shape;8042;p58"/>
            <p:cNvGrpSpPr/>
            <p:nvPr/>
          </p:nvGrpSpPr>
          <p:grpSpPr>
            <a:xfrm>
              <a:off x="3720318" y="1857562"/>
              <a:ext cx="1372125" cy="54"/>
              <a:chOff x="3720318" y="1857562"/>
              <a:chExt cx="1372125" cy="54"/>
            </a:xfrm>
          </p:grpSpPr>
          <p:cxnSp>
            <p:nvCxnSpPr>
              <p:cNvPr id="8043" name="Google Shape;8043;p58"/>
              <p:cNvCxnSpPr>
                <a:endCxn id="804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5" name="Google Shape;8045;p58"/>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6" name="Google Shape;8046;p58"/>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7" name="Google Shape;8047;p58"/>
              <p:cNvCxnSpPr>
                <a:stCxn id="804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8048" name="Google Shape;8048;p58"/>
            <p:cNvGrpSpPr/>
            <p:nvPr/>
          </p:nvGrpSpPr>
          <p:grpSpPr>
            <a:xfrm>
              <a:off x="3567462" y="1496185"/>
              <a:ext cx="286500" cy="272914"/>
              <a:chOff x="3567462" y="1496185"/>
              <a:chExt cx="286500" cy="272914"/>
            </a:xfrm>
          </p:grpSpPr>
          <p:cxnSp>
            <p:nvCxnSpPr>
              <p:cNvPr id="8049" name="Google Shape;8049;p58"/>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0" name="Google Shape;8050;p58"/>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1" name="Google Shape;8051;p58"/>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58"/>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53" name="Google Shape;8053;p58"/>
            <p:cNvGrpSpPr/>
            <p:nvPr/>
          </p:nvGrpSpPr>
          <p:grpSpPr>
            <a:xfrm>
              <a:off x="3929014" y="1960574"/>
              <a:ext cx="286500" cy="242342"/>
              <a:chOff x="3929014" y="1960574"/>
              <a:chExt cx="286500" cy="242342"/>
            </a:xfrm>
          </p:grpSpPr>
          <p:cxnSp>
            <p:nvCxnSpPr>
              <p:cNvPr id="8054" name="Google Shape;8054;p58"/>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8055" name="Google Shape;8055;p58"/>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58"/>
            <p:cNvGrpSpPr/>
            <p:nvPr/>
          </p:nvGrpSpPr>
          <p:grpSpPr>
            <a:xfrm>
              <a:off x="4290828" y="1496185"/>
              <a:ext cx="286500" cy="272914"/>
              <a:chOff x="4290828" y="1496185"/>
              <a:chExt cx="286500" cy="272914"/>
            </a:xfrm>
          </p:grpSpPr>
          <p:cxnSp>
            <p:nvCxnSpPr>
              <p:cNvPr id="8057" name="Google Shape;8057;p58"/>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8" name="Google Shape;8058;p58"/>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9" name="Google Shape;8059;p58"/>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58"/>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0" name="Google Shape;8060;p58"/>
            <p:cNvGrpSpPr/>
            <p:nvPr/>
          </p:nvGrpSpPr>
          <p:grpSpPr>
            <a:xfrm>
              <a:off x="4657726" y="1959674"/>
              <a:ext cx="286500" cy="245092"/>
              <a:chOff x="4657726" y="1959674"/>
              <a:chExt cx="286500" cy="245092"/>
            </a:xfrm>
          </p:grpSpPr>
          <p:cxnSp>
            <p:nvCxnSpPr>
              <p:cNvPr id="8061" name="Google Shape;8061;p58"/>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8062" name="Google Shape;8062;p58"/>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3" name="Google Shape;8063;p58"/>
          <p:cNvGrpSpPr/>
          <p:nvPr/>
        </p:nvGrpSpPr>
        <p:grpSpPr>
          <a:xfrm>
            <a:off x="3486489" y="2149032"/>
            <a:ext cx="1597032" cy="378649"/>
            <a:chOff x="3512551" y="2358282"/>
            <a:chExt cx="1597032" cy="378649"/>
          </a:xfrm>
        </p:grpSpPr>
        <p:grpSp>
          <p:nvGrpSpPr>
            <p:cNvPr id="8064" name="Google Shape;8064;p58"/>
            <p:cNvGrpSpPr/>
            <p:nvPr/>
          </p:nvGrpSpPr>
          <p:grpSpPr>
            <a:xfrm>
              <a:off x="3738198" y="2553002"/>
              <a:ext cx="1145834" cy="117"/>
              <a:chOff x="3738198" y="2553002"/>
              <a:chExt cx="1145834" cy="117"/>
            </a:xfrm>
          </p:grpSpPr>
          <p:cxnSp>
            <p:nvCxnSpPr>
              <p:cNvPr id="8065" name="Google Shape;8065;p58"/>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6" name="Google Shape;8066;p58"/>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7" name="Google Shape;8067;p58"/>
              <p:cNvCxnSpPr>
                <a:stCxn id="8068" idx="6"/>
                <a:endCxn id="806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8070" name="Google Shape;8070;p58"/>
            <p:cNvGrpSpPr/>
            <p:nvPr/>
          </p:nvGrpSpPr>
          <p:grpSpPr>
            <a:xfrm>
              <a:off x="3969644" y="2440153"/>
              <a:ext cx="225900" cy="296779"/>
              <a:chOff x="3969644" y="2440153"/>
              <a:chExt cx="225900" cy="296779"/>
            </a:xfrm>
          </p:grpSpPr>
          <p:cxnSp>
            <p:nvCxnSpPr>
              <p:cNvPr id="8071" name="Google Shape;8071;p58"/>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8069" name="Google Shape;8069;p58"/>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58"/>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3" name="Google Shape;8073;p58"/>
            <p:cNvGrpSpPr/>
            <p:nvPr/>
          </p:nvGrpSpPr>
          <p:grpSpPr>
            <a:xfrm>
              <a:off x="4426818" y="2358282"/>
              <a:ext cx="225600" cy="307471"/>
              <a:chOff x="4426818" y="2358282"/>
              <a:chExt cx="225600" cy="307471"/>
            </a:xfrm>
          </p:grpSpPr>
          <p:cxnSp>
            <p:nvCxnSpPr>
              <p:cNvPr id="8074" name="Google Shape;8074;p58"/>
              <p:cNvCxnSpPr>
                <a:stCxn id="807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8076" name="Google Shape;8076;p58"/>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58"/>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58"/>
            <p:cNvGrpSpPr/>
            <p:nvPr/>
          </p:nvGrpSpPr>
          <p:grpSpPr>
            <a:xfrm>
              <a:off x="4883984" y="2440153"/>
              <a:ext cx="225600" cy="296479"/>
              <a:chOff x="4883984" y="2440153"/>
              <a:chExt cx="225600" cy="296479"/>
            </a:xfrm>
          </p:grpSpPr>
          <p:cxnSp>
            <p:nvCxnSpPr>
              <p:cNvPr id="8078" name="Google Shape;8078;p58"/>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8079" name="Google Shape;8079;p58"/>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58"/>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58"/>
            <p:cNvGrpSpPr/>
            <p:nvPr/>
          </p:nvGrpSpPr>
          <p:grpSpPr>
            <a:xfrm>
              <a:off x="3512551" y="2358356"/>
              <a:ext cx="225647" cy="307629"/>
              <a:chOff x="2182679" y="2005014"/>
              <a:chExt cx="792300" cy="1080158"/>
            </a:xfrm>
          </p:grpSpPr>
          <p:cxnSp>
            <p:nvCxnSpPr>
              <p:cNvPr id="8082" name="Google Shape;8082;p58"/>
              <p:cNvCxnSpPr>
                <a:stCxn id="808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8068" name="Google Shape;8068;p58"/>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58"/>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84" name="Google Shape;8084;p58"/>
          <p:cNvGrpSpPr/>
          <p:nvPr/>
        </p:nvGrpSpPr>
        <p:grpSpPr>
          <a:xfrm>
            <a:off x="6846571" y="972829"/>
            <a:ext cx="1559809" cy="722610"/>
            <a:chOff x="634175" y="2986275"/>
            <a:chExt cx="3147949" cy="1458344"/>
          </a:xfrm>
        </p:grpSpPr>
        <p:cxnSp>
          <p:nvCxnSpPr>
            <p:cNvPr id="8085" name="Google Shape;8085;p58"/>
            <p:cNvCxnSpPr>
              <a:stCxn id="8086" idx="4"/>
              <a:endCxn id="808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8088" name="Google Shape;8088;p58"/>
            <p:cNvCxnSpPr>
              <a:stCxn id="8087" idx="0"/>
              <a:endCxn id="808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0" name="Google Shape;8090;p58"/>
            <p:cNvCxnSpPr>
              <a:stCxn id="8089" idx="4"/>
              <a:endCxn id="809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2" name="Google Shape;8092;p58"/>
            <p:cNvCxnSpPr>
              <a:stCxn id="8091" idx="0"/>
              <a:endCxn id="809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8093" name="Google Shape;8093;p58"/>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9" name="Google Shape;8089;p58"/>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6" name="Google Shape;8086;p58"/>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91" name="Google Shape;8091;p58"/>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7" name="Google Shape;8087;p58"/>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094" name="Google Shape;8094;p58"/>
          <p:cNvGrpSpPr/>
          <p:nvPr/>
        </p:nvGrpSpPr>
        <p:grpSpPr>
          <a:xfrm>
            <a:off x="3500361" y="2682737"/>
            <a:ext cx="1570719" cy="294123"/>
            <a:chOff x="998425" y="1182125"/>
            <a:chExt cx="1065400" cy="199500"/>
          </a:xfrm>
        </p:grpSpPr>
        <p:sp>
          <p:nvSpPr>
            <p:cNvPr id="8095" name="Google Shape;8095;p58"/>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58"/>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58"/>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58"/>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58"/>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0" name="Google Shape;8100;p58"/>
          <p:cNvGrpSpPr/>
          <p:nvPr/>
        </p:nvGrpSpPr>
        <p:grpSpPr>
          <a:xfrm>
            <a:off x="6843617" y="1800224"/>
            <a:ext cx="1565716" cy="366729"/>
            <a:chOff x="1247650" y="2075423"/>
            <a:chExt cx="6648477" cy="1557238"/>
          </a:xfrm>
        </p:grpSpPr>
        <p:sp>
          <p:nvSpPr>
            <p:cNvPr id="8101" name="Google Shape;8101;p5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5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5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5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5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7" name="Google Shape;8107;p58"/>
          <p:cNvGrpSpPr/>
          <p:nvPr/>
        </p:nvGrpSpPr>
        <p:grpSpPr>
          <a:xfrm>
            <a:off x="6827929" y="2949039"/>
            <a:ext cx="1597061" cy="663440"/>
            <a:chOff x="6796238" y="3158297"/>
            <a:chExt cx="1630319" cy="677257"/>
          </a:xfrm>
        </p:grpSpPr>
        <p:cxnSp>
          <p:nvCxnSpPr>
            <p:cNvPr id="8108" name="Google Shape;8108;p58"/>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09" name="Google Shape;8109;p58"/>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10" name="Google Shape;8110;p58"/>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8111" name="Google Shape;8111;p58"/>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8112" name="Google Shape;8112;p58"/>
            <p:cNvGrpSpPr/>
            <p:nvPr/>
          </p:nvGrpSpPr>
          <p:grpSpPr>
            <a:xfrm>
              <a:off x="6796238" y="3311904"/>
              <a:ext cx="1630319" cy="377697"/>
              <a:chOff x="6796238" y="3311904"/>
              <a:chExt cx="1630319" cy="377697"/>
            </a:xfrm>
          </p:grpSpPr>
          <p:sp>
            <p:nvSpPr>
              <p:cNvPr id="8113" name="Google Shape;8113;p58"/>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16" name="Google Shape;8116;p58"/>
          <p:cNvGrpSpPr/>
          <p:nvPr/>
        </p:nvGrpSpPr>
        <p:grpSpPr>
          <a:xfrm>
            <a:off x="5349067" y="970431"/>
            <a:ext cx="1368606" cy="1593805"/>
            <a:chOff x="1839112" y="2209163"/>
            <a:chExt cx="1918159" cy="2233784"/>
          </a:xfrm>
        </p:grpSpPr>
        <p:sp>
          <p:nvSpPr>
            <p:cNvPr id="8117" name="Google Shape;8117;p58"/>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58"/>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58"/>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0" name="Google Shape;8120;p58"/>
            <p:cNvCxnSpPr>
              <a:stCxn id="8117" idx="6"/>
              <a:endCxn id="811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1" name="Google Shape;8121;p58"/>
            <p:cNvCxnSpPr>
              <a:stCxn id="8118" idx="4"/>
              <a:endCxn id="812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8123" name="Google Shape;8123;p58"/>
            <p:cNvCxnSpPr>
              <a:stCxn id="8122" idx="6"/>
              <a:endCxn id="811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4" name="Google Shape;8124;p58"/>
            <p:cNvCxnSpPr>
              <a:stCxn id="8119" idx="4"/>
              <a:endCxn id="812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8122" name="Google Shape;8122;p58"/>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58"/>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7" name="Google Shape;8127;p58"/>
            <p:cNvCxnSpPr>
              <a:endCxn id="812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8128" name="Google Shape;8128;p58"/>
          <p:cNvGrpSpPr/>
          <p:nvPr/>
        </p:nvGrpSpPr>
        <p:grpSpPr>
          <a:xfrm>
            <a:off x="3481440" y="976667"/>
            <a:ext cx="1637968" cy="154942"/>
            <a:chOff x="238125" y="2506075"/>
            <a:chExt cx="7115411" cy="673075"/>
          </a:xfrm>
        </p:grpSpPr>
        <p:sp>
          <p:nvSpPr>
            <p:cNvPr id="8129" name="Google Shape;8129;p58"/>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58"/>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58"/>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58"/>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58"/>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4" name="Google Shape;8134;p58"/>
          <p:cNvGrpSpPr/>
          <p:nvPr/>
        </p:nvGrpSpPr>
        <p:grpSpPr>
          <a:xfrm>
            <a:off x="720125" y="1298264"/>
            <a:ext cx="2476762" cy="91743"/>
            <a:chOff x="1464850" y="436376"/>
            <a:chExt cx="6001362" cy="222300"/>
          </a:xfrm>
        </p:grpSpPr>
        <p:sp>
          <p:nvSpPr>
            <p:cNvPr id="8135" name="Google Shape;8135;p58"/>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40" name="Google Shape;8140;p58"/>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1" name="Google Shape;8141;p58"/>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2" name="Google Shape;8142;p58"/>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3" name="Google Shape;8143;p58"/>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8144" name="Google Shape;8144;p58"/>
          <p:cNvGrpSpPr/>
          <p:nvPr/>
        </p:nvGrpSpPr>
        <p:grpSpPr>
          <a:xfrm>
            <a:off x="706392" y="2533730"/>
            <a:ext cx="1452710" cy="651923"/>
            <a:chOff x="803162" y="2667727"/>
            <a:chExt cx="1411906" cy="633611"/>
          </a:xfrm>
        </p:grpSpPr>
        <p:cxnSp>
          <p:nvCxnSpPr>
            <p:cNvPr id="8145" name="Google Shape;8145;p58"/>
            <p:cNvCxnSpPr>
              <a:stCxn id="8146" idx="2"/>
              <a:endCxn id="814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48" name="Google Shape;8148;p58"/>
            <p:cNvCxnSpPr>
              <a:stCxn id="8149" idx="0"/>
              <a:endCxn id="814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0" name="Google Shape;8150;p58"/>
            <p:cNvCxnSpPr>
              <a:stCxn id="8149" idx="2"/>
              <a:endCxn id="815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2" name="Google Shape;8152;p58"/>
            <p:cNvCxnSpPr>
              <a:stCxn id="8153" idx="0"/>
              <a:endCxn id="814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4" name="Google Shape;8154;p58"/>
            <p:cNvCxnSpPr>
              <a:stCxn id="8147" idx="2"/>
              <a:endCxn id="815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6" name="Google Shape;8156;p58"/>
            <p:cNvCxnSpPr>
              <a:stCxn id="8157" idx="0"/>
              <a:endCxn id="814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8153" name="Google Shape;8153;p58"/>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1" name="Google Shape;8151;p58"/>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7" name="Google Shape;8157;p58"/>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5" name="Google Shape;8155;p58"/>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7" name="Google Shape;8147;p58"/>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9" name="Google Shape;8149;p58"/>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6" name="Google Shape;8146;p58"/>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8158" name="Google Shape;8158;p58"/>
          <p:cNvGrpSpPr/>
          <p:nvPr/>
        </p:nvGrpSpPr>
        <p:grpSpPr>
          <a:xfrm>
            <a:off x="706394" y="969268"/>
            <a:ext cx="2518541" cy="209309"/>
            <a:chOff x="803163" y="1111966"/>
            <a:chExt cx="2447800" cy="203430"/>
          </a:xfrm>
        </p:grpSpPr>
        <p:grpSp>
          <p:nvGrpSpPr>
            <p:cNvPr id="8159" name="Google Shape;8159;p58"/>
            <p:cNvGrpSpPr/>
            <p:nvPr/>
          </p:nvGrpSpPr>
          <p:grpSpPr>
            <a:xfrm>
              <a:off x="1958180" y="1111966"/>
              <a:ext cx="588019" cy="121396"/>
              <a:chOff x="4808316" y="2800065"/>
              <a:chExt cx="1999386" cy="412910"/>
            </a:xfrm>
          </p:grpSpPr>
          <p:sp>
            <p:nvSpPr>
              <p:cNvPr id="8160" name="Google Shape;8160;p58"/>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1" name="Google Shape;8161;p58"/>
              <p:cNvGrpSpPr/>
              <p:nvPr/>
            </p:nvGrpSpPr>
            <p:grpSpPr>
              <a:xfrm>
                <a:off x="4808316" y="2800065"/>
                <a:ext cx="92400" cy="411825"/>
                <a:chOff x="845575" y="2563700"/>
                <a:chExt cx="92400" cy="411825"/>
              </a:xfrm>
            </p:grpSpPr>
            <p:cxnSp>
              <p:nvCxnSpPr>
                <p:cNvPr id="8162" name="Google Shape;8162;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3" name="Google Shape;8163;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8164" name="Google Shape;8164;p58"/>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8165" name="Google Shape;8165;p58"/>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6" name="Google Shape;8166;p58"/>
            <p:cNvGrpSpPr/>
            <p:nvPr/>
          </p:nvGrpSpPr>
          <p:grpSpPr>
            <a:xfrm>
              <a:off x="803163" y="1111974"/>
              <a:ext cx="591158" cy="121545"/>
              <a:chOff x="803163" y="1111974"/>
              <a:chExt cx="591158" cy="121545"/>
            </a:xfrm>
          </p:grpSpPr>
          <p:grpSp>
            <p:nvGrpSpPr>
              <p:cNvPr id="8167" name="Google Shape;8167;p58"/>
              <p:cNvGrpSpPr/>
              <p:nvPr/>
            </p:nvGrpSpPr>
            <p:grpSpPr>
              <a:xfrm>
                <a:off x="803163" y="1111974"/>
                <a:ext cx="27175" cy="121077"/>
                <a:chOff x="845575" y="2563700"/>
                <a:chExt cx="92400" cy="411825"/>
              </a:xfrm>
            </p:grpSpPr>
            <p:cxnSp>
              <p:nvCxnSpPr>
                <p:cNvPr id="8168" name="Google Shape;8168;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9" name="Google Shape;8169;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58"/>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58"/>
            <p:cNvGrpSpPr/>
            <p:nvPr/>
          </p:nvGrpSpPr>
          <p:grpSpPr>
            <a:xfrm>
              <a:off x="1381910" y="1194219"/>
              <a:ext cx="588341" cy="121177"/>
              <a:chOff x="1381910" y="1194219"/>
              <a:chExt cx="588341" cy="121177"/>
            </a:xfrm>
          </p:grpSpPr>
          <p:grpSp>
            <p:nvGrpSpPr>
              <p:cNvPr id="8172" name="Google Shape;8172;p58"/>
              <p:cNvGrpSpPr/>
              <p:nvPr/>
            </p:nvGrpSpPr>
            <p:grpSpPr>
              <a:xfrm rot="10800000">
                <a:off x="1381910" y="1194319"/>
                <a:ext cx="27175" cy="121077"/>
                <a:chOff x="2070100" y="2563700"/>
                <a:chExt cx="92400" cy="411825"/>
              </a:xfrm>
            </p:grpSpPr>
            <p:cxnSp>
              <p:nvCxnSpPr>
                <p:cNvPr id="8173" name="Google Shape;8173;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4" name="Google Shape;8174;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5" name="Google Shape;8175;p58"/>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58"/>
            <p:cNvGrpSpPr/>
            <p:nvPr/>
          </p:nvGrpSpPr>
          <p:grpSpPr>
            <a:xfrm>
              <a:off x="2532079" y="1194219"/>
              <a:ext cx="704927" cy="121177"/>
              <a:chOff x="2532079" y="1194219"/>
              <a:chExt cx="704927" cy="121177"/>
            </a:xfrm>
          </p:grpSpPr>
          <p:grpSp>
            <p:nvGrpSpPr>
              <p:cNvPr id="8177" name="Google Shape;8177;p58"/>
              <p:cNvGrpSpPr/>
              <p:nvPr/>
            </p:nvGrpSpPr>
            <p:grpSpPr>
              <a:xfrm rot="10800000">
                <a:off x="2532079" y="1194319"/>
                <a:ext cx="27175" cy="121077"/>
                <a:chOff x="2070100" y="2563700"/>
                <a:chExt cx="92400" cy="411825"/>
              </a:xfrm>
            </p:grpSpPr>
            <p:cxnSp>
              <p:nvCxnSpPr>
                <p:cNvPr id="8178" name="Google Shape;8178;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9" name="Google Shape;8179;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80" name="Google Shape;8180;p58"/>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81" name="Google Shape;8181;p58"/>
          <p:cNvGrpSpPr/>
          <p:nvPr/>
        </p:nvGrpSpPr>
        <p:grpSpPr>
          <a:xfrm>
            <a:off x="3499404" y="3665900"/>
            <a:ext cx="1567778" cy="491677"/>
            <a:chOff x="5194708" y="3484366"/>
            <a:chExt cx="3148148" cy="987304"/>
          </a:xfrm>
        </p:grpSpPr>
        <p:grpSp>
          <p:nvGrpSpPr>
            <p:cNvPr id="8182" name="Google Shape;8182;p58"/>
            <p:cNvGrpSpPr/>
            <p:nvPr/>
          </p:nvGrpSpPr>
          <p:grpSpPr>
            <a:xfrm>
              <a:off x="7531521" y="3484366"/>
              <a:ext cx="811335" cy="987304"/>
              <a:chOff x="3379425" y="1617275"/>
              <a:chExt cx="1090650" cy="1327200"/>
            </a:xfrm>
          </p:grpSpPr>
          <p:sp>
            <p:nvSpPr>
              <p:cNvPr id="8183" name="Google Shape;8183;p58"/>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58"/>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58"/>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6" name="Google Shape;8186;p58"/>
            <p:cNvGrpSpPr/>
            <p:nvPr/>
          </p:nvGrpSpPr>
          <p:grpSpPr>
            <a:xfrm>
              <a:off x="6752546" y="3484366"/>
              <a:ext cx="811428" cy="987304"/>
              <a:chOff x="2332275" y="1617275"/>
              <a:chExt cx="1090775" cy="1327200"/>
            </a:xfrm>
          </p:grpSpPr>
          <p:sp>
            <p:nvSpPr>
              <p:cNvPr id="8187" name="Google Shape;8187;p58"/>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58"/>
            <p:cNvGrpSpPr/>
            <p:nvPr/>
          </p:nvGrpSpPr>
          <p:grpSpPr>
            <a:xfrm>
              <a:off x="5973664" y="3484366"/>
              <a:ext cx="811335" cy="987304"/>
              <a:chOff x="1285250" y="1617275"/>
              <a:chExt cx="1090650" cy="1327200"/>
            </a:xfrm>
          </p:grpSpPr>
          <p:sp>
            <p:nvSpPr>
              <p:cNvPr id="8191" name="Google Shape;8191;p58"/>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4" name="Google Shape;8194;p58"/>
            <p:cNvGrpSpPr/>
            <p:nvPr/>
          </p:nvGrpSpPr>
          <p:grpSpPr>
            <a:xfrm>
              <a:off x="5194708" y="3484366"/>
              <a:ext cx="811409" cy="987304"/>
              <a:chOff x="238125" y="1617275"/>
              <a:chExt cx="1090750" cy="1327200"/>
            </a:xfrm>
          </p:grpSpPr>
          <p:sp>
            <p:nvSpPr>
              <p:cNvPr id="8195" name="Google Shape;8195;p58"/>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58"/>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58"/>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8" name="Google Shape;8198;p58"/>
          <p:cNvGrpSpPr/>
          <p:nvPr/>
        </p:nvGrpSpPr>
        <p:grpSpPr>
          <a:xfrm>
            <a:off x="3460013" y="3146311"/>
            <a:ext cx="1616964" cy="346256"/>
            <a:chOff x="1808063" y="4294338"/>
            <a:chExt cx="3370782" cy="721817"/>
          </a:xfrm>
        </p:grpSpPr>
        <p:sp>
          <p:nvSpPr>
            <p:cNvPr id="8199" name="Google Shape;8199;p58"/>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58"/>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58"/>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58"/>
          <p:cNvGrpSpPr/>
          <p:nvPr/>
        </p:nvGrpSpPr>
        <p:grpSpPr>
          <a:xfrm>
            <a:off x="738225" y="3432340"/>
            <a:ext cx="1295882" cy="646587"/>
            <a:chOff x="834100" y="3642869"/>
            <a:chExt cx="1259483" cy="628426"/>
          </a:xfrm>
        </p:grpSpPr>
        <p:sp>
          <p:nvSpPr>
            <p:cNvPr id="8210" name="Google Shape;8210;p58"/>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58"/>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58"/>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58"/>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58"/>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58"/>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58"/>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58"/>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58"/>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58"/>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58"/>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58"/>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58"/>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58"/>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58"/>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58"/>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58"/>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58"/>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58"/>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58"/>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58"/>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58"/>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5" name="Google Shape;8235;p58"/>
            <p:cNvGrpSpPr/>
            <p:nvPr/>
          </p:nvGrpSpPr>
          <p:grpSpPr>
            <a:xfrm>
              <a:off x="1360364" y="3847835"/>
              <a:ext cx="208119" cy="224359"/>
              <a:chOff x="1360769" y="3847100"/>
              <a:chExt cx="208119" cy="224359"/>
            </a:xfrm>
          </p:grpSpPr>
          <p:sp>
            <p:nvSpPr>
              <p:cNvPr id="8236" name="Google Shape;8236;p58"/>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58"/>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58"/>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58"/>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58"/>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58"/>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58"/>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58"/>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58"/>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58"/>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58"/>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58"/>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58"/>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58"/>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58"/>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58"/>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58"/>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56" name="Google Shape;8256;p58"/>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58"/>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58"/>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58"/>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58"/>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58"/>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58"/>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58"/>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58"/>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58"/>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58"/>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0" name="Google Shape;8270;p58"/>
          <p:cNvGrpSpPr/>
          <p:nvPr/>
        </p:nvGrpSpPr>
        <p:grpSpPr>
          <a:xfrm rot="5400000">
            <a:off x="5951338" y="3228837"/>
            <a:ext cx="164064" cy="1414916"/>
            <a:chOff x="4428249" y="1369375"/>
            <a:chExt cx="36905" cy="429569"/>
          </a:xfrm>
        </p:grpSpPr>
        <p:sp>
          <p:nvSpPr>
            <p:cNvPr id="8271" name="Google Shape;8271;p58"/>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58"/>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8"/>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58"/>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58"/>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8"/>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58"/>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58"/>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8"/>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58"/>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58"/>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58"/>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58"/>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58"/>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58"/>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58"/>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58"/>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58"/>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58"/>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58"/>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58"/>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58"/>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58"/>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58"/>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58"/>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58"/>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8"/>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8"/>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8"/>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8"/>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8"/>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8"/>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3" name="Google Shape;8303;p58"/>
          <p:cNvGrpSpPr/>
          <p:nvPr/>
        </p:nvGrpSpPr>
        <p:grpSpPr>
          <a:xfrm rot="10800000" flipH="1">
            <a:off x="5323767" y="2817380"/>
            <a:ext cx="1419207" cy="24808"/>
            <a:chOff x="219558" y="4738465"/>
            <a:chExt cx="5852400" cy="102300"/>
          </a:xfrm>
        </p:grpSpPr>
        <p:cxnSp>
          <p:nvCxnSpPr>
            <p:cNvPr id="8304" name="Google Shape;8304;p58"/>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8305" name="Google Shape;8305;p58"/>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8"/>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8"/>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8"/>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58"/>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0" name="Google Shape;8310;p58"/>
          <p:cNvGrpSpPr/>
          <p:nvPr/>
        </p:nvGrpSpPr>
        <p:grpSpPr>
          <a:xfrm>
            <a:off x="5335086" y="3190444"/>
            <a:ext cx="1396570" cy="385016"/>
            <a:chOff x="5286284" y="2966544"/>
            <a:chExt cx="1396570" cy="385016"/>
          </a:xfrm>
        </p:grpSpPr>
        <p:cxnSp>
          <p:nvCxnSpPr>
            <p:cNvPr id="8311" name="Google Shape;8311;p58"/>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8312" name="Google Shape;8312;p58"/>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8313" name="Google Shape;8313;p58"/>
            <p:cNvGrpSpPr/>
            <p:nvPr/>
          </p:nvGrpSpPr>
          <p:grpSpPr>
            <a:xfrm>
              <a:off x="5287688" y="3173364"/>
              <a:ext cx="1395166" cy="74100"/>
              <a:chOff x="5287688" y="3173364"/>
              <a:chExt cx="1395166" cy="74100"/>
            </a:xfrm>
          </p:grpSpPr>
          <p:cxnSp>
            <p:nvCxnSpPr>
              <p:cNvPr id="8314" name="Google Shape;8314;p58"/>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8315" name="Google Shape;8315;p58"/>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8316" name="Google Shape;8316;p58"/>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7" name="Google Shape;8317;p58"/>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8" name="Google Shape;8318;p58"/>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9" name="Google Shape;8319;p58"/>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0" name="Google Shape;8320;p58"/>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1" name="Google Shape;8321;p58"/>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8322" name="Google Shape;8322;p58"/>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8323" name="Google Shape;8323;p58"/>
          <p:cNvGrpSpPr/>
          <p:nvPr/>
        </p:nvGrpSpPr>
        <p:grpSpPr>
          <a:xfrm>
            <a:off x="2021151" y="1609220"/>
            <a:ext cx="1182276" cy="662027"/>
            <a:chOff x="2029517" y="1732295"/>
            <a:chExt cx="1149068" cy="643432"/>
          </a:xfrm>
        </p:grpSpPr>
        <p:grpSp>
          <p:nvGrpSpPr>
            <p:cNvPr id="8324" name="Google Shape;8324;p58"/>
            <p:cNvGrpSpPr/>
            <p:nvPr/>
          </p:nvGrpSpPr>
          <p:grpSpPr>
            <a:xfrm>
              <a:off x="2708660" y="1746937"/>
              <a:ext cx="455427" cy="244429"/>
              <a:chOff x="2700693" y="1746937"/>
              <a:chExt cx="455427" cy="244429"/>
            </a:xfrm>
          </p:grpSpPr>
          <p:grpSp>
            <p:nvGrpSpPr>
              <p:cNvPr id="8325" name="Google Shape;8325;p58"/>
              <p:cNvGrpSpPr/>
              <p:nvPr/>
            </p:nvGrpSpPr>
            <p:grpSpPr>
              <a:xfrm>
                <a:off x="2905682" y="1782817"/>
                <a:ext cx="250438" cy="208549"/>
                <a:chOff x="2905682" y="1782817"/>
                <a:chExt cx="250438" cy="208549"/>
              </a:xfrm>
            </p:grpSpPr>
            <p:cxnSp>
              <p:nvCxnSpPr>
                <p:cNvPr id="8326" name="Google Shape;8326;p58"/>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27" name="Google Shape;8327;p58"/>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8" name="Google Shape;8328;p58"/>
              <p:cNvGrpSpPr/>
              <p:nvPr/>
            </p:nvGrpSpPr>
            <p:grpSpPr>
              <a:xfrm>
                <a:off x="2700693" y="1746937"/>
                <a:ext cx="449967" cy="72374"/>
                <a:chOff x="2700693" y="1746937"/>
                <a:chExt cx="449967" cy="72374"/>
              </a:xfrm>
            </p:grpSpPr>
            <p:cxnSp>
              <p:nvCxnSpPr>
                <p:cNvPr id="8329" name="Google Shape;8329;p58"/>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0" name="Google Shape;8330;p58"/>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1" name="Google Shape;8331;p58"/>
            <p:cNvGrpSpPr/>
            <p:nvPr/>
          </p:nvGrpSpPr>
          <p:grpSpPr>
            <a:xfrm>
              <a:off x="2029517" y="1732295"/>
              <a:ext cx="1149068" cy="643432"/>
              <a:chOff x="2029517" y="1732295"/>
              <a:chExt cx="1149068" cy="643432"/>
            </a:xfrm>
          </p:grpSpPr>
          <p:grpSp>
            <p:nvGrpSpPr>
              <p:cNvPr id="8332" name="Google Shape;8332;p58"/>
              <p:cNvGrpSpPr/>
              <p:nvPr/>
            </p:nvGrpSpPr>
            <p:grpSpPr>
              <a:xfrm>
                <a:off x="2703618" y="2103152"/>
                <a:ext cx="474966" cy="260017"/>
                <a:chOff x="2703618" y="2103152"/>
                <a:chExt cx="474966" cy="260017"/>
              </a:xfrm>
            </p:grpSpPr>
            <p:grpSp>
              <p:nvGrpSpPr>
                <p:cNvPr id="8333" name="Google Shape;8333;p58"/>
                <p:cNvGrpSpPr/>
                <p:nvPr/>
              </p:nvGrpSpPr>
              <p:grpSpPr>
                <a:xfrm>
                  <a:off x="2703618" y="2290640"/>
                  <a:ext cx="450291" cy="72529"/>
                  <a:chOff x="2703618" y="2290640"/>
                  <a:chExt cx="450291" cy="72529"/>
                </a:xfrm>
              </p:grpSpPr>
              <p:cxnSp>
                <p:nvCxnSpPr>
                  <p:cNvPr id="8334" name="Google Shape;8334;p58"/>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5" name="Google Shape;8335;p58"/>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6" name="Google Shape;8336;p58"/>
                <p:cNvGrpSpPr/>
                <p:nvPr/>
              </p:nvGrpSpPr>
              <p:grpSpPr>
                <a:xfrm>
                  <a:off x="2908607" y="2103152"/>
                  <a:ext cx="269977" cy="223538"/>
                  <a:chOff x="2908607" y="2103152"/>
                  <a:chExt cx="269977" cy="223538"/>
                </a:xfrm>
              </p:grpSpPr>
              <p:cxnSp>
                <p:nvCxnSpPr>
                  <p:cNvPr id="8337" name="Google Shape;8337;p58"/>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8" name="Google Shape;8338;p58"/>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9" name="Google Shape;8339;p58"/>
              <p:cNvGrpSpPr/>
              <p:nvPr/>
            </p:nvGrpSpPr>
            <p:grpSpPr>
              <a:xfrm>
                <a:off x="2029517" y="1732295"/>
                <a:ext cx="685827" cy="643432"/>
                <a:chOff x="2029517" y="1732295"/>
                <a:chExt cx="685827" cy="643432"/>
              </a:xfrm>
            </p:grpSpPr>
            <p:sp>
              <p:nvSpPr>
                <p:cNvPr id="8340" name="Google Shape;8340;p58"/>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1" name="Google Shape;8341;p58"/>
                <p:cNvGrpSpPr/>
                <p:nvPr/>
              </p:nvGrpSpPr>
              <p:grpSpPr>
                <a:xfrm>
                  <a:off x="2158948" y="1732295"/>
                  <a:ext cx="556396" cy="333108"/>
                  <a:chOff x="2158948" y="1732295"/>
                  <a:chExt cx="556396" cy="333108"/>
                </a:xfrm>
              </p:grpSpPr>
              <p:cxnSp>
                <p:nvCxnSpPr>
                  <p:cNvPr id="8342" name="Google Shape;8342;p58"/>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3" name="Google Shape;8343;p58"/>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58"/>
                <p:cNvGrpSpPr/>
                <p:nvPr/>
              </p:nvGrpSpPr>
              <p:grpSpPr>
                <a:xfrm>
                  <a:off x="2159908" y="2065057"/>
                  <a:ext cx="550884" cy="310670"/>
                  <a:chOff x="2159908" y="2065057"/>
                  <a:chExt cx="550884" cy="310670"/>
                </a:xfrm>
              </p:grpSpPr>
              <p:cxnSp>
                <p:nvCxnSpPr>
                  <p:cNvPr id="8345" name="Google Shape;8345;p58"/>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6" name="Google Shape;8346;p58"/>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8347" name="Google Shape;8347;p58"/>
          <p:cNvGrpSpPr/>
          <p:nvPr/>
        </p:nvGrpSpPr>
        <p:grpSpPr>
          <a:xfrm>
            <a:off x="706400" y="1556833"/>
            <a:ext cx="962651" cy="810058"/>
            <a:chOff x="844912" y="1681380"/>
            <a:chExt cx="935611" cy="787305"/>
          </a:xfrm>
        </p:grpSpPr>
        <p:grpSp>
          <p:nvGrpSpPr>
            <p:cNvPr id="8348" name="Google Shape;8348;p58"/>
            <p:cNvGrpSpPr/>
            <p:nvPr/>
          </p:nvGrpSpPr>
          <p:grpSpPr>
            <a:xfrm>
              <a:off x="844912" y="1819635"/>
              <a:ext cx="329836" cy="510016"/>
              <a:chOff x="844912" y="1819635"/>
              <a:chExt cx="329836" cy="510016"/>
            </a:xfrm>
          </p:grpSpPr>
          <p:sp>
            <p:nvSpPr>
              <p:cNvPr id="8349" name="Google Shape;8349;p58"/>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8"/>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8"/>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8"/>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8"/>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8"/>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58"/>
            <p:cNvGrpSpPr/>
            <p:nvPr/>
          </p:nvGrpSpPr>
          <p:grpSpPr>
            <a:xfrm>
              <a:off x="1284601" y="2158168"/>
              <a:ext cx="495923" cy="310517"/>
              <a:chOff x="1284601" y="2158168"/>
              <a:chExt cx="495923" cy="310517"/>
            </a:xfrm>
          </p:grpSpPr>
          <p:sp>
            <p:nvSpPr>
              <p:cNvPr id="8356" name="Google Shape;8356;p58"/>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57" name="Google Shape;8357;p58"/>
              <p:cNvGrpSpPr/>
              <p:nvPr/>
            </p:nvGrpSpPr>
            <p:grpSpPr>
              <a:xfrm>
                <a:off x="1507666" y="2158168"/>
                <a:ext cx="272858" cy="310517"/>
                <a:chOff x="1507666" y="2158168"/>
                <a:chExt cx="272858" cy="310517"/>
              </a:xfrm>
            </p:grpSpPr>
            <p:grpSp>
              <p:nvGrpSpPr>
                <p:cNvPr id="8358" name="Google Shape;8358;p58"/>
                <p:cNvGrpSpPr/>
                <p:nvPr/>
              </p:nvGrpSpPr>
              <p:grpSpPr>
                <a:xfrm>
                  <a:off x="1507666" y="2176104"/>
                  <a:ext cx="166395" cy="273149"/>
                  <a:chOff x="1507666" y="2176104"/>
                  <a:chExt cx="166395" cy="273149"/>
                </a:xfrm>
              </p:grpSpPr>
              <p:sp>
                <p:nvSpPr>
                  <p:cNvPr id="8359" name="Google Shape;8359;p58"/>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8"/>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8"/>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8"/>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8"/>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58"/>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58"/>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66" name="Google Shape;8366;p58"/>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58"/>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68" name="Google Shape;8368;p58"/>
            <p:cNvGrpSpPr/>
            <p:nvPr/>
          </p:nvGrpSpPr>
          <p:grpSpPr>
            <a:xfrm>
              <a:off x="1284601" y="1681380"/>
              <a:ext cx="495923" cy="310517"/>
              <a:chOff x="1284601" y="1681380"/>
              <a:chExt cx="495923" cy="310517"/>
            </a:xfrm>
          </p:grpSpPr>
          <p:sp>
            <p:nvSpPr>
              <p:cNvPr id="8369" name="Google Shape;8369;p58"/>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70" name="Google Shape;8370;p58"/>
              <p:cNvGrpSpPr/>
              <p:nvPr/>
            </p:nvGrpSpPr>
            <p:grpSpPr>
              <a:xfrm>
                <a:off x="1507666" y="1681380"/>
                <a:ext cx="272858" cy="310517"/>
                <a:chOff x="1507666" y="1681380"/>
                <a:chExt cx="272858" cy="310517"/>
              </a:xfrm>
            </p:grpSpPr>
            <p:grpSp>
              <p:nvGrpSpPr>
                <p:cNvPr id="8371" name="Google Shape;8371;p58"/>
                <p:cNvGrpSpPr/>
                <p:nvPr/>
              </p:nvGrpSpPr>
              <p:grpSpPr>
                <a:xfrm>
                  <a:off x="1507666" y="1700120"/>
                  <a:ext cx="166395" cy="272984"/>
                  <a:chOff x="1507666" y="1700120"/>
                  <a:chExt cx="166395" cy="272984"/>
                </a:xfrm>
              </p:grpSpPr>
              <p:sp>
                <p:nvSpPr>
                  <p:cNvPr id="8372" name="Google Shape;8372;p58"/>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8"/>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8"/>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58"/>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58"/>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8"/>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8"/>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79" name="Google Shape;8379;p58"/>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58"/>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381" name="Google Shape;8381;p58"/>
          <p:cNvGrpSpPr/>
          <p:nvPr/>
        </p:nvGrpSpPr>
        <p:grpSpPr>
          <a:xfrm>
            <a:off x="6815341" y="2324262"/>
            <a:ext cx="1622269" cy="552443"/>
            <a:chOff x="6894650" y="2574740"/>
            <a:chExt cx="1445100" cy="492111"/>
          </a:xfrm>
        </p:grpSpPr>
        <p:sp>
          <p:nvSpPr>
            <p:cNvPr id="8382" name="Google Shape;8382;p58"/>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58"/>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58"/>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8"/>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8"/>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87" name="Google Shape;8387;p58"/>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8388" name="Google Shape;8388;p58"/>
          <p:cNvGrpSpPr/>
          <p:nvPr/>
        </p:nvGrpSpPr>
        <p:grpSpPr>
          <a:xfrm>
            <a:off x="6834884" y="3698518"/>
            <a:ext cx="1583206" cy="475705"/>
            <a:chOff x="6953919" y="3907920"/>
            <a:chExt cx="1377300" cy="475705"/>
          </a:xfrm>
        </p:grpSpPr>
        <p:cxnSp>
          <p:nvCxnSpPr>
            <p:cNvPr id="8389" name="Google Shape;8389;p58"/>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0" name="Google Shape;8390;p58"/>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8391" name="Google Shape;8391;p58"/>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2" name="Google Shape;8392;p58"/>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8393" name="Google Shape;8393;p58"/>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8394" name="Google Shape;8394;p58"/>
          <p:cNvGrpSpPr/>
          <p:nvPr/>
        </p:nvGrpSpPr>
        <p:grpSpPr>
          <a:xfrm>
            <a:off x="2338472" y="2459663"/>
            <a:ext cx="836286" cy="824529"/>
            <a:chOff x="2389399" y="2595741"/>
            <a:chExt cx="812796" cy="801369"/>
          </a:xfrm>
        </p:grpSpPr>
        <p:grpSp>
          <p:nvGrpSpPr>
            <p:cNvPr id="8395" name="Google Shape;8395;p58"/>
            <p:cNvGrpSpPr/>
            <p:nvPr/>
          </p:nvGrpSpPr>
          <p:grpSpPr>
            <a:xfrm>
              <a:off x="2492145" y="2881565"/>
              <a:ext cx="607300" cy="229751"/>
              <a:chOff x="2492145" y="2881565"/>
              <a:chExt cx="607300" cy="229751"/>
            </a:xfrm>
          </p:grpSpPr>
          <p:sp>
            <p:nvSpPr>
              <p:cNvPr id="8396" name="Google Shape;8396;p58"/>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8"/>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8"/>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58"/>
            <p:cNvGrpSpPr/>
            <p:nvPr/>
          </p:nvGrpSpPr>
          <p:grpSpPr>
            <a:xfrm>
              <a:off x="2389399" y="2595741"/>
              <a:ext cx="812796" cy="296825"/>
              <a:chOff x="2389399" y="2595741"/>
              <a:chExt cx="812796" cy="296825"/>
            </a:xfrm>
          </p:grpSpPr>
          <p:grpSp>
            <p:nvGrpSpPr>
              <p:cNvPr id="8400" name="Google Shape;8400;p58"/>
              <p:cNvGrpSpPr/>
              <p:nvPr/>
            </p:nvGrpSpPr>
            <p:grpSpPr>
              <a:xfrm>
                <a:off x="2389399" y="2595741"/>
                <a:ext cx="363638" cy="296825"/>
                <a:chOff x="2389399" y="2595741"/>
                <a:chExt cx="363638" cy="296825"/>
              </a:xfrm>
            </p:grpSpPr>
            <p:grpSp>
              <p:nvGrpSpPr>
                <p:cNvPr id="8401" name="Google Shape;8401;p58"/>
                <p:cNvGrpSpPr/>
                <p:nvPr/>
              </p:nvGrpSpPr>
              <p:grpSpPr>
                <a:xfrm>
                  <a:off x="2493852" y="2794333"/>
                  <a:ext cx="259185" cy="98232"/>
                  <a:chOff x="2493852" y="2794333"/>
                  <a:chExt cx="259185" cy="98232"/>
                </a:xfrm>
              </p:grpSpPr>
              <p:sp>
                <p:nvSpPr>
                  <p:cNvPr id="8402" name="Google Shape;8402;p58"/>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58"/>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58"/>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5" name="Google Shape;8405;p58"/>
                <p:cNvGrpSpPr/>
                <p:nvPr/>
              </p:nvGrpSpPr>
              <p:grpSpPr>
                <a:xfrm>
                  <a:off x="2389399" y="2595741"/>
                  <a:ext cx="224343" cy="182054"/>
                  <a:chOff x="2389399" y="2595741"/>
                  <a:chExt cx="224343" cy="182054"/>
                </a:xfrm>
              </p:grpSpPr>
              <p:sp>
                <p:nvSpPr>
                  <p:cNvPr id="8406" name="Google Shape;8406;p58"/>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58"/>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08" name="Google Shape;8408;p58"/>
              <p:cNvGrpSpPr/>
              <p:nvPr/>
            </p:nvGrpSpPr>
            <p:grpSpPr>
              <a:xfrm>
                <a:off x="2683630" y="2595741"/>
                <a:ext cx="224334" cy="296825"/>
                <a:chOff x="2683630" y="2595741"/>
                <a:chExt cx="224334" cy="296825"/>
              </a:xfrm>
            </p:grpSpPr>
            <p:grpSp>
              <p:nvGrpSpPr>
                <p:cNvPr id="8409" name="Google Shape;8409;p58"/>
                <p:cNvGrpSpPr/>
                <p:nvPr/>
              </p:nvGrpSpPr>
              <p:grpSpPr>
                <a:xfrm>
                  <a:off x="2788083" y="2794333"/>
                  <a:ext cx="15356" cy="98232"/>
                  <a:chOff x="2788083" y="2794333"/>
                  <a:chExt cx="15356" cy="98232"/>
                </a:xfrm>
              </p:grpSpPr>
              <p:sp>
                <p:nvSpPr>
                  <p:cNvPr id="8410" name="Google Shape;8410;p58"/>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58"/>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58"/>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3" name="Google Shape;8413;p58"/>
                <p:cNvGrpSpPr/>
                <p:nvPr/>
              </p:nvGrpSpPr>
              <p:grpSpPr>
                <a:xfrm>
                  <a:off x="2683630" y="2595741"/>
                  <a:ext cx="224334" cy="182054"/>
                  <a:chOff x="2683630" y="2595741"/>
                  <a:chExt cx="224334" cy="182054"/>
                </a:xfrm>
              </p:grpSpPr>
              <p:sp>
                <p:nvSpPr>
                  <p:cNvPr id="8414" name="Google Shape;8414;p58"/>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58"/>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16" name="Google Shape;8416;p58"/>
              <p:cNvGrpSpPr/>
              <p:nvPr/>
            </p:nvGrpSpPr>
            <p:grpSpPr>
              <a:xfrm>
                <a:off x="2838475" y="2595741"/>
                <a:ext cx="363719" cy="296825"/>
                <a:chOff x="2838475" y="2595741"/>
                <a:chExt cx="363719" cy="296825"/>
              </a:xfrm>
            </p:grpSpPr>
            <p:grpSp>
              <p:nvGrpSpPr>
                <p:cNvPr id="8417" name="Google Shape;8417;p58"/>
                <p:cNvGrpSpPr/>
                <p:nvPr/>
              </p:nvGrpSpPr>
              <p:grpSpPr>
                <a:xfrm>
                  <a:off x="2838475" y="2794333"/>
                  <a:ext cx="259185" cy="98232"/>
                  <a:chOff x="2838475" y="2794333"/>
                  <a:chExt cx="259185" cy="98232"/>
                </a:xfrm>
              </p:grpSpPr>
              <p:sp>
                <p:nvSpPr>
                  <p:cNvPr id="8418" name="Google Shape;8418;p58"/>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58"/>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8"/>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58"/>
                <p:cNvGrpSpPr/>
                <p:nvPr/>
              </p:nvGrpSpPr>
              <p:grpSpPr>
                <a:xfrm>
                  <a:off x="2977852" y="2595741"/>
                  <a:ext cx="224343" cy="182054"/>
                  <a:chOff x="2977852" y="2595741"/>
                  <a:chExt cx="224343" cy="182054"/>
                </a:xfrm>
              </p:grpSpPr>
              <p:sp>
                <p:nvSpPr>
                  <p:cNvPr id="8422" name="Google Shape;8422;p58"/>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58"/>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424" name="Google Shape;8424;p58"/>
            <p:cNvGrpSpPr/>
            <p:nvPr/>
          </p:nvGrpSpPr>
          <p:grpSpPr>
            <a:xfrm>
              <a:off x="2389399" y="3100241"/>
              <a:ext cx="812796" cy="296869"/>
              <a:chOff x="2389399" y="3100241"/>
              <a:chExt cx="812796" cy="296869"/>
            </a:xfrm>
          </p:grpSpPr>
          <p:grpSp>
            <p:nvGrpSpPr>
              <p:cNvPr id="8425" name="Google Shape;8425;p58"/>
              <p:cNvGrpSpPr/>
              <p:nvPr/>
            </p:nvGrpSpPr>
            <p:grpSpPr>
              <a:xfrm>
                <a:off x="2683630" y="3100241"/>
                <a:ext cx="224334" cy="296869"/>
                <a:chOff x="2683630" y="3100241"/>
                <a:chExt cx="224334" cy="296869"/>
              </a:xfrm>
            </p:grpSpPr>
            <p:grpSp>
              <p:nvGrpSpPr>
                <p:cNvPr id="8426" name="Google Shape;8426;p58"/>
                <p:cNvGrpSpPr/>
                <p:nvPr/>
              </p:nvGrpSpPr>
              <p:grpSpPr>
                <a:xfrm>
                  <a:off x="2788083" y="3100241"/>
                  <a:ext cx="15356" cy="98237"/>
                  <a:chOff x="2788083" y="3100241"/>
                  <a:chExt cx="15356" cy="98237"/>
                </a:xfrm>
              </p:grpSpPr>
              <p:sp>
                <p:nvSpPr>
                  <p:cNvPr id="8427" name="Google Shape;8427;p58"/>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58"/>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58"/>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0" name="Google Shape;8430;p58"/>
                <p:cNvGrpSpPr/>
                <p:nvPr/>
              </p:nvGrpSpPr>
              <p:grpSpPr>
                <a:xfrm>
                  <a:off x="2683630" y="3215065"/>
                  <a:ext cx="224334" cy="182045"/>
                  <a:chOff x="2683630" y="3215065"/>
                  <a:chExt cx="224334" cy="182045"/>
                </a:xfrm>
              </p:grpSpPr>
              <p:sp>
                <p:nvSpPr>
                  <p:cNvPr id="8431" name="Google Shape;8431;p58"/>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58"/>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33" name="Google Shape;8433;p58"/>
              <p:cNvGrpSpPr/>
              <p:nvPr/>
            </p:nvGrpSpPr>
            <p:grpSpPr>
              <a:xfrm>
                <a:off x="2389399" y="3100241"/>
                <a:ext cx="363638" cy="296869"/>
                <a:chOff x="2389399" y="3100241"/>
                <a:chExt cx="363638" cy="296869"/>
              </a:xfrm>
            </p:grpSpPr>
            <p:grpSp>
              <p:nvGrpSpPr>
                <p:cNvPr id="8434" name="Google Shape;8434;p58"/>
                <p:cNvGrpSpPr/>
                <p:nvPr/>
              </p:nvGrpSpPr>
              <p:grpSpPr>
                <a:xfrm>
                  <a:off x="2493852" y="3100241"/>
                  <a:ext cx="259185" cy="98237"/>
                  <a:chOff x="2493852" y="3100241"/>
                  <a:chExt cx="259185" cy="98237"/>
                </a:xfrm>
              </p:grpSpPr>
              <p:sp>
                <p:nvSpPr>
                  <p:cNvPr id="8435" name="Google Shape;8435;p58"/>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58"/>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58"/>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58"/>
                <p:cNvGrpSpPr/>
                <p:nvPr/>
              </p:nvGrpSpPr>
              <p:grpSpPr>
                <a:xfrm>
                  <a:off x="2389399" y="3215065"/>
                  <a:ext cx="224343" cy="182045"/>
                  <a:chOff x="2389399" y="3215065"/>
                  <a:chExt cx="224343" cy="182045"/>
                </a:xfrm>
              </p:grpSpPr>
              <p:sp>
                <p:nvSpPr>
                  <p:cNvPr id="8439" name="Google Shape;8439;p58"/>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58"/>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41" name="Google Shape;8441;p58"/>
              <p:cNvGrpSpPr/>
              <p:nvPr/>
            </p:nvGrpSpPr>
            <p:grpSpPr>
              <a:xfrm>
                <a:off x="2838475" y="3100241"/>
                <a:ext cx="363719" cy="296869"/>
                <a:chOff x="2838475" y="3100241"/>
                <a:chExt cx="363719" cy="296869"/>
              </a:xfrm>
            </p:grpSpPr>
            <p:grpSp>
              <p:nvGrpSpPr>
                <p:cNvPr id="8442" name="Google Shape;8442;p58"/>
                <p:cNvGrpSpPr/>
                <p:nvPr/>
              </p:nvGrpSpPr>
              <p:grpSpPr>
                <a:xfrm>
                  <a:off x="2838475" y="3100241"/>
                  <a:ext cx="259185" cy="98237"/>
                  <a:chOff x="2838475" y="3100241"/>
                  <a:chExt cx="259185" cy="98237"/>
                </a:xfrm>
              </p:grpSpPr>
              <p:sp>
                <p:nvSpPr>
                  <p:cNvPr id="8443" name="Google Shape;8443;p58"/>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58"/>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58"/>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58"/>
                <p:cNvGrpSpPr/>
                <p:nvPr/>
              </p:nvGrpSpPr>
              <p:grpSpPr>
                <a:xfrm>
                  <a:off x="2977852" y="3215065"/>
                  <a:ext cx="224343" cy="182045"/>
                  <a:chOff x="2977852" y="3215065"/>
                  <a:chExt cx="224343" cy="182045"/>
                </a:xfrm>
              </p:grpSpPr>
              <p:sp>
                <p:nvSpPr>
                  <p:cNvPr id="8447" name="Google Shape;8447;p58"/>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58"/>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452"/>
        <p:cNvGrpSpPr/>
        <p:nvPr/>
      </p:nvGrpSpPr>
      <p:grpSpPr>
        <a:xfrm>
          <a:off x="0" y="0"/>
          <a:ext cx="0" cy="0"/>
          <a:chOff x="0" y="0"/>
          <a:chExt cx="0" cy="0"/>
        </a:xfrm>
      </p:grpSpPr>
      <p:grpSp>
        <p:nvGrpSpPr>
          <p:cNvPr id="8453" name="Google Shape;8453;p59"/>
          <p:cNvGrpSpPr/>
          <p:nvPr/>
        </p:nvGrpSpPr>
        <p:grpSpPr>
          <a:xfrm>
            <a:off x="702075" y="3155925"/>
            <a:ext cx="2390414" cy="1024800"/>
            <a:chOff x="728925" y="3296613"/>
            <a:chExt cx="2390414" cy="1024800"/>
          </a:xfrm>
        </p:grpSpPr>
        <p:grpSp>
          <p:nvGrpSpPr>
            <p:cNvPr id="8454" name="Google Shape;8454;p59"/>
            <p:cNvGrpSpPr/>
            <p:nvPr/>
          </p:nvGrpSpPr>
          <p:grpSpPr>
            <a:xfrm>
              <a:off x="728925" y="3619800"/>
              <a:ext cx="2390414" cy="500893"/>
              <a:chOff x="728925" y="3619800"/>
              <a:chExt cx="2390414" cy="500893"/>
            </a:xfrm>
          </p:grpSpPr>
          <p:sp>
            <p:nvSpPr>
              <p:cNvPr id="8455" name="Google Shape;8455;p59"/>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6" name="Google Shape;8456;p59"/>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57" name="Google Shape;8457;p59"/>
            <p:cNvGrpSpPr/>
            <p:nvPr/>
          </p:nvGrpSpPr>
          <p:grpSpPr>
            <a:xfrm>
              <a:off x="1348050" y="3296613"/>
              <a:ext cx="1706152" cy="1024800"/>
              <a:chOff x="1348050" y="3296613"/>
              <a:chExt cx="1706152" cy="1024800"/>
            </a:xfrm>
          </p:grpSpPr>
          <p:sp>
            <p:nvSpPr>
              <p:cNvPr id="8458" name="Google Shape;8458;p59"/>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9" name="Google Shape;8459;p59"/>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0" name="Google Shape;8460;p59"/>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1" name="Google Shape;8461;p59"/>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2" name="Google Shape;8462;p59"/>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63" name="Google Shape;8463;p59"/>
            <p:cNvGrpSpPr/>
            <p:nvPr/>
          </p:nvGrpSpPr>
          <p:grpSpPr>
            <a:xfrm>
              <a:off x="1455707" y="3654858"/>
              <a:ext cx="1491150" cy="417657"/>
              <a:chOff x="1455707" y="3654858"/>
              <a:chExt cx="1491150" cy="417657"/>
            </a:xfrm>
          </p:grpSpPr>
          <p:sp>
            <p:nvSpPr>
              <p:cNvPr id="8464" name="Google Shape;8464;p59"/>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59"/>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59"/>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59"/>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59"/>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59"/>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59"/>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59"/>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59"/>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59"/>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59"/>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59"/>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59"/>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59"/>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59"/>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59"/>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59"/>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484" name="Google Shape;8484;p59"/>
          <p:cNvGraphicFramePr/>
          <p:nvPr/>
        </p:nvGraphicFramePr>
        <p:xfrm>
          <a:off x="5937775" y="215383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8485" name="Google Shape;8485;p59"/>
          <p:cNvGrpSpPr/>
          <p:nvPr/>
        </p:nvGrpSpPr>
        <p:grpSpPr>
          <a:xfrm>
            <a:off x="710451" y="981601"/>
            <a:ext cx="2396505" cy="976502"/>
            <a:chOff x="749309" y="1112739"/>
            <a:chExt cx="2371603" cy="976502"/>
          </a:xfrm>
        </p:grpSpPr>
        <p:grpSp>
          <p:nvGrpSpPr>
            <p:cNvPr id="8486" name="Google Shape;8486;p59"/>
            <p:cNvGrpSpPr/>
            <p:nvPr/>
          </p:nvGrpSpPr>
          <p:grpSpPr>
            <a:xfrm>
              <a:off x="1092126" y="1112739"/>
              <a:ext cx="2028786" cy="975464"/>
              <a:chOff x="1092126" y="1112739"/>
              <a:chExt cx="2028786" cy="975464"/>
            </a:xfrm>
          </p:grpSpPr>
          <p:sp>
            <p:nvSpPr>
              <p:cNvPr id="8487" name="Google Shape;8487;p59"/>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59"/>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59"/>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59"/>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59"/>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59"/>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59"/>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59"/>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59"/>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59"/>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59"/>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59"/>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59"/>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59"/>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59"/>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59"/>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59"/>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59"/>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59"/>
            <p:cNvGrpSpPr/>
            <p:nvPr/>
          </p:nvGrpSpPr>
          <p:grpSpPr>
            <a:xfrm>
              <a:off x="749309" y="1112739"/>
              <a:ext cx="314700" cy="975464"/>
              <a:chOff x="749309" y="1112739"/>
              <a:chExt cx="314700" cy="975464"/>
            </a:xfrm>
          </p:grpSpPr>
          <p:sp>
            <p:nvSpPr>
              <p:cNvPr id="8512" name="Google Shape;8512;p59"/>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6" name="Google Shape;8516;p59"/>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59"/>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520" name="Google Shape;8520;p59"/>
          <p:cNvGraphicFramePr/>
          <p:nvPr/>
        </p:nvGraphicFramePr>
        <p:xfrm>
          <a:off x="5937800" y="98158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8521" name="Google Shape;8521;p59"/>
          <p:cNvGraphicFramePr/>
          <p:nvPr/>
        </p:nvGraphicFramePr>
        <p:xfrm>
          <a:off x="3358663" y="2153837"/>
          <a:ext cx="3000000" cy="3000000"/>
        </p:xfrm>
        <a:graphic>
          <a:graphicData uri="http://schemas.openxmlformats.org/drawingml/2006/table">
            <a:tbl>
              <a:tblPr>
                <a:noFill/>
                <a:tableStyleId>{7AEFDC93-782D-4E4C-A218-EDA5358B997B}</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22" name="Google Shape;8522;p59"/>
          <p:cNvGrpSpPr/>
          <p:nvPr/>
        </p:nvGrpSpPr>
        <p:grpSpPr>
          <a:xfrm>
            <a:off x="3360649" y="3144798"/>
            <a:ext cx="2363377" cy="1047062"/>
            <a:chOff x="3358399" y="3285485"/>
            <a:chExt cx="2363377" cy="1047062"/>
          </a:xfrm>
        </p:grpSpPr>
        <p:grpSp>
          <p:nvGrpSpPr>
            <p:cNvPr id="8523" name="Google Shape;8523;p59"/>
            <p:cNvGrpSpPr/>
            <p:nvPr/>
          </p:nvGrpSpPr>
          <p:grpSpPr>
            <a:xfrm>
              <a:off x="3358412" y="3285485"/>
              <a:ext cx="2363244" cy="139500"/>
              <a:chOff x="3358412" y="3285485"/>
              <a:chExt cx="2363244" cy="139500"/>
            </a:xfrm>
          </p:grpSpPr>
          <p:sp>
            <p:nvSpPr>
              <p:cNvPr id="8524" name="Google Shape;8524;p59"/>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59"/>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59"/>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9" name="Google Shape;8529;p59"/>
            <p:cNvGrpSpPr/>
            <p:nvPr/>
          </p:nvGrpSpPr>
          <p:grpSpPr>
            <a:xfrm>
              <a:off x="3358412" y="3466996"/>
              <a:ext cx="2363244" cy="139500"/>
              <a:chOff x="3358412" y="3466996"/>
              <a:chExt cx="2363244" cy="139500"/>
            </a:xfrm>
          </p:grpSpPr>
          <p:sp>
            <p:nvSpPr>
              <p:cNvPr id="8530" name="Google Shape;8530;p59"/>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59"/>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59"/>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5" name="Google Shape;8535;p59"/>
            <p:cNvGrpSpPr/>
            <p:nvPr/>
          </p:nvGrpSpPr>
          <p:grpSpPr>
            <a:xfrm>
              <a:off x="3358412" y="3648507"/>
              <a:ext cx="2363244" cy="139500"/>
              <a:chOff x="3358412" y="3648507"/>
              <a:chExt cx="2363244" cy="139500"/>
            </a:xfrm>
          </p:grpSpPr>
          <p:sp>
            <p:nvSpPr>
              <p:cNvPr id="8536" name="Google Shape;8536;p59"/>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59"/>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59"/>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59"/>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59"/>
            <p:cNvGrpSpPr/>
            <p:nvPr/>
          </p:nvGrpSpPr>
          <p:grpSpPr>
            <a:xfrm>
              <a:off x="3358412" y="3830018"/>
              <a:ext cx="2363244" cy="139500"/>
              <a:chOff x="3358412" y="3830018"/>
              <a:chExt cx="2363244" cy="139500"/>
            </a:xfrm>
          </p:grpSpPr>
          <p:sp>
            <p:nvSpPr>
              <p:cNvPr id="8542" name="Google Shape;8542;p59"/>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59"/>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59"/>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59"/>
            <p:cNvGrpSpPr/>
            <p:nvPr/>
          </p:nvGrpSpPr>
          <p:grpSpPr>
            <a:xfrm>
              <a:off x="3358399" y="4011514"/>
              <a:ext cx="2363377" cy="139537"/>
              <a:chOff x="3294800" y="4134603"/>
              <a:chExt cx="2638876" cy="152400"/>
            </a:xfrm>
          </p:grpSpPr>
          <p:sp>
            <p:nvSpPr>
              <p:cNvPr id="8548" name="Google Shape;8548;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59"/>
            <p:cNvGrpSpPr/>
            <p:nvPr/>
          </p:nvGrpSpPr>
          <p:grpSpPr>
            <a:xfrm>
              <a:off x="3358399" y="4193010"/>
              <a:ext cx="2363377" cy="139537"/>
              <a:chOff x="3294800" y="4134603"/>
              <a:chExt cx="2638876" cy="152400"/>
            </a:xfrm>
          </p:grpSpPr>
          <p:sp>
            <p:nvSpPr>
              <p:cNvPr id="8554" name="Google Shape;8554;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559" name="Google Shape;8559;p59"/>
          <p:cNvGraphicFramePr/>
          <p:nvPr/>
        </p:nvGraphicFramePr>
        <p:xfrm>
          <a:off x="711450" y="2153837"/>
          <a:ext cx="3000000" cy="3000000"/>
        </p:xfrm>
        <a:graphic>
          <a:graphicData uri="http://schemas.openxmlformats.org/drawingml/2006/table">
            <a:tbl>
              <a:tblPr>
                <a:noFill/>
                <a:tableStyleId>{7AEFDC93-782D-4E4C-A218-EDA5358B997B}</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60" name="Google Shape;8560;p59"/>
          <p:cNvGrpSpPr/>
          <p:nvPr/>
        </p:nvGrpSpPr>
        <p:grpSpPr>
          <a:xfrm>
            <a:off x="4161119" y="2557652"/>
            <a:ext cx="1302095" cy="60959"/>
            <a:chOff x="3558802" y="4011427"/>
            <a:chExt cx="1866000" cy="111300"/>
          </a:xfrm>
        </p:grpSpPr>
        <p:sp>
          <p:nvSpPr>
            <p:cNvPr id="8561" name="Google Shape;8561;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59"/>
          <p:cNvGrpSpPr/>
          <p:nvPr/>
        </p:nvGrpSpPr>
        <p:grpSpPr>
          <a:xfrm>
            <a:off x="4706607" y="2839811"/>
            <a:ext cx="914340" cy="60959"/>
            <a:chOff x="3558802" y="4011427"/>
            <a:chExt cx="1866000" cy="111300"/>
          </a:xfrm>
        </p:grpSpPr>
        <p:sp>
          <p:nvSpPr>
            <p:cNvPr id="8564" name="Google Shape;8564;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6" name="Google Shape;8566;p59"/>
          <p:cNvGrpSpPr/>
          <p:nvPr/>
        </p:nvGrpSpPr>
        <p:grpSpPr>
          <a:xfrm>
            <a:off x="5874449" y="3167609"/>
            <a:ext cx="2519825" cy="1001454"/>
            <a:chOff x="1906114" y="789980"/>
            <a:chExt cx="1487676" cy="606868"/>
          </a:xfrm>
        </p:grpSpPr>
        <p:cxnSp>
          <p:nvCxnSpPr>
            <p:cNvPr id="8567" name="Google Shape;8567;p59"/>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8" name="Google Shape;8568;p59"/>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9" name="Google Shape;8569;p59"/>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8570" name="Google Shape;8570;p59"/>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8571" name="Google Shape;8571;p59"/>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8572" name="Google Shape;8572;p59"/>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8573" name="Google Shape;8573;p59"/>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8574" name="Google Shape;8574;p59"/>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59"/>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59"/>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59"/>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59"/>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59"/>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59"/>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8581" name="Google Shape;8581;p59"/>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8582" name="Google Shape;8582;p59"/>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8583" name="Google Shape;8583;p59"/>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4" name="Google Shape;8584;p59"/>
          <p:cNvGrpSpPr/>
          <p:nvPr/>
        </p:nvGrpSpPr>
        <p:grpSpPr>
          <a:xfrm>
            <a:off x="3355812" y="951645"/>
            <a:ext cx="2363393" cy="1005865"/>
            <a:chOff x="3292400" y="1193188"/>
            <a:chExt cx="2615240" cy="1131075"/>
          </a:xfrm>
        </p:grpSpPr>
        <p:sp>
          <p:nvSpPr>
            <p:cNvPr id="8585" name="Google Shape;8585;p59"/>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6" name="Google Shape;8586;p59"/>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7" name="Google Shape;8587;p59"/>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8588" name="Google Shape;8588;p59"/>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8589" name="Google Shape;8589;p59"/>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8590" name="Google Shape;8590;p59"/>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8591" name="Google Shape;8591;p59"/>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8592" name="Google Shape;8592;p59"/>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8593" name="Google Shape;8593;p59"/>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8594" name="Google Shape;8594;p59"/>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8595" name="Google Shape;8595;p59"/>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6" name="Google Shape;8596;p59"/>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8597" name="Google Shape;8597;p59"/>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8" name="Google Shape;8598;p59"/>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8599" name="Google Shape;8599;p59"/>
            <p:cNvGrpSpPr/>
            <p:nvPr/>
          </p:nvGrpSpPr>
          <p:grpSpPr>
            <a:xfrm>
              <a:off x="3748438" y="1378608"/>
              <a:ext cx="2159202" cy="903971"/>
              <a:chOff x="1683525" y="2179850"/>
              <a:chExt cx="4519050" cy="2134525"/>
            </a:xfrm>
          </p:grpSpPr>
          <p:sp>
            <p:nvSpPr>
              <p:cNvPr id="8600" name="Google Shape;8600;p59"/>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1" name="Google Shape;8601;p59"/>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2" name="Google Shape;8602;p59"/>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3" name="Google Shape;8603;p59"/>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4" name="Google Shape;8604;p59"/>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5" name="Google Shape;8605;p59"/>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6" name="Google Shape;8606;p59"/>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7" name="Google Shape;8607;p59"/>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8" name="Google Shape;8608;p59"/>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9" name="Google Shape;8609;p59"/>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0" name="Google Shape;8610;p59"/>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1" name="Google Shape;8611;p59"/>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615"/>
        <p:cNvGrpSpPr/>
        <p:nvPr/>
      </p:nvGrpSpPr>
      <p:grpSpPr>
        <a:xfrm>
          <a:off x="0" y="0"/>
          <a:ext cx="0" cy="0"/>
          <a:chOff x="0" y="0"/>
          <a:chExt cx="0" cy="0"/>
        </a:xfrm>
      </p:grpSpPr>
      <p:grpSp>
        <p:nvGrpSpPr>
          <p:cNvPr id="8616" name="Google Shape;8616;p60"/>
          <p:cNvGrpSpPr/>
          <p:nvPr/>
        </p:nvGrpSpPr>
        <p:grpSpPr>
          <a:xfrm>
            <a:off x="4796684" y="970941"/>
            <a:ext cx="745431" cy="718863"/>
            <a:chOff x="4249973" y="1201875"/>
            <a:chExt cx="1958568" cy="1888762"/>
          </a:xfrm>
        </p:grpSpPr>
        <p:sp>
          <p:nvSpPr>
            <p:cNvPr id="8617" name="Google Shape;8617;p60"/>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8" name="Google Shape;8618;p60"/>
            <p:cNvGrpSpPr/>
            <p:nvPr/>
          </p:nvGrpSpPr>
          <p:grpSpPr>
            <a:xfrm>
              <a:off x="5853086" y="1789142"/>
              <a:ext cx="355454" cy="1048099"/>
              <a:chOff x="5576108" y="2016725"/>
              <a:chExt cx="565200" cy="1666560"/>
            </a:xfrm>
          </p:grpSpPr>
          <p:sp>
            <p:nvSpPr>
              <p:cNvPr id="8619" name="Google Shape;8619;p60"/>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0" name="Google Shape;8620;p60"/>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1" name="Google Shape;8621;p60"/>
            <p:cNvGrpSpPr/>
            <p:nvPr/>
          </p:nvGrpSpPr>
          <p:grpSpPr>
            <a:xfrm>
              <a:off x="4869455" y="2691676"/>
              <a:ext cx="1013897" cy="398961"/>
              <a:chOff x="4012057" y="3451825"/>
              <a:chExt cx="1612175" cy="634379"/>
            </a:xfrm>
          </p:grpSpPr>
          <p:sp>
            <p:nvSpPr>
              <p:cNvPr id="8622" name="Google Shape;8622;p60"/>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3" name="Google Shape;8623;p60"/>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4" name="Google Shape;8624;p60"/>
            <p:cNvGrpSpPr/>
            <p:nvPr/>
          </p:nvGrpSpPr>
          <p:grpSpPr>
            <a:xfrm>
              <a:off x="4276937" y="2155961"/>
              <a:ext cx="651965" cy="891358"/>
              <a:chOff x="3069908" y="2599997"/>
              <a:chExt cx="1036675" cy="1417328"/>
            </a:xfrm>
          </p:grpSpPr>
          <p:sp>
            <p:nvSpPr>
              <p:cNvPr id="8625" name="Google Shape;8625;p60"/>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6" name="Google Shape;8626;p60"/>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60"/>
            <p:cNvGrpSpPr/>
            <p:nvPr/>
          </p:nvGrpSpPr>
          <p:grpSpPr>
            <a:xfrm>
              <a:off x="5054918" y="1201875"/>
              <a:ext cx="999548" cy="602711"/>
              <a:chOff x="4306958" y="1082925"/>
              <a:chExt cx="1589359" cy="958358"/>
            </a:xfrm>
          </p:grpSpPr>
          <p:sp>
            <p:nvSpPr>
              <p:cNvPr id="8628" name="Google Shape;8628;p60"/>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9" name="Google Shape;8629;p60"/>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0" name="Google Shape;8630;p60"/>
            <p:cNvGrpSpPr/>
            <p:nvPr/>
          </p:nvGrpSpPr>
          <p:grpSpPr>
            <a:xfrm>
              <a:off x="4249973" y="1303451"/>
              <a:ext cx="799317" cy="841334"/>
              <a:chOff x="3027033" y="1244439"/>
              <a:chExt cx="1270977" cy="1337786"/>
            </a:xfrm>
          </p:grpSpPr>
          <p:sp>
            <p:nvSpPr>
              <p:cNvPr id="8631" name="Google Shape;8631;p60"/>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32" name="Google Shape;8632;p60"/>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633" name="Google Shape;8633;p60"/>
          <p:cNvGrpSpPr/>
          <p:nvPr/>
        </p:nvGrpSpPr>
        <p:grpSpPr>
          <a:xfrm>
            <a:off x="713057" y="1849390"/>
            <a:ext cx="761767" cy="729896"/>
            <a:chOff x="2657744" y="2337745"/>
            <a:chExt cx="832987" cy="798137"/>
          </a:xfrm>
        </p:grpSpPr>
        <p:sp>
          <p:nvSpPr>
            <p:cNvPr id="8634" name="Google Shape;8634;p60"/>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0"/>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60"/>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0"/>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0"/>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0"/>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0" name="Google Shape;8640;p60"/>
          <p:cNvGrpSpPr/>
          <p:nvPr/>
        </p:nvGrpSpPr>
        <p:grpSpPr>
          <a:xfrm>
            <a:off x="3224022" y="1852597"/>
            <a:ext cx="685569" cy="723586"/>
            <a:chOff x="3398134" y="2057755"/>
            <a:chExt cx="704087" cy="743130"/>
          </a:xfrm>
        </p:grpSpPr>
        <p:grpSp>
          <p:nvGrpSpPr>
            <p:cNvPr id="8641" name="Google Shape;8641;p60"/>
            <p:cNvGrpSpPr/>
            <p:nvPr/>
          </p:nvGrpSpPr>
          <p:grpSpPr>
            <a:xfrm>
              <a:off x="3398134" y="2290183"/>
              <a:ext cx="315300" cy="219900"/>
              <a:chOff x="3398134" y="2290183"/>
              <a:chExt cx="315300" cy="219900"/>
            </a:xfrm>
          </p:grpSpPr>
          <p:sp>
            <p:nvSpPr>
              <p:cNvPr id="8642" name="Google Shape;8642;p60"/>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3" name="Google Shape;8643;p60"/>
              <p:cNvCxnSpPr>
                <a:stCxn id="864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8644" name="Google Shape;8644;p60"/>
            <p:cNvGrpSpPr/>
            <p:nvPr/>
          </p:nvGrpSpPr>
          <p:grpSpPr>
            <a:xfrm>
              <a:off x="3547823" y="2467358"/>
              <a:ext cx="219900" cy="333527"/>
              <a:chOff x="3547823" y="2467358"/>
              <a:chExt cx="219900" cy="333527"/>
            </a:xfrm>
          </p:grpSpPr>
          <p:sp>
            <p:nvSpPr>
              <p:cNvPr id="8645" name="Google Shape;8645;p60"/>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6" name="Google Shape;8646;p60"/>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8647" name="Google Shape;8647;p60"/>
            <p:cNvGrpSpPr/>
            <p:nvPr/>
          </p:nvGrpSpPr>
          <p:grpSpPr>
            <a:xfrm>
              <a:off x="3734138" y="2467358"/>
              <a:ext cx="219900" cy="333527"/>
              <a:chOff x="3734138" y="2467358"/>
              <a:chExt cx="219900" cy="333527"/>
            </a:xfrm>
          </p:grpSpPr>
          <p:sp>
            <p:nvSpPr>
              <p:cNvPr id="8648" name="Google Shape;8648;p60"/>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9" name="Google Shape;8649;p60"/>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8650" name="Google Shape;8650;p60"/>
            <p:cNvGrpSpPr/>
            <p:nvPr/>
          </p:nvGrpSpPr>
          <p:grpSpPr>
            <a:xfrm>
              <a:off x="3787560" y="2288011"/>
              <a:ext cx="314661" cy="219900"/>
              <a:chOff x="3787560" y="2288011"/>
              <a:chExt cx="314661" cy="219900"/>
            </a:xfrm>
          </p:grpSpPr>
          <p:sp>
            <p:nvSpPr>
              <p:cNvPr id="8651" name="Google Shape;8651;p60"/>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52" name="Google Shape;8652;p60"/>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8653" name="Google Shape;8653;p60"/>
            <p:cNvGrpSpPr/>
            <p:nvPr/>
          </p:nvGrpSpPr>
          <p:grpSpPr>
            <a:xfrm>
              <a:off x="3637290" y="2057755"/>
              <a:ext cx="219900" cy="335499"/>
              <a:chOff x="3637290" y="2057755"/>
              <a:chExt cx="219900" cy="335499"/>
            </a:xfrm>
          </p:grpSpPr>
          <p:sp>
            <p:nvSpPr>
              <p:cNvPr id="8654" name="Google Shape;8654;p60"/>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8655" name="Google Shape;8655;p60"/>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8656" name="Google Shape;8656;p60"/>
          <p:cNvGrpSpPr/>
          <p:nvPr/>
        </p:nvGrpSpPr>
        <p:grpSpPr>
          <a:xfrm>
            <a:off x="4899244" y="1859292"/>
            <a:ext cx="710153" cy="710153"/>
            <a:chOff x="5007123" y="2079403"/>
            <a:chExt cx="687600" cy="687600"/>
          </a:xfrm>
        </p:grpSpPr>
        <p:sp>
          <p:nvSpPr>
            <p:cNvPr id="8657" name="Google Shape;8657;p60"/>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0"/>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0"/>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0"/>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0"/>
          <p:cNvGrpSpPr/>
          <p:nvPr/>
        </p:nvGrpSpPr>
        <p:grpSpPr>
          <a:xfrm>
            <a:off x="5708681" y="1853799"/>
            <a:ext cx="720998" cy="721183"/>
            <a:chOff x="5797446" y="2063053"/>
            <a:chExt cx="698100" cy="698280"/>
          </a:xfrm>
        </p:grpSpPr>
        <p:sp>
          <p:nvSpPr>
            <p:cNvPr id="8662" name="Google Shape;8662;p60"/>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0"/>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0"/>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0"/>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6" name="Google Shape;8666;p60"/>
          <p:cNvGrpSpPr/>
          <p:nvPr/>
        </p:nvGrpSpPr>
        <p:grpSpPr>
          <a:xfrm>
            <a:off x="8153828" y="3499404"/>
            <a:ext cx="280585" cy="673164"/>
            <a:chOff x="8075075" y="3754290"/>
            <a:chExt cx="255612" cy="613194"/>
          </a:xfrm>
        </p:grpSpPr>
        <p:grpSp>
          <p:nvGrpSpPr>
            <p:cNvPr id="8667" name="Google Shape;8667;p60"/>
            <p:cNvGrpSpPr/>
            <p:nvPr/>
          </p:nvGrpSpPr>
          <p:grpSpPr>
            <a:xfrm>
              <a:off x="8075075" y="3754290"/>
              <a:ext cx="255612" cy="613194"/>
              <a:chOff x="8075075" y="3754290"/>
              <a:chExt cx="255612" cy="613194"/>
            </a:xfrm>
          </p:grpSpPr>
          <p:sp>
            <p:nvSpPr>
              <p:cNvPr id="8668" name="Google Shape;8668;p60"/>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0"/>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0" name="Google Shape;8670;p60"/>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1" name="Google Shape;8671;p60"/>
          <p:cNvGrpSpPr/>
          <p:nvPr/>
        </p:nvGrpSpPr>
        <p:grpSpPr>
          <a:xfrm>
            <a:off x="5270887" y="3488200"/>
            <a:ext cx="470352" cy="683745"/>
            <a:chOff x="1697726" y="3244179"/>
            <a:chExt cx="788124" cy="1146069"/>
          </a:xfrm>
        </p:grpSpPr>
        <p:sp>
          <p:nvSpPr>
            <p:cNvPr id="8672" name="Google Shape;8672;p60"/>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0"/>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4" name="Google Shape;8674;p60"/>
          <p:cNvSpPr/>
          <p:nvPr/>
        </p:nvSpPr>
        <p:spPr>
          <a:xfrm>
            <a:off x="8128351" y="34022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5" name="Google Shape;8675;p60"/>
          <p:cNvGrpSpPr/>
          <p:nvPr/>
        </p:nvGrpSpPr>
        <p:grpSpPr>
          <a:xfrm>
            <a:off x="5892037" y="3499402"/>
            <a:ext cx="293891" cy="293845"/>
            <a:chOff x="6134814" y="3754290"/>
            <a:chExt cx="293891" cy="293845"/>
          </a:xfrm>
        </p:grpSpPr>
        <p:sp>
          <p:nvSpPr>
            <p:cNvPr id="8676" name="Google Shape;8676;p60"/>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0"/>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8" name="Google Shape;8678;p60"/>
          <p:cNvGrpSpPr/>
          <p:nvPr/>
        </p:nvGrpSpPr>
        <p:grpSpPr>
          <a:xfrm>
            <a:off x="5892037" y="3878074"/>
            <a:ext cx="293891" cy="293891"/>
            <a:chOff x="6134814" y="4086186"/>
            <a:chExt cx="293891" cy="293891"/>
          </a:xfrm>
        </p:grpSpPr>
        <p:sp>
          <p:nvSpPr>
            <p:cNvPr id="8679" name="Google Shape;8679;p60"/>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0"/>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1" name="Google Shape;8681;p60"/>
          <p:cNvSpPr/>
          <p:nvPr/>
        </p:nvSpPr>
        <p:spPr>
          <a:xfrm>
            <a:off x="6930464" y="34986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0"/>
          <p:cNvSpPr/>
          <p:nvPr/>
        </p:nvSpPr>
        <p:spPr>
          <a:xfrm rot="10800000">
            <a:off x="6336727" y="34963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3" name="Google Shape;8683;p60"/>
          <p:cNvGrpSpPr/>
          <p:nvPr/>
        </p:nvGrpSpPr>
        <p:grpSpPr>
          <a:xfrm>
            <a:off x="7817013" y="2706766"/>
            <a:ext cx="622883" cy="621944"/>
            <a:chOff x="1187048" y="238125"/>
            <a:chExt cx="5256397" cy="5248476"/>
          </a:xfrm>
        </p:grpSpPr>
        <p:sp>
          <p:nvSpPr>
            <p:cNvPr id="8684" name="Google Shape;8684;p60"/>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0"/>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0"/>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0"/>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8" name="Google Shape;8688;p60"/>
          <p:cNvGrpSpPr/>
          <p:nvPr/>
        </p:nvGrpSpPr>
        <p:grpSpPr>
          <a:xfrm>
            <a:off x="2274118" y="2716375"/>
            <a:ext cx="1310987" cy="612407"/>
            <a:chOff x="238125" y="1188750"/>
            <a:chExt cx="7140450" cy="3335550"/>
          </a:xfrm>
        </p:grpSpPr>
        <p:sp>
          <p:nvSpPr>
            <p:cNvPr id="8689" name="Google Shape;8689;p60"/>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0"/>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0"/>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0"/>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0"/>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4" name="Google Shape;8694;p60"/>
          <p:cNvGrpSpPr/>
          <p:nvPr/>
        </p:nvGrpSpPr>
        <p:grpSpPr>
          <a:xfrm>
            <a:off x="6599990" y="2706930"/>
            <a:ext cx="1110299" cy="621702"/>
            <a:chOff x="238125" y="1335475"/>
            <a:chExt cx="5418735" cy="3034175"/>
          </a:xfrm>
        </p:grpSpPr>
        <p:sp>
          <p:nvSpPr>
            <p:cNvPr id="8695" name="Google Shape;8695;p60"/>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0"/>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0"/>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0"/>
          <p:cNvGrpSpPr/>
          <p:nvPr/>
        </p:nvGrpSpPr>
        <p:grpSpPr>
          <a:xfrm>
            <a:off x="5417649" y="2703827"/>
            <a:ext cx="1074451" cy="627181"/>
            <a:chOff x="5359127" y="2910889"/>
            <a:chExt cx="1097723" cy="640831"/>
          </a:xfrm>
        </p:grpSpPr>
        <p:grpSp>
          <p:nvGrpSpPr>
            <p:cNvPr id="8699" name="Google Shape;8699;p60"/>
            <p:cNvGrpSpPr/>
            <p:nvPr/>
          </p:nvGrpSpPr>
          <p:grpSpPr>
            <a:xfrm>
              <a:off x="5929791" y="3263088"/>
              <a:ext cx="527060" cy="287097"/>
              <a:chOff x="5929791" y="3263088"/>
              <a:chExt cx="527060" cy="287097"/>
            </a:xfrm>
          </p:grpSpPr>
          <p:sp>
            <p:nvSpPr>
              <p:cNvPr id="8700" name="Google Shape;8700;p60"/>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1" name="Google Shape;8701;p60"/>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2" name="Google Shape;8702;p60"/>
            <p:cNvGrpSpPr/>
            <p:nvPr/>
          </p:nvGrpSpPr>
          <p:grpSpPr>
            <a:xfrm>
              <a:off x="5359127" y="3263089"/>
              <a:ext cx="526428" cy="288631"/>
              <a:chOff x="5359127" y="3263089"/>
              <a:chExt cx="526428" cy="288631"/>
            </a:xfrm>
          </p:grpSpPr>
          <p:sp>
            <p:nvSpPr>
              <p:cNvPr id="8703" name="Google Shape;8703;p60"/>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4" name="Google Shape;8704;p60"/>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5" name="Google Shape;8705;p60"/>
            <p:cNvGrpSpPr/>
            <p:nvPr/>
          </p:nvGrpSpPr>
          <p:grpSpPr>
            <a:xfrm>
              <a:off x="5551525" y="2910889"/>
              <a:ext cx="520901" cy="610283"/>
              <a:chOff x="5551525" y="2910889"/>
              <a:chExt cx="520901" cy="610283"/>
            </a:xfrm>
          </p:grpSpPr>
          <p:sp>
            <p:nvSpPr>
              <p:cNvPr id="8706" name="Google Shape;8706;p60"/>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7" name="Google Shape;8707;p60"/>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8" name="Google Shape;8708;p60"/>
            <p:cNvGrpSpPr/>
            <p:nvPr/>
          </p:nvGrpSpPr>
          <p:grpSpPr>
            <a:xfrm>
              <a:off x="5743962" y="2919100"/>
              <a:ext cx="623674" cy="284502"/>
              <a:chOff x="5743962" y="2919100"/>
              <a:chExt cx="623674" cy="284502"/>
            </a:xfrm>
          </p:grpSpPr>
          <p:sp>
            <p:nvSpPr>
              <p:cNvPr id="8709" name="Google Shape;8709;p60"/>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10" name="Google Shape;8710;p60"/>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8711" name="Google Shape;8711;p60"/>
          <p:cNvGrpSpPr/>
          <p:nvPr/>
        </p:nvGrpSpPr>
        <p:grpSpPr>
          <a:xfrm>
            <a:off x="7568863" y="1854538"/>
            <a:ext cx="874976" cy="719600"/>
            <a:chOff x="7608988" y="2093194"/>
            <a:chExt cx="817276" cy="672147"/>
          </a:xfrm>
        </p:grpSpPr>
        <p:cxnSp>
          <p:nvCxnSpPr>
            <p:cNvPr id="8712" name="Google Shape;8712;p60"/>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3" name="Google Shape;8713;p60"/>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4" name="Google Shape;8714;p60"/>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5" name="Google Shape;8715;p60"/>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6" name="Google Shape;8716;p60"/>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8717" name="Google Shape;8717;p60"/>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8718" name="Google Shape;8718;p60"/>
            <p:cNvGrpSpPr/>
            <p:nvPr/>
          </p:nvGrpSpPr>
          <p:grpSpPr>
            <a:xfrm>
              <a:off x="7721175" y="2093194"/>
              <a:ext cx="599587" cy="623846"/>
              <a:chOff x="7721175" y="2093194"/>
              <a:chExt cx="599587" cy="623846"/>
            </a:xfrm>
          </p:grpSpPr>
          <p:grpSp>
            <p:nvGrpSpPr>
              <p:cNvPr id="8719" name="Google Shape;8719;p60"/>
              <p:cNvGrpSpPr/>
              <p:nvPr/>
            </p:nvGrpSpPr>
            <p:grpSpPr>
              <a:xfrm>
                <a:off x="7721175" y="2093194"/>
                <a:ext cx="291605" cy="623846"/>
                <a:chOff x="9405575" y="2061418"/>
                <a:chExt cx="291605" cy="623846"/>
              </a:xfrm>
            </p:grpSpPr>
            <p:sp>
              <p:nvSpPr>
                <p:cNvPr id="8720" name="Google Shape;8720;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7" name="Google Shape;8727;p60"/>
              <p:cNvGrpSpPr/>
              <p:nvPr/>
            </p:nvGrpSpPr>
            <p:grpSpPr>
              <a:xfrm flipH="1">
                <a:off x="8029157" y="2093194"/>
                <a:ext cx="291605" cy="623846"/>
                <a:chOff x="9405575" y="2061418"/>
                <a:chExt cx="291605" cy="623846"/>
              </a:xfrm>
            </p:grpSpPr>
            <p:sp>
              <p:nvSpPr>
                <p:cNvPr id="8728" name="Google Shape;8728;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735" name="Google Shape;8735;p60"/>
          <p:cNvGrpSpPr/>
          <p:nvPr/>
        </p:nvGrpSpPr>
        <p:grpSpPr>
          <a:xfrm>
            <a:off x="4013299" y="970941"/>
            <a:ext cx="712557" cy="785901"/>
            <a:chOff x="4206459" y="1191441"/>
            <a:chExt cx="712557" cy="785901"/>
          </a:xfrm>
        </p:grpSpPr>
        <p:sp>
          <p:nvSpPr>
            <p:cNvPr id="8736" name="Google Shape;8736;p60"/>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0"/>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60"/>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0"/>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40" name="Google Shape;8740;p60"/>
            <p:cNvGrpSpPr/>
            <p:nvPr/>
          </p:nvGrpSpPr>
          <p:grpSpPr>
            <a:xfrm>
              <a:off x="4644280" y="1290523"/>
              <a:ext cx="143716" cy="29463"/>
              <a:chOff x="4644280" y="1290523"/>
              <a:chExt cx="143716" cy="29463"/>
            </a:xfrm>
          </p:grpSpPr>
          <p:sp>
            <p:nvSpPr>
              <p:cNvPr id="8741" name="Google Shape;8741;p60"/>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0"/>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0"/>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0"/>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5" name="Google Shape;8745;p60"/>
            <p:cNvGrpSpPr/>
            <p:nvPr/>
          </p:nvGrpSpPr>
          <p:grpSpPr>
            <a:xfrm>
              <a:off x="4356567" y="1191441"/>
              <a:ext cx="143690" cy="29488"/>
              <a:chOff x="4356567" y="1191441"/>
              <a:chExt cx="143690" cy="29488"/>
            </a:xfrm>
          </p:grpSpPr>
          <p:sp>
            <p:nvSpPr>
              <p:cNvPr id="8746" name="Google Shape;8746;p60"/>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0"/>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0"/>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0"/>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0" name="Google Shape;8750;p60"/>
            <p:cNvGrpSpPr/>
            <p:nvPr/>
          </p:nvGrpSpPr>
          <p:grpSpPr>
            <a:xfrm>
              <a:off x="4339009" y="1863727"/>
              <a:ext cx="143703" cy="29476"/>
              <a:chOff x="4339009" y="1863727"/>
              <a:chExt cx="143703" cy="29476"/>
            </a:xfrm>
          </p:grpSpPr>
          <p:sp>
            <p:nvSpPr>
              <p:cNvPr id="8751" name="Google Shape;8751;p60"/>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0"/>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0"/>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0"/>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60"/>
            <p:cNvGrpSpPr/>
            <p:nvPr/>
          </p:nvGrpSpPr>
          <p:grpSpPr>
            <a:xfrm>
              <a:off x="4206459" y="1607315"/>
              <a:ext cx="29539" cy="142899"/>
              <a:chOff x="4206459" y="1607315"/>
              <a:chExt cx="29539" cy="142899"/>
            </a:xfrm>
          </p:grpSpPr>
          <p:sp>
            <p:nvSpPr>
              <p:cNvPr id="8756" name="Google Shape;8756;p60"/>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0"/>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0"/>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0"/>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60" name="Google Shape;8760;p60"/>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0"/>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0"/>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0"/>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64" name="Google Shape;8764;p60"/>
            <p:cNvGrpSpPr/>
            <p:nvPr/>
          </p:nvGrpSpPr>
          <p:grpSpPr>
            <a:xfrm>
              <a:off x="4889463" y="1423737"/>
              <a:ext cx="29552" cy="142899"/>
              <a:chOff x="4889463" y="1423737"/>
              <a:chExt cx="29552" cy="142899"/>
            </a:xfrm>
          </p:grpSpPr>
          <p:sp>
            <p:nvSpPr>
              <p:cNvPr id="8765" name="Google Shape;8765;p60"/>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0"/>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0"/>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0"/>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9" name="Google Shape;8769;p60"/>
            <p:cNvGrpSpPr/>
            <p:nvPr/>
          </p:nvGrpSpPr>
          <p:grpSpPr>
            <a:xfrm>
              <a:off x="4771663" y="1876896"/>
              <a:ext cx="108651" cy="100447"/>
              <a:chOff x="4771663" y="1876896"/>
              <a:chExt cx="108651" cy="100447"/>
            </a:xfrm>
          </p:grpSpPr>
          <p:sp>
            <p:nvSpPr>
              <p:cNvPr id="8770" name="Google Shape;8770;p60"/>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0"/>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0"/>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0"/>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74" name="Google Shape;8774;p60"/>
          <p:cNvGrpSpPr/>
          <p:nvPr/>
        </p:nvGrpSpPr>
        <p:grpSpPr>
          <a:xfrm>
            <a:off x="4008774" y="1854164"/>
            <a:ext cx="791287" cy="720350"/>
            <a:chOff x="267375" y="1071875"/>
            <a:chExt cx="470500" cy="428550"/>
          </a:xfrm>
        </p:grpSpPr>
        <p:sp>
          <p:nvSpPr>
            <p:cNvPr id="8775" name="Google Shape;8775;p60"/>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0"/>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0"/>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0"/>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0"/>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0"/>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0"/>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0"/>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3" name="Google Shape;8783;p60"/>
          <p:cNvGrpSpPr/>
          <p:nvPr/>
        </p:nvGrpSpPr>
        <p:grpSpPr>
          <a:xfrm>
            <a:off x="709269" y="3498794"/>
            <a:ext cx="1408444" cy="673166"/>
            <a:chOff x="712664" y="3693287"/>
            <a:chExt cx="1460738" cy="698160"/>
          </a:xfrm>
        </p:grpSpPr>
        <p:grpSp>
          <p:nvGrpSpPr>
            <p:cNvPr id="8784" name="Google Shape;8784;p60"/>
            <p:cNvGrpSpPr/>
            <p:nvPr/>
          </p:nvGrpSpPr>
          <p:grpSpPr>
            <a:xfrm>
              <a:off x="1380079" y="4133090"/>
              <a:ext cx="234048" cy="258099"/>
              <a:chOff x="1380079" y="4133090"/>
              <a:chExt cx="234048" cy="258099"/>
            </a:xfrm>
          </p:grpSpPr>
          <p:sp>
            <p:nvSpPr>
              <p:cNvPr id="8785" name="Google Shape;8785;p60"/>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0"/>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0"/>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60"/>
            <p:cNvGrpSpPr/>
            <p:nvPr/>
          </p:nvGrpSpPr>
          <p:grpSpPr>
            <a:xfrm>
              <a:off x="884610" y="3864082"/>
              <a:ext cx="1118566" cy="527275"/>
              <a:chOff x="890961" y="3865463"/>
              <a:chExt cx="1115221" cy="525698"/>
            </a:xfrm>
          </p:grpSpPr>
          <p:sp>
            <p:nvSpPr>
              <p:cNvPr id="8789" name="Google Shape;8789;p60"/>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0"/>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0"/>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2" name="Google Shape;8792;p60"/>
            <p:cNvGrpSpPr/>
            <p:nvPr/>
          </p:nvGrpSpPr>
          <p:grpSpPr>
            <a:xfrm>
              <a:off x="712664" y="3693287"/>
              <a:ext cx="1460738" cy="698160"/>
              <a:chOff x="712664" y="3693025"/>
              <a:chExt cx="1460738" cy="698160"/>
            </a:xfrm>
          </p:grpSpPr>
          <p:sp>
            <p:nvSpPr>
              <p:cNvPr id="8793" name="Google Shape;8793;p60"/>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0"/>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0"/>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0"/>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0"/>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0"/>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99" name="Google Shape;8799;p60"/>
          <p:cNvGrpSpPr/>
          <p:nvPr/>
        </p:nvGrpSpPr>
        <p:grpSpPr>
          <a:xfrm>
            <a:off x="3146985" y="970941"/>
            <a:ext cx="795485" cy="738831"/>
            <a:chOff x="3348603" y="1236445"/>
            <a:chExt cx="749256" cy="695894"/>
          </a:xfrm>
        </p:grpSpPr>
        <p:grpSp>
          <p:nvGrpSpPr>
            <p:cNvPr id="8800" name="Google Shape;8800;p60"/>
            <p:cNvGrpSpPr/>
            <p:nvPr/>
          </p:nvGrpSpPr>
          <p:grpSpPr>
            <a:xfrm>
              <a:off x="3583779" y="1236445"/>
              <a:ext cx="293795" cy="285811"/>
              <a:chOff x="3750225" y="1774000"/>
              <a:chExt cx="149575" cy="145525"/>
            </a:xfrm>
          </p:grpSpPr>
          <p:sp>
            <p:nvSpPr>
              <p:cNvPr id="8801" name="Google Shape;8801;p60"/>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0"/>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60"/>
            <p:cNvGrpSpPr/>
            <p:nvPr/>
          </p:nvGrpSpPr>
          <p:grpSpPr>
            <a:xfrm>
              <a:off x="3775534" y="1462599"/>
              <a:ext cx="322325" cy="285958"/>
              <a:chOff x="3847850" y="1889150"/>
              <a:chExt cx="164100" cy="145600"/>
            </a:xfrm>
          </p:grpSpPr>
          <p:sp>
            <p:nvSpPr>
              <p:cNvPr id="8804" name="Google Shape;8804;p60"/>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0"/>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6" name="Google Shape;8806;p60"/>
            <p:cNvGrpSpPr/>
            <p:nvPr/>
          </p:nvGrpSpPr>
          <p:grpSpPr>
            <a:xfrm>
              <a:off x="3545329" y="1646528"/>
              <a:ext cx="293746" cy="285811"/>
              <a:chOff x="3730650" y="1982800"/>
              <a:chExt cx="149550" cy="145525"/>
            </a:xfrm>
          </p:grpSpPr>
          <p:sp>
            <p:nvSpPr>
              <p:cNvPr id="8807" name="Google Shape;8807;p60"/>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0"/>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9" name="Google Shape;8809;p60"/>
            <p:cNvGrpSpPr/>
            <p:nvPr/>
          </p:nvGrpSpPr>
          <p:grpSpPr>
            <a:xfrm>
              <a:off x="3348603" y="1415046"/>
              <a:ext cx="294384" cy="284387"/>
              <a:chOff x="3630494" y="1864938"/>
              <a:chExt cx="149875" cy="144800"/>
            </a:xfrm>
          </p:grpSpPr>
          <p:sp>
            <p:nvSpPr>
              <p:cNvPr id="8810" name="Google Shape;8810;p60"/>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0"/>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12" name="Google Shape;8812;p60"/>
          <p:cNvGrpSpPr/>
          <p:nvPr/>
        </p:nvGrpSpPr>
        <p:grpSpPr>
          <a:xfrm>
            <a:off x="2268512" y="3493837"/>
            <a:ext cx="1324924" cy="678083"/>
            <a:chOff x="2413923" y="3711366"/>
            <a:chExt cx="1374117" cy="703260"/>
          </a:xfrm>
        </p:grpSpPr>
        <p:grpSp>
          <p:nvGrpSpPr>
            <p:cNvPr id="8813" name="Google Shape;8813;p60"/>
            <p:cNvGrpSpPr/>
            <p:nvPr/>
          </p:nvGrpSpPr>
          <p:grpSpPr>
            <a:xfrm>
              <a:off x="2413923" y="3711366"/>
              <a:ext cx="1374117" cy="703260"/>
              <a:chOff x="2413923" y="3711366"/>
              <a:chExt cx="1374117" cy="703260"/>
            </a:xfrm>
          </p:grpSpPr>
          <p:sp>
            <p:nvSpPr>
              <p:cNvPr id="8814" name="Google Shape;8814;p60"/>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5" name="Google Shape;8815;p60"/>
              <p:cNvGrpSpPr/>
              <p:nvPr/>
            </p:nvGrpSpPr>
            <p:grpSpPr>
              <a:xfrm>
                <a:off x="2600284" y="3808654"/>
                <a:ext cx="234506" cy="138009"/>
                <a:chOff x="2600284" y="3808654"/>
                <a:chExt cx="234506" cy="138009"/>
              </a:xfrm>
            </p:grpSpPr>
            <p:sp>
              <p:nvSpPr>
                <p:cNvPr id="8816" name="Google Shape;8816;p60"/>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17" name="Google Shape;8817;p60"/>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18" name="Google Shape;8818;p60"/>
              <p:cNvGrpSpPr/>
              <p:nvPr/>
            </p:nvGrpSpPr>
            <p:grpSpPr>
              <a:xfrm>
                <a:off x="3359659" y="3805664"/>
                <a:ext cx="232294" cy="141000"/>
                <a:chOff x="3359659" y="3805664"/>
                <a:chExt cx="232294" cy="141000"/>
              </a:xfrm>
            </p:grpSpPr>
            <p:sp>
              <p:nvSpPr>
                <p:cNvPr id="8819" name="Google Shape;8819;p60"/>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0" name="Google Shape;8820;p60"/>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1" name="Google Shape;8821;p60"/>
              <p:cNvGrpSpPr/>
              <p:nvPr/>
            </p:nvGrpSpPr>
            <p:grpSpPr>
              <a:xfrm>
                <a:off x="3067316" y="3711366"/>
                <a:ext cx="66900" cy="166809"/>
                <a:chOff x="3067316" y="3711366"/>
                <a:chExt cx="66900" cy="166809"/>
              </a:xfrm>
            </p:grpSpPr>
            <p:sp>
              <p:nvSpPr>
                <p:cNvPr id="8822" name="Google Shape;8822;p60"/>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3" name="Google Shape;8823;p60"/>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4" name="Google Shape;8824;p60"/>
              <p:cNvGrpSpPr/>
              <p:nvPr/>
            </p:nvGrpSpPr>
            <p:grpSpPr>
              <a:xfrm>
                <a:off x="2413923" y="4058666"/>
                <a:ext cx="224119" cy="66900"/>
                <a:chOff x="2413923" y="4058666"/>
                <a:chExt cx="224119" cy="66900"/>
              </a:xfrm>
            </p:grpSpPr>
            <p:sp>
              <p:nvSpPr>
                <p:cNvPr id="8825" name="Google Shape;8825;p60"/>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6" name="Google Shape;8826;p60"/>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7" name="Google Shape;8827;p60"/>
              <p:cNvGrpSpPr/>
              <p:nvPr/>
            </p:nvGrpSpPr>
            <p:grpSpPr>
              <a:xfrm>
                <a:off x="3564643" y="4058666"/>
                <a:ext cx="223397" cy="66900"/>
                <a:chOff x="3564643" y="4058666"/>
                <a:chExt cx="223397" cy="66900"/>
              </a:xfrm>
            </p:grpSpPr>
            <p:sp>
              <p:nvSpPr>
                <p:cNvPr id="8828" name="Google Shape;8828;p60"/>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9" name="Google Shape;8829;p60"/>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8830" name="Google Shape;8830;p60"/>
            <p:cNvGrpSpPr/>
            <p:nvPr/>
          </p:nvGrpSpPr>
          <p:grpSpPr>
            <a:xfrm>
              <a:off x="2633353" y="3965763"/>
              <a:ext cx="933975" cy="445687"/>
              <a:chOff x="2633353" y="3965763"/>
              <a:chExt cx="933975" cy="445687"/>
            </a:xfrm>
          </p:grpSpPr>
          <p:sp>
            <p:nvSpPr>
              <p:cNvPr id="8831" name="Google Shape;8831;p60"/>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0"/>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33" name="Google Shape;8833;p60"/>
          <p:cNvGrpSpPr/>
          <p:nvPr/>
        </p:nvGrpSpPr>
        <p:grpSpPr>
          <a:xfrm>
            <a:off x="6392784" y="1044384"/>
            <a:ext cx="1131087" cy="587383"/>
            <a:chOff x="238125" y="999450"/>
            <a:chExt cx="7140700" cy="3708225"/>
          </a:xfrm>
        </p:grpSpPr>
        <p:sp>
          <p:nvSpPr>
            <p:cNvPr id="8834" name="Google Shape;8834;p60"/>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0"/>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0"/>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0"/>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0"/>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0"/>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0"/>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0"/>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0"/>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3" name="Google Shape;8843;p60"/>
          <p:cNvGrpSpPr/>
          <p:nvPr/>
        </p:nvGrpSpPr>
        <p:grpSpPr>
          <a:xfrm>
            <a:off x="3744234" y="3493879"/>
            <a:ext cx="1375854" cy="678131"/>
            <a:chOff x="3913765" y="3641905"/>
            <a:chExt cx="1522805" cy="750560"/>
          </a:xfrm>
        </p:grpSpPr>
        <p:grpSp>
          <p:nvGrpSpPr>
            <p:cNvPr id="8844" name="Google Shape;8844;p60"/>
            <p:cNvGrpSpPr/>
            <p:nvPr/>
          </p:nvGrpSpPr>
          <p:grpSpPr>
            <a:xfrm>
              <a:off x="3913765" y="3997002"/>
              <a:ext cx="1522805" cy="395463"/>
              <a:chOff x="3913765" y="3997002"/>
              <a:chExt cx="1522805" cy="395463"/>
            </a:xfrm>
          </p:grpSpPr>
          <p:grpSp>
            <p:nvGrpSpPr>
              <p:cNvPr id="8845" name="Google Shape;8845;p60"/>
              <p:cNvGrpSpPr/>
              <p:nvPr/>
            </p:nvGrpSpPr>
            <p:grpSpPr>
              <a:xfrm>
                <a:off x="3913765" y="4138659"/>
                <a:ext cx="507602" cy="253806"/>
                <a:chOff x="3913765" y="4138659"/>
                <a:chExt cx="507602" cy="253806"/>
              </a:xfrm>
            </p:grpSpPr>
            <p:sp>
              <p:nvSpPr>
                <p:cNvPr id="8846" name="Google Shape;8846;p60"/>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8848" name="Google Shape;8848;p60"/>
              <p:cNvGrpSpPr/>
              <p:nvPr/>
            </p:nvGrpSpPr>
            <p:grpSpPr>
              <a:xfrm>
                <a:off x="4421361" y="3997002"/>
                <a:ext cx="507618" cy="395463"/>
                <a:chOff x="4421361" y="3997002"/>
                <a:chExt cx="507618" cy="395463"/>
              </a:xfrm>
            </p:grpSpPr>
            <p:sp>
              <p:nvSpPr>
                <p:cNvPr id="8849" name="Google Shape;8849;p60"/>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0"/>
              <p:cNvGrpSpPr/>
              <p:nvPr/>
            </p:nvGrpSpPr>
            <p:grpSpPr>
              <a:xfrm>
                <a:off x="4928973" y="4189418"/>
                <a:ext cx="507596" cy="203047"/>
                <a:chOff x="4928973" y="4189418"/>
                <a:chExt cx="507596" cy="203047"/>
              </a:xfrm>
            </p:grpSpPr>
            <p:sp>
              <p:nvSpPr>
                <p:cNvPr id="8852" name="Google Shape;8852;p60"/>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0"/>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4" name="Google Shape;8854;p60"/>
            <p:cNvGrpSpPr/>
            <p:nvPr/>
          </p:nvGrpSpPr>
          <p:grpSpPr>
            <a:xfrm>
              <a:off x="4482186" y="3641905"/>
              <a:ext cx="397605" cy="349784"/>
              <a:chOff x="2906375" y="1159725"/>
              <a:chExt cx="1860575" cy="1636800"/>
            </a:xfrm>
          </p:grpSpPr>
          <p:sp>
            <p:nvSpPr>
              <p:cNvPr id="8855" name="Google Shape;8855;p60"/>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0"/>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0"/>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9" name="Google Shape;8859;p60"/>
          <p:cNvGrpSpPr/>
          <p:nvPr/>
        </p:nvGrpSpPr>
        <p:grpSpPr>
          <a:xfrm>
            <a:off x="6528943" y="1853805"/>
            <a:ext cx="940737" cy="721067"/>
            <a:chOff x="6599718" y="2068734"/>
            <a:chExt cx="940737" cy="721067"/>
          </a:xfrm>
        </p:grpSpPr>
        <p:sp>
          <p:nvSpPr>
            <p:cNvPr id="8860" name="Google Shape;8860;p60"/>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0"/>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0"/>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0"/>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6" name="Google Shape;8866;p60"/>
            <p:cNvGrpSpPr/>
            <p:nvPr/>
          </p:nvGrpSpPr>
          <p:grpSpPr>
            <a:xfrm>
              <a:off x="6836957" y="2068734"/>
              <a:ext cx="461892" cy="721067"/>
              <a:chOff x="6836957" y="2068734"/>
              <a:chExt cx="461892" cy="721067"/>
            </a:xfrm>
          </p:grpSpPr>
          <p:sp>
            <p:nvSpPr>
              <p:cNvPr id="8867" name="Google Shape;8867;p60"/>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0"/>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0"/>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0"/>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0"/>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0"/>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3" name="Google Shape;8873;p60"/>
              <p:cNvGrpSpPr/>
              <p:nvPr/>
            </p:nvGrpSpPr>
            <p:grpSpPr>
              <a:xfrm>
                <a:off x="6836957" y="2068734"/>
                <a:ext cx="461892" cy="721067"/>
                <a:chOff x="6836957" y="2068734"/>
                <a:chExt cx="461892" cy="721067"/>
              </a:xfrm>
            </p:grpSpPr>
            <p:sp>
              <p:nvSpPr>
                <p:cNvPr id="8874" name="Google Shape;8874;p60"/>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0"/>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0"/>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0"/>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881" name="Google Shape;8881;p60"/>
          <p:cNvGrpSpPr/>
          <p:nvPr/>
        </p:nvGrpSpPr>
        <p:grpSpPr>
          <a:xfrm>
            <a:off x="2412262" y="1858152"/>
            <a:ext cx="712577" cy="712374"/>
            <a:chOff x="2559249" y="2069323"/>
            <a:chExt cx="685566" cy="685634"/>
          </a:xfrm>
        </p:grpSpPr>
        <p:sp>
          <p:nvSpPr>
            <p:cNvPr id="8882" name="Google Shape;8882;p60"/>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0"/>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0"/>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0"/>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0"/>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0"/>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0"/>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0"/>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5" name="Google Shape;8895;p60"/>
          <p:cNvGrpSpPr/>
          <p:nvPr/>
        </p:nvGrpSpPr>
        <p:grpSpPr>
          <a:xfrm>
            <a:off x="7594699" y="970941"/>
            <a:ext cx="845645" cy="711911"/>
            <a:chOff x="951975" y="315800"/>
            <a:chExt cx="5860325" cy="4933550"/>
          </a:xfrm>
        </p:grpSpPr>
        <p:sp>
          <p:nvSpPr>
            <p:cNvPr id="8896" name="Google Shape;8896;p60"/>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0"/>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0"/>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0"/>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0"/>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4" name="Google Shape;8904;p60"/>
          <p:cNvGrpSpPr/>
          <p:nvPr/>
        </p:nvGrpSpPr>
        <p:grpSpPr>
          <a:xfrm>
            <a:off x="3691828" y="2707050"/>
            <a:ext cx="1617932" cy="621724"/>
            <a:chOff x="3862800" y="3038525"/>
            <a:chExt cx="1329006" cy="510698"/>
          </a:xfrm>
        </p:grpSpPr>
        <p:sp>
          <p:nvSpPr>
            <p:cNvPr id="8905" name="Google Shape;8905;p60"/>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0"/>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7" name="Google Shape;8907;p60"/>
            <p:cNvGrpSpPr/>
            <p:nvPr/>
          </p:nvGrpSpPr>
          <p:grpSpPr>
            <a:xfrm>
              <a:off x="3967075" y="3040337"/>
              <a:ext cx="1019927" cy="402126"/>
              <a:chOff x="3967075" y="3040337"/>
              <a:chExt cx="1019927" cy="402126"/>
            </a:xfrm>
          </p:grpSpPr>
          <p:sp>
            <p:nvSpPr>
              <p:cNvPr id="8908" name="Google Shape;8908;p60"/>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0" name="Google Shape;8910;p60"/>
            <p:cNvGrpSpPr/>
            <p:nvPr/>
          </p:nvGrpSpPr>
          <p:grpSpPr>
            <a:xfrm>
              <a:off x="4186700" y="3040337"/>
              <a:ext cx="390475" cy="183289"/>
              <a:chOff x="4186700" y="3040337"/>
              <a:chExt cx="390475" cy="183289"/>
            </a:xfrm>
          </p:grpSpPr>
          <p:sp>
            <p:nvSpPr>
              <p:cNvPr id="8911" name="Google Shape;8911;p60"/>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0"/>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3" name="Google Shape;8913;p60"/>
            <p:cNvGrpSpPr/>
            <p:nvPr/>
          </p:nvGrpSpPr>
          <p:grpSpPr>
            <a:xfrm>
              <a:off x="4073727" y="3040337"/>
              <a:ext cx="697794" cy="296263"/>
              <a:chOff x="4073727" y="3040337"/>
              <a:chExt cx="697794" cy="296263"/>
            </a:xfrm>
          </p:grpSpPr>
          <p:sp>
            <p:nvSpPr>
              <p:cNvPr id="8914" name="Google Shape;8914;p60"/>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0"/>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0"/>
            <p:cNvGrpSpPr/>
            <p:nvPr/>
          </p:nvGrpSpPr>
          <p:grpSpPr>
            <a:xfrm>
              <a:off x="3862800" y="3038525"/>
              <a:ext cx="1329006" cy="510698"/>
              <a:chOff x="3862800" y="3038525"/>
              <a:chExt cx="1329006" cy="510698"/>
            </a:xfrm>
          </p:grpSpPr>
          <p:sp>
            <p:nvSpPr>
              <p:cNvPr id="8917" name="Google Shape;8917;p60"/>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0"/>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19" name="Google Shape;8919;p60"/>
          <p:cNvGrpSpPr/>
          <p:nvPr/>
        </p:nvGrpSpPr>
        <p:grpSpPr>
          <a:xfrm>
            <a:off x="700150" y="970941"/>
            <a:ext cx="883205" cy="775176"/>
            <a:chOff x="649648" y="271400"/>
            <a:chExt cx="6215377" cy="5455143"/>
          </a:xfrm>
        </p:grpSpPr>
        <p:sp>
          <p:nvSpPr>
            <p:cNvPr id="8920" name="Google Shape;8920;p60"/>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0"/>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0"/>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0"/>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0"/>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0"/>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0"/>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0"/>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0"/>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0"/>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60"/>
          <p:cNvGrpSpPr/>
          <p:nvPr/>
        </p:nvGrpSpPr>
        <p:grpSpPr>
          <a:xfrm>
            <a:off x="2308452" y="970941"/>
            <a:ext cx="767704" cy="815489"/>
            <a:chOff x="2499700" y="1135950"/>
            <a:chExt cx="732402" cy="777990"/>
          </a:xfrm>
        </p:grpSpPr>
        <p:grpSp>
          <p:nvGrpSpPr>
            <p:cNvPr id="8933" name="Google Shape;8933;p60"/>
            <p:cNvGrpSpPr/>
            <p:nvPr/>
          </p:nvGrpSpPr>
          <p:grpSpPr>
            <a:xfrm>
              <a:off x="2499700" y="1135950"/>
              <a:ext cx="732402" cy="694705"/>
              <a:chOff x="2499700" y="1135950"/>
              <a:chExt cx="732402" cy="694705"/>
            </a:xfrm>
          </p:grpSpPr>
          <p:sp>
            <p:nvSpPr>
              <p:cNvPr id="8934" name="Google Shape;8934;p60"/>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0"/>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0"/>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0"/>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0"/>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0"/>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0"/>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0"/>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0"/>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0"/>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0"/>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0"/>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0"/>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0"/>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0"/>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0"/>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0"/>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0"/>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0"/>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60"/>
            <p:cNvGrpSpPr/>
            <p:nvPr/>
          </p:nvGrpSpPr>
          <p:grpSpPr>
            <a:xfrm>
              <a:off x="2517909" y="1188726"/>
              <a:ext cx="702702" cy="725214"/>
              <a:chOff x="2517909" y="1188726"/>
              <a:chExt cx="702702" cy="725214"/>
            </a:xfrm>
          </p:grpSpPr>
          <p:sp>
            <p:nvSpPr>
              <p:cNvPr id="8962" name="Google Shape;8962;p60"/>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0"/>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0"/>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0"/>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67" name="Google Shape;8967;p60"/>
          <p:cNvGrpSpPr/>
          <p:nvPr/>
        </p:nvGrpSpPr>
        <p:grpSpPr>
          <a:xfrm>
            <a:off x="1654184" y="970941"/>
            <a:ext cx="583439" cy="870229"/>
            <a:chOff x="1716825" y="1121550"/>
            <a:chExt cx="622800" cy="928938"/>
          </a:xfrm>
        </p:grpSpPr>
        <p:grpSp>
          <p:nvGrpSpPr>
            <p:cNvPr id="8968" name="Google Shape;8968;p60"/>
            <p:cNvGrpSpPr/>
            <p:nvPr/>
          </p:nvGrpSpPr>
          <p:grpSpPr>
            <a:xfrm>
              <a:off x="1716825" y="1121550"/>
              <a:ext cx="622800" cy="928938"/>
              <a:chOff x="1716825" y="1121550"/>
              <a:chExt cx="622800" cy="928938"/>
            </a:xfrm>
          </p:grpSpPr>
          <p:cxnSp>
            <p:nvCxnSpPr>
              <p:cNvPr id="8969" name="Google Shape;8969;p60"/>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970" name="Google Shape;8970;p60"/>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60"/>
            <p:cNvGrpSpPr/>
            <p:nvPr/>
          </p:nvGrpSpPr>
          <p:grpSpPr>
            <a:xfrm>
              <a:off x="1768050" y="1172775"/>
              <a:ext cx="520200" cy="832000"/>
              <a:chOff x="1768050" y="1172775"/>
              <a:chExt cx="520200" cy="832000"/>
            </a:xfrm>
          </p:grpSpPr>
          <p:cxnSp>
            <p:nvCxnSpPr>
              <p:cNvPr id="8972" name="Google Shape;8972;p60"/>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973" name="Google Shape;8973;p60"/>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0"/>
            <p:cNvGrpSpPr/>
            <p:nvPr/>
          </p:nvGrpSpPr>
          <p:grpSpPr>
            <a:xfrm>
              <a:off x="1820100" y="1225475"/>
              <a:ext cx="416400" cy="729575"/>
              <a:chOff x="1820100" y="1225475"/>
              <a:chExt cx="416400" cy="729575"/>
            </a:xfrm>
          </p:grpSpPr>
          <p:cxnSp>
            <p:nvCxnSpPr>
              <p:cNvPr id="8975" name="Google Shape;8975;p60"/>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976" name="Google Shape;8976;p60"/>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60"/>
            <p:cNvGrpSpPr/>
            <p:nvPr/>
          </p:nvGrpSpPr>
          <p:grpSpPr>
            <a:xfrm>
              <a:off x="1874250" y="1278825"/>
              <a:ext cx="308100" cy="605275"/>
              <a:chOff x="1874250" y="1278825"/>
              <a:chExt cx="308100" cy="605275"/>
            </a:xfrm>
          </p:grpSpPr>
          <p:cxnSp>
            <p:nvCxnSpPr>
              <p:cNvPr id="8978" name="Google Shape;8978;p60"/>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979" name="Google Shape;8979;p60"/>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0" name="Google Shape;8980;p60"/>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1" name="Google Shape;8981;p60"/>
          <p:cNvGrpSpPr/>
          <p:nvPr/>
        </p:nvGrpSpPr>
        <p:grpSpPr>
          <a:xfrm>
            <a:off x="1574007" y="1857263"/>
            <a:ext cx="739072" cy="714152"/>
            <a:chOff x="4334725" y="1355875"/>
            <a:chExt cx="3106650" cy="3001900"/>
          </a:xfrm>
        </p:grpSpPr>
        <p:grpSp>
          <p:nvGrpSpPr>
            <p:cNvPr id="8982" name="Google Shape;8982;p60"/>
            <p:cNvGrpSpPr/>
            <p:nvPr/>
          </p:nvGrpSpPr>
          <p:grpSpPr>
            <a:xfrm>
              <a:off x="4516050" y="1724875"/>
              <a:ext cx="2693725" cy="2632900"/>
              <a:chOff x="4516050" y="1724875"/>
              <a:chExt cx="2693725" cy="2632900"/>
            </a:xfrm>
          </p:grpSpPr>
          <p:sp>
            <p:nvSpPr>
              <p:cNvPr id="8983" name="Google Shape;8983;p60"/>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4334725" y="1355875"/>
              <a:ext cx="3106650" cy="2709650"/>
              <a:chOff x="4334725" y="1355875"/>
              <a:chExt cx="3106650" cy="2709650"/>
            </a:xfrm>
          </p:grpSpPr>
          <p:sp>
            <p:nvSpPr>
              <p:cNvPr id="8987" name="Google Shape;8987;p60"/>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90" name="Google Shape;8990;p60"/>
          <p:cNvGrpSpPr/>
          <p:nvPr/>
        </p:nvGrpSpPr>
        <p:grpSpPr>
          <a:xfrm>
            <a:off x="7690956" y="3488034"/>
            <a:ext cx="312074" cy="684173"/>
            <a:chOff x="7645573" y="3754300"/>
            <a:chExt cx="293855" cy="644170"/>
          </a:xfrm>
        </p:grpSpPr>
        <p:sp>
          <p:nvSpPr>
            <p:cNvPr id="8991" name="Google Shape;8991;p60"/>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0"/>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0"/>
          <p:cNvGrpSpPr/>
          <p:nvPr/>
        </p:nvGrpSpPr>
        <p:grpSpPr>
          <a:xfrm>
            <a:off x="5612944" y="970941"/>
            <a:ext cx="709011" cy="739359"/>
            <a:chOff x="5830645" y="1256617"/>
            <a:chExt cx="530340" cy="553040"/>
          </a:xfrm>
        </p:grpSpPr>
        <p:grpSp>
          <p:nvGrpSpPr>
            <p:cNvPr id="8994" name="Google Shape;8994;p60"/>
            <p:cNvGrpSpPr/>
            <p:nvPr/>
          </p:nvGrpSpPr>
          <p:grpSpPr>
            <a:xfrm>
              <a:off x="5830645" y="1256617"/>
              <a:ext cx="259743" cy="269909"/>
              <a:chOff x="5830645" y="1256617"/>
              <a:chExt cx="259743" cy="269909"/>
            </a:xfrm>
          </p:grpSpPr>
          <p:sp>
            <p:nvSpPr>
              <p:cNvPr id="8995" name="Google Shape;8995;p60"/>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0"/>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7" name="Google Shape;8997;p60"/>
            <p:cNvGrpSpPr/>
            <p:nvPr/>
          </p:nvGrpSpPr>
          <p:grpSpPr>
            <a:xfrm>
              <a:off x="6101293" y="1256617"/>
              <a:ext cx="259692" cy="269909"/>
              <a:chOff x="6101293" y="1256617"/>
              <a:chExt cx="259692" cy="269909"/>
            </a:xfrm>
          </p:grpSpPr>
          <p:sp>
            <p:nvSpPr>
              <p:cNvPr id="8998" name="Google Shape;8998;p60"/>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0"/>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0"/>
            <p:cNvGrpSpPr/>
            <p:nvPr/>
          </p:nvGrpSpPr>
          <p:grpSpPr>
            <a:xfrm>
              <a:off x="5830645" y="1539749"/>
              <a:ext cx="259692" cy="269909"/>
              <a:chOff x="5830645" y="1539749"/>
              <a:chExt cx="259692" cy="269909"/>
            </a:xfrm>
          </p:grpSpPr>
          <p:sp>
            <p:nvSpPr>
              <p:cNvPr id="9001" name="Google Shape;9001;p60"/>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3" name="Google Shape;9003;p60"/>
            <p:cNvGrpSpPr/>
            <p:nvPr/>
          </p:nvGrpSpPr>
          <p:grpSpPr>
            <a:xfrm>
              <a:off x="6101293" y="1539749"/>
              <a:ext cx="259692" cy="269909"/>
              <a:chOff x="6101293" y="1539749"/>
              <a:chExt cx="259692" cy="269909"/>
            </a:xfrm>
          </p:grpSpPr>
          <p:sp>
            <p:nvSpPr>
              <p:cNvPr id="9004" name="Google Shape;9004;p60"/>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0"/>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06" name="Google Shape;9006;p60"/>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7" name="Google Shape;9007;p60"/>
          <p:cNvGrpSpPr/>
          <p:nvPr/>
        </p:nvGrpSpPr>
        <p:grpSpPr>
          <a:xfrm>
            <a:off x="714438" y="2707057"/>
            <a:ext cx="1452955" cy="621360"/>
            <a:chOff x="732422" y="2990152"/>
            <a:chExt cx="1337773" cy="572102"/>
          </a:xfrm>
        </p:grpSpPr>
        <p:sp>
          <p:nvSpPr>
            <p:cNvPr id="9008" name="Google Shape;9008;p60"/>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0"/>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0"/>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0"/>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0"/>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017"/>
        <p:cNvGrpSpPr/>
        <p:nvPr/>
      </p:nvGrpSpPr>
      <p:grpSpPr>
        <a:xfrm>
          <a:off x="0" y="0"/>
          <a:ext cx="0" cy="0"/>
          <a:chOff x="0" y="0"/>
          <a:chExt cx="0" cy="0"/>
        </a:xfrm>
      </p:grpSpPr>
      <p:grpSp>
        <p:nvGrpSpPr>
          <p:cNvPr id="9018" name="Google Shape;9018;p61"/>
          <p:cNvGrpSpPr/>
          <p:nvPr/>
        </p:nvGrpSpPr>
        <p:grpSpPr>
          <a:xfrm>
            <a:off x="708575" y="965865"/>
            <a:ext cx="1636117" cy="1526144"/>
            <a:chOff x="729238" y="1179665"/>
            <a:chExt cx="1636117" cy="1526144"/>
          </a:xfrm>
        </p:grpSpPr>
        <p:grpSp>
          <p:nvGrpSpPr>
            <p:cNvPr id="9019" name="Google Shape;9019;p61"/>
            <p:cNvGrpSpPr/>
            <p:nvPr/>
          </p:nvGrpSpPr>
          <p:grpSpPr>
            <a:xfrm>
              <a:off x="729238" y="1179665"/>
              <a:ext cx="80700" cy="1526144"/>
              <a:chOff x="729238" y="1179665"/>
              <a:chExt cx="80700" cy="1526144"/>
            </a:xfrm>
          </p:grpSpPr>
          <p:sp>
            <p:nvSpPr>
              <p:cNvPr id="9020" name="Google Shape;9020;p61"/>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1"/>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1"/>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1"/>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1"/>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1"/>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1"/>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1"/>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1"/>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1"/>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0" name="Google Shape;9030;p61"/>
            <p:cNvGrpSpPr/>
            <p:nvPr/>
          </p:nvGrpSpPr>
          <p:grpSpPr>
            <a:xfrm>
              <a:off x="903098" y="1179665"/>
              <a:ext cx="80700" cy="1526144"/>
              <a:chOff x="903098" y="1179665"/>
              <a:chExt cx="80700" cy="1526144"/>
            </a:xfrm>
          </p:grpSpPr>
          <p:sp>
            <p:nvSpPr>
              <p:cNvPr id="9031" name="Google Shape;9031;p61"/>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1"/>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1"/>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1"/>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1"/>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1"/>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1"/>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1"/>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1"/>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1"/>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1" name="Google Shape;9041;p61"/>
            <p:cNvGrpSpPr/>
            <p:nvPr/>
          </p:nvGrpSpPr>
          <p:grpSpPr>
            <a:xfrm>
              <a:off x="1076958" y="1179665"/>
              <a:ext cx="80700" cy="1526144"/>
              <a:chOff x="1076958" y="1179665"/>
              <a:chExt cx="80700" cy="1526144"/>
            </a:xfrm>
          </p:grpSpPr>
          <p:sp>
            <p:nvSpPr>
              <p:cNvPr id="9042" name="Google Shape;9042;p61"/>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1"/>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1"/>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1"/>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1"/>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1"/>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1"/>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1"/>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1"/>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1"/>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2" name="Google Shape;9052;p61"/>
            <p:cNvGrpSpPr/>
            <p:nvPr/>
          </p:nvGrpSpPr>
          <p:grpSpPr>
            <a:xfrm>
              <a:off x="1247707" y="1179665"/>
              <a:ext cx="80700" cy="1526144"/>
              <a:chOff x="1247707" y="1179665"/>
              <a:chExt cx="80700" cy="1526144"/>
            </a:xfrm>
          </p:grpSpPr>
          <p:sp>
            <p:nvSpPr>
              <p:cNvPr id="9053" name="Google Shape;9053;p61"/>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1"/>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1"/>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1"/>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1"/>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1"/>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1"/>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1"/>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1"/>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1"/>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1"/>
            <p:cNvGrpSpPr/>
            <p:nvPr/>
          </p:nvGrpSpPr>
          <p:grpSpPr>
            <a:xfrm>
              <a:off x="1421567" y="1179665"/>
              <a:ext cx="80700" cy="1526144"/>
              <a:chOff x="1421567" y="1179665"/>
              <a:chExt cx="80700" cy="1526144"/>
            </a:xfrm>
          </p:grpSpPr>
          <p:sp>
            <p:nvSpPr>
              <p:cNvPr id="9064" name="Google Shape;9064;p61"/>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1"/>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1"/>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1"/>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1"/>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1"/>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1"/>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1"/>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1"/>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1"/>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4" name="Google Shape;9074;p61"/>
            <p:cNvGrpSpPr/>
            <p:nvPr/>
          </p:nvGrpSpPr>
          <p:grpSpPr>
            <a:xfrm>
              <a:off x="1592327" y="1179665"/>
              <a:ext cx="80700" cy="1526144"/>
              <a:chOff x="1592327" y="1179665"/>
              <a:chExt cx="80700" cy="1526144"/>
            </a:xfrm>
          </p:grpSpPr>
          <p:sp>
            <p:nvSpPr>
              <p:cNvPr id="9075" name="Google Shape;9075;p61"/>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1"/>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1"/>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1"/>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1"/>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1"/>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1"/>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1"/>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1"/>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1"/>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5" name="Google Shape;9085;p61"/>
            <p:cNvGrpSpPr/>
            <p:nvPr/>
          </p:nvGrpSpPr>
          <p:grpSpPr>
            <a:xfrm>
              <a:off x="1766187" y="1179665"/>
              <a:ext cx="80700" cy="1526144"/>
              <a:chOff x="1766187" y="1179665"/>
              <a:chExt cx="80700" cy="1526144"/>
            </a:xfrm>
          </p:grpSpPr>
          <p:sp>
            <p:nvSpPr>
              <p:cNvPr id="9086" name="Google Shape;9086;p61"/>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61"/>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1"/>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1"/>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1"/>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1"/>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1"/>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1"/>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1"/>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1"/>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61"/>
            <p:cNvGrpSpPr/>
            <p:nvPr/>
          </p:nvGrpSpPr>
          <p:grpSpPr>
            <a:xfrm>
              <a:off x="1936935" y="1179665"/>
              <a:ext cx="80700" cy="1526144"/>
              <a:chOff x="1936935" y="1179665"/>
              <a:chExt cx="80700" cy="1526144"/>
            </a:xfrm>
          </p:grpSpPr>
          <p:sp>
            <p:nvSpPr>
              <p:cNvPr id="9097" name="Google Shape;9097;p61"/>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1"/>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1"/>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1"/>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1"/>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1"/>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1"/>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1"/>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1"/>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1"/>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1"/>
            <p:cNvGrpSpPr/>
            <p:nvPr/>
          </p:nvGrpSpPr>
          <p:grpSpPr>
            <a:xfrm>
              <a:off x="2110795" y="1179665"/>
              <a:ext cx="80700" cy="1526144"/>
              <a:chOff x="2110795" y="1179665"/>
              <a:chExt cx="80700" cy="1526144"/>
            </a:xfrm>
          </p:grpSpPr>
          <p:sp>
            <p:nvSpPr>
              <p:cNvPr id="9108" name="Google Shape;9108;p61"/>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1"/>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1"/>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1"/>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1"/>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1"/>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1"/>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1"/>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1"/>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1"/>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61"/>
            <p:cNvGrpSpPr/>
            <p:nvPr/>
          </p:nvGrpSpPr>
          <p:grpSpPr>
            <a:xfrm>
              <a:off x="2284655" y="1179665"/>
              <a:ext cx="80700" cy="1526144"/>
              <a:chOff x="2284655" y="1179665"/>
              <a:chExt cx="80700" cy="1526144"/>
            </a:xfrm>
          </p:grpSpPr>
          <p:sp>
            <p:nvSpPr>
              <p:cNvPr id="9119" name="Google Shape;9119;p61"/>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1"/>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1"/>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1"/>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1"/>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1"/>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1"/>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1"/>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1"/>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1"/>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29" name="Google Shape;9129;p61"/>
          <p:cNvGrpSpPr/>
          <p:nvPr/>
        </p:nvGrpSpPr>
        <p:grpSpPr>
          <a:xfrm>
            <a:off x="2603242" y="985003"/>
            <a:ext cx="1364248" cy="1102133"/>
            <a:chOff x="2623904" y="1198803"/>
            <a:chExt cx="1364248" cy="1102133"/>
          </a:xfrm>
        </p:grpSpPr>
        <p:grpSp>
          <p:nvGrpSpPr>
            <p:cNvPr id="9130" name="Google Shape;9130;p61"/>
            <p:cNvGrpSpPr/>
            <p:nvPr/>
          </p:nvGrpSpPr>
          <p:grpSpPr>
            <a:xfrm>
              <a:off x="2623907" y="1198803"/>
              <a:ext cx="1364245" cy="273000"/>
              <a:chOff x="2623907" y="1198803"/>
              <a:chExt cx="1364245" cy="273000"/>
            </a:xfrm>
          </p:grpSpPr>
          <p:sp>
            <p:nvSpPr>
              <p:cNvPr id="9131" name="Google Shape;9131;p61"/>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1"/>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1"/>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1"/>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1"/>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1"/>
            <p:cNvGrpSpPr/>
            <p:nvPr/>
          </p:nvGrpSpPr>
          <p:grpSpPr>
            <a:xfrm>
              <a:off x="2623904" y="1476964"/>
              <a:ext cx="1364245" cy="273000"/>
              <a:chOff x="2623904" y="1476964"/>
              <a:chExt cx="1364245" cy="273000"/>
            </a:xfrm>
          </p:grpSpPr>
          <p:sp>
            <p:nvSpPr>
              <p:cNvPr id="9137" name="Google Shape;9137;p61"/>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1"/>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1"/>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1"/>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1"/>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2" name="Google Shape;9142;p61"/>
            <p:cNvGrpSpPr/>
            <p:nvPr/>
          </p:nvGrpSpPr>
          <p:grpSpPr>
            <a:xfrm>
              <a:off x="2623907" y="1749775"/>
              <a:ext cx="1364245" cy="273000"/>
              <a:chOff x="2623907" y="1749775"/>
              <a:chExt cx="1364245" cy="273000"/>
            </a:xfrm>
          </p:grpSpPr>
          <p:sp>
            <p:nvSpPr>
              <p:cNvPr id="9143" name="Google Shape;9143;p61"/>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1"/>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1"/>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1"/>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1"/>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8" name="Google Shape;9148;p61"/>
            <p:cNvGrpSpPr/>
            <p:nvPr/>
          </p:nvGrpSpPr>
          <p:grpSpPr>
            <a:xfrm>
              <a:off x="2623904" y="2027936"/>
              <a:ext cx="1364245" cy="273000"/>
              <a:chOff x="2623904" y="2027936"/>
              <a:chExt cx="1364245" cy="273000"/>
            </a:xfrm>
          </p:grpSpPr>
          <p:sp>
            <p:nvSpPr>
              <p:cNvPr id="9149" name="Google Shape;9149;p61"/>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1"/>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1"/>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1"/>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1"/>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54" name="Google Shape;9154;p61"/>
          <p:cNvGrpSpPr/>
          <p:nvPr/>
        </p:nvGrpSpPr>
        <p:grpSpPr>
          <a:xfrm>
            <a:off x="2592703" y="2444186"/>
            <a:ext cx="1387541" cy="159124"/>
            <a:chOff x="3200660" y="2180272"/>
            <a:chExt cx="2563824" cy="378237"/>
          </a:xfrm>
        </p:grpSpPr>
        <p:sp>
          <p:nvSpPr>
            <p:cNvPr id="9155" name="Google Shape;9155;p61"/>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1"/>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1"/>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1"/>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1"/>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1"/>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1"/>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1"/>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1"/>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1"/>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1"/>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1"/>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1"/>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1"/>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1"/>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1"/>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1"/>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1"/>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3" name="Google Shape;9173;p61"/>
          <p:cNvGrpSpPr/>
          <p:nvPr/>
        </p:nvGrpSpPr>
        <p:grpSpPr>
          <a:xfrm>
            <a:off x="2589227" y="2722011"/>
            <a:ext cx="1390502" cy="159625"/>
            <a:chOff x="3530150" y="2790075"/>
            <a:chExt cx="1962600" cy="225300"/>
          </a:xfrm>
        </p:grpSpPr>
        <p:sp>
          <p:nvSpPr>
            <p:cNvPr id="9174" name="Google Shape;9174;p61"/>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1"/>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6" name="Google Shape;9176;p61"/>
          <p:cNvGrpSpPr/>
          <p:nvPr/>
        </p:nvGrpSpPr>
        <p:grpSpPr>
          <a:xfrm>
            <a:off x="2589880" y="3000337"/>
            <a:ext cx="1411629" cy="153761"/>
            <a:chOff x="3558802" y="4011427"/>
            <a:chExt cx="1866000" cy="111300"/>
          </a:xfrm>
        </p:grpSpPr>
        <p:sp>
          <p:nvSpPr>
            <p:cNvPr id="9177" name="Google Shape;9177;p61"/>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1"/>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9" name="Google Shape;9179;p61"/>
          <p:cNvGrpSpPr/>
          <p:nvPr/>
        </p:nvGrpSpPr>
        <p:grpSpPr>
          <a:xfrm>
            <a:off x="2589573" y="2205736"/>
            <a:ext cx="1383503" cy="119749"/>
            <a:chOff x="3465975" y="2270276"/>
            <a:chExt cx="1986364" cy="171929"/>
          </a:xfrm>
        </p:grpSpPr>
        <p:sp>
          <p:nvSpPr>
            <p:cNvPr id="9180" name="Google Shape;9180;p61"/>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1"/>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1"/>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1"/>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1"/>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1"/>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1"/>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1"/>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61"/>
          <p:cNvGrpSpPr/>
          <p:nvPr/>
        </p:nvGrpSpPr>
        <p:grpSpPr>
          <a:xfrm>
            <a:off x="2600580" y="3569387"/>
            <a:ext cx="1369531" cy="195460"/>
            <a:chOff x="723300" y="4253549"/>
            <a:chExt cx="2276482" cy="324900"/>
          </a:xfrm>
        </p:grpSpPr>
        <p:sp>
          <p:nvSpPr>
            <p:cNvPr id="9189" name="Google Shape;9189;p61"/>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1"/>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1"/>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1"/>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1"/>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1"/>
          <p:cNvGrpSpPr/>
          <p:nvPr/>
        </p:nvGrpSpPr>
        <p:grpSpPr>
          <a:xfrm>
            <a:off x="2590141" y="3270567"/>
            <a:ext cx="1389066" cy="180119"/>
            <a:chOff x="705948" y="3788465"/>
            <a:chExt cx="2308953" cy="299400"/>
          </a:xfrm>
        </p:grpSpPr>
        <p:sp>
          <p:nvSpPr>
            <p:cNvPr id="9195" name="Google Shape;9195;p61"/>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1"/>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1"/>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1"/>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1"/>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0" name="Google Shape;9200;p61"/>
          <p:cNvGrpSpPr/>
          <p:nvPr/>
        </p:nvGrpSpPr>
        <p:grpSpPr>
          <a:xfrm>
            <a:off x="2638078" y="3883547"/>
            <a:ext cx="1304609" cy="294074"/>
            <a:chOff x="2658741" y="4097347"/>
            <a:chExt cx="1304609" cy="294074"/>
          </a:xfrm>
        </p:grpSpPr>
        <p:grpSp>
          <p:nvGrpSpPr>
            <p:cNvPr id="9201" name="Google Shape;9201;p61"/>
            <p:cNvGrpSpPr/>
            <p:nvPr/>
          </p:nvGrpSpPr>
          <p:grpSpPr>
            <a:xfrm>
              <a:off x="2658741" y="4097347"/>
              <a:ext cx="118572" cy="294074"/>
              <a:chOff x="3343310" y="4475555"/>
              <a:chExt cx="127717" cy="316753"/>
            </a:xfrm>
          </p:grpSpPr>
          <p:sp>
            <p:nvSpPr>
              <p:cNvPr id="9202" name="Google Shape;9202;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4" name="Google Shape;9204;p61"/>
            <p:cNvGrpSpPr/>
            <p:nvPr/>
          </p:nvGrpSpPr>
          <p:grpSpPr>
            <a:xfrm>
              <a:off x="3815519" y="4098388"/>
              <a:ext cx="147831" cy="291991"/>
              <a:chOff x="3527539" y="4476677"/>
              <a:chExt cx="159232" cy="314510"/>
            </a:xfrm>
          </p:grpSpPr>
          <p:sp>
            <p:nvSpPr>
              <p:cNvPr id="9205" name="Google Shape;9205;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7" name="Google Shape;9207;p61"/>
            <p:cNvGrpSpPr/>
            <p:nvPr/>
          </p:nvGrpSpPr>
          <p:grpSpPr>
            <a:xfrm>
              <a:off x="3511696" y="4098388"/>
              <a:ext cx="147831" cy="291991"/>
              <a:chOff x="3527539" y="4476677"/>
              <a:chExt cx="159232" cy="314510"/>
            </a:xfrm>
          </p:grpSpPr>
          <p:sp>
            <p:nvSpPr>
              <p:cNvPr id="9208" name="Google Shape;9208;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1"/>
            <p:cNvGrpSpPr/>
            <p:nvPr/>
          </p:nvGrpSpPr>
          <p:grpSpPr>
            <a:xfrm>
              <a:off x="3207874" y="4098388"/>
              <a:ext cx="147831" cy="291991"/>
              <a:chOff x="3527539" y="4476677"/>
              <a:chExt cx="159232" cy="314510"/>
            </a:xfrm>
          </p:grpSpPr>
          <p:sp>
            <p:nvSpPr>
              <p:cNvPr id="9211" name="Google Shape;9211;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3" name="Google Shape;9213;p61"/>
            <p:cNvGrpSpPr/>
            <p:nvPr/>
          </p:nvGrpSpPr>
          <p:grpSpPr>
            <a:xfrm>
              <a:off x="2933305" y="4097347"/>
              <a:ext cx="118572" cy="294074"/>
              <a:chOff x="3343310" y="4475555"/>
              <a:chExt cx="127717" cy="316753"/>
            </a:xfrm>
          </p:grpSpPr>
          <p:sp>
            <p:nvSpPr>
              <p:cNvPr id="9214" name="Google Shape;9214;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16" name="Google Shape;9216;p61"/>
          <p:cNvGrpSpPr/>
          <p:nvPr/>
        </p:nvGrpSpPr>
        <p:grpSpPr>
          <a:xfrm>
            <a:off x="4256908" y="1866669"/>
            <a:ext cx="1433821" cy="191501"/>
            <a:chOff x="4273350" y="2080469"/>
            <a:chExt cx="1433821" cy="191501"/>
          </a:xfrm>
        </p:grpSpPr>
        <p:grpSp>
          <p:nvGrpSpPr>
            <p:cNvPr id="9217" name="Google Shape;9217;p61"/>
            <p:cNvGrpSpPr/>
            <p:nvPr/>
          </p:nvGrpSpPr>
          <p:grpSpPr>
            <a:xfrm>
              <a:off x="4273350" y="2080469"/>
              <a:ext cx="1433821" cy="0"/>
              <a:chOff x="5224975" y="2962250"/>
              <a:chExt cx="1544400" cy="0"/>
            </a:xfrm>
          </p:grpSpPr>
          <p:cxnSp>
            <p:nvCxnSpPr>
              <p:cNvPr id="9218" name="Google Shape;9218;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19" name="Google Shape;9219;p61"/>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9220" name="Google Shape;9220;p61"/>
            <p:cNvGrpSpPr/>
            <p:nvPr/>
          </p:nvGrpSpPr>
          <p:grpSpPr>
            <a:xfrm>
              <a:off x="4273350" y="2271969"/>
              <a:ext cx="1433821" cy="0"/>
              <a:chOff x="5224975" y="2962250"/>
              <a:chExt cx="1544400" cy="0"/>
            </a:xfrm>
          </p:grpSpPr>
          <p:cxnSp>
            <p:nvCxnSpPr>
              <p:cNvPr id="9221" name="Google Shape;9221;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22" name="Google Shape;9222;p61"/>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9223" name="Google Shape;9223;p61"/>
          <p:cNvGrpSpPr/>
          <p:nvPr/>
        </p:nvGrpSpPr>
        <p:grpSpPr>
          <a:xfrm>
            <a:off x="4258463" y="969236"/>
            <a:ext cx="1430711" cy="743389"/>
            <a:chOff x="5159450" y="1919950"/>
            <a:chExt cx="1541050" cy="862500"/>
          </a:xfrm>
        </p:grpSpPr>
        <p:sp>
          <p:nvSpPr>
            <p:cNvPr id="9224" name="Google Shape;9224;p61"/>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9225" name="Google Shape;9225;p61"/>
            <p:cNvGrpSpPr/>
            <p:nvPr/>
          </p:nvGrpSpPr>
          <p:grpSpPr>
            <a:xfrm>
              <a:off x="5159450" y="1919950"/>
              <a:ext cx="1541050" cy="862500"/>
              <a:chOff x="5159450" y="1919950"/>
              <a:chExt cx="1541050" cy="862500"/>
            </a:xfrm>
          </p:grpSpPr>
          <p:cxnSp>
            <p:nvCxnSpPr>
              <p:cNvPr id="9226" name="Google Shape;9226;p61"/>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227" name="Google Shape;9227;p61"/>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228" name="Google Shape;9228;p61"/>
          <p:cNvGrpSpPr/>
          <p:nvPr/>
        </p:nvGrpSpPr>
        <p:grpSpPr>
          <a:xfrm>
            <a:off x="4248577" y="2192564"/>
            <a:ext cx="1450484" cy="1052087"/>
            <a:chOff x="5230575" y="1554475"/>
            <a:chExt cx="2137150" cy="1550150"/>
          </a:xfrm>
        </p:grpSpPr>
        <p:sp>
          <p:nvSpPr>
            <p:cNvPr id="9229" name="Google Shape;9229;p61"/>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1"/>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1"/>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1"/>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1"/>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1"/>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1"/>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1"/>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1"/>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1"/>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1"/>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1"/>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1"/>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2" name="Google Shape;9242;p61"/>
          <p:cNvGrpSpPr/>
          <p:nvPr/>
        </p:nvGrpSpPr>
        <p:grpSpPr>
          <a:xfrm rot="10800000">
            <a:off x="4265127" y="3284753"/>
            <a:ext cx="1417383" cy="887946"/>
            <a:chOff x="5645403" y="2920021"/>
            <a:chExt cx="2650800" cy="2180614"/>
          </a:xfrm>
        </p:grpSpPr>
        <p:sp>
          <p:nvSpPr>
            <p:cNvPr id="9243" name="Google Shape;9243;p61"/>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4" name="Google Shape;9244;p61"/>
            <p:cNvCxnSpPr>
              <a:stCxn id="924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9245" name="Google Shape;9245;p61"/>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6" name="Google Shape;9246;p61"/>
            <p:cNvCxnSpPr>
              <a:endCxn id="9245"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9247" name="Google Shape;9247;p61"/>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8" name="Google Shape;9248;p61"/>
            <p:cNvCxnSpPr>
              <a:stCxn id="9247"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9249" name="Google Shape;9249;p61"/>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50" name="Google Shape;9250;p61"/>
            <p:cNvCxnSpPr>
              <a:endCxn id="924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9251" name="Google Shape;9251;p61"/>
          <p:cNvGrpSpPr/>
          <p:nvPr/>
        </p:nvGrpSpPr>
        <p:grpSpPr>
          <a:xfrm>
            <a:off x="7365487" y="2188108"/>
            <a:ext cx="1071743" cy="1021579"/>
            <a:chOff x="7189833" y="2022667"/>
            <a:chExt cx="1251159" cy="1192597"/>
          </a:xfrm>
        </p:grpSpPr>
        <p:sp>
          <p:nvSpPr>
            <p:cNvPr id="9252" name="Google Shape;9252;p61"/>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1"/>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1"/>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1"/>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6" name="Google Shape;9256;p61"/>
          <p:cNvGrpSpPr/>
          <p:nvPr/>
        </p:nvGrpSpPr>
        <p:grpSpPr>
          <a:xfrm>
            <a:off x="706758" y="2614515"/>
            <a:ext cx="1695374" cy="1560837"/>
            <a:chOff x="727421" y="2828315"/>
            <a:chExt cx="1695374" cy="1560837"/>
          </a:xfrm>
        </p:grpSpPr>
        <p:grpSp>
          <p:nvGrpSpPr>
            <p:cNvPr id="9257" name="Google Shape;9257;p61"/>
            <p:cNvGrpSpPr/>
            <p:nvPr/>
          </p:nvGrpSpPr>
          <p:grpSpPr>
            <a:xfrm>
              <a:off x="819108" y="2882501"/>
              <a:ext cx="103104" cy="1426186"/>
              <a:chOff x="4674013" y="3100904"/>
              <a:chExt cx="122758" cy="1698043"/>
            </a:xfrm>
          </p:grpSpPr>
          <p:sp>
            <p:nvSpPr>
              <p:cNvPr id="9258" name="Google Shape;9258;p61"/>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1"/>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1"/>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1"/>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1"/>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1"/>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1"/>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5" name="Google Shape;9265;p61"/>
            <p:cNvGrpSpPr/>
            <p:nvPr/>
          </p:nvGrpSpPr>
          <p:grpSpPr>
            <a:xfrm>
              <a:off x="1062475" y="2882501"/>
              <a:ext cx="103104" cy="1426186"/>
              <a:chOff x="4940438" y="3100904"/>
              <a:chExt cx="122758" cy="1698043"/>
            </a:xfrm>
          </p:grpSpPr>
          <p:sp>
            <p:nvSpPr>
              <p:cNvPr id="9266" name="Google Shape;9266;p61"/>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1"/>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1"/>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1"/>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1"/>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1"/>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1"/>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3" name="Google Shape;9273;p61"/>
            <p:cNvGrpSpPr/>
            <p:nvPr/>
          </p:nvGrpSpPr>
          <p:grpSpPr>
            <a:xfrm>
              <a:off x="1299324" y="2882501"/>
              <a:ext cx="103104" cy="1426186"/>
              <a:chOff x="5206863" y="3100904"/>
              <a:chExt cx="122758" cy="1698043"/>
            </a:xfrm>
          </p:grpSpPr>
          <p:sp>
            <p:nvSpPr>
              <p:cNvPr id="9274" name="Google Shape;9274;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1" name="Google Shape;9281;p61"/>
            <p:cNvGrpSpPr/>
            <p:nvPr/>
          </p:nvGrpSpPr>
          <p:grpSpPr>
            <a:xfrm>
              <a:off x="1786057" y="2882501"/>
              <a:ext cx="103104" cy="1426186"/>
              <a:chOff x="6006138" y="3143629"/>
              <a:chExt cx="122758" cy="1698043"/>
            </a:xfrm>
          </p:grpSpPr>
          <p:sp>
            <p:nvSpPr>
              <p:cNvPr id="9282" name="Google Shape;9282;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9" name="Google Shape;9289;p61"/>
            <p:cNvGrpSpPr/>
            <p:nvPr/>
          </p:nvGrpSpPr>
          <p:grpSpPr>
            <a:xfrm>
              <a:off x="2029422" y="2882501"/>
              <a:ext cx="103104" cy="1426186"/>
              <a:chOff x="6805413" y="3100904"/>
              <a:chExt cx="122758" cy="1698043"/>
            </a:xfrm>
          </p:grpSpPr>
          <p:sp>
            <p:nvSpPr>
              <p:cNvPr id="9290" name="Google Shape;9290;p61"/>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7" name="Google Shape;9297;p61"/>
            <p:cNvGrpSpPr/>
            <p:nvPr/>
          </p:nvGrpSpPr>
          <p:grpSpPr>
            <a:xfrm>
              <a:off x="727421" y="2828315"/>
              <a:ext cx="1695374" cy="1560837"/>
              <a:chOff x="734799" y="2782450"/>
              <a:chExt cx="1571100" cy="1577400"/>
            </a:xfrm>
          </p:grpSpPr>
          <p:cxnSp>
            <p:nvCxnSpPr>
              <p:cNvPr id="9298" name="Google Shape;9298;p61"/>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9299" name="Google Shape;9299;p61"/>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9300" name="Google Shape;9300;p61"/>
            <p:cNvGrpSpPr/>
            <p:nvPr/>
          </p:nvGrpSpPr>
          <p:grpSpPr>
            <a:xfrm>
              <a:off x="2272795" y="2882501"/>
              <a:ext cx="103104" cy="1426186"/>
              <a:chOff x="5206863" y="3100904"/>
              <a:chExt cx="122758" cy="1698043"/>
            </a:xfrm>
          </p:grpSpPr>
          <p:sp>
            <p:nvSpPr>
              <p:cNvPr id="9301" name="Google Shape;9301;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61"/>
            <p:cNvGrpSpPr/>
            <p:nvPr/>
          </p:nvGrpSpPr>
          <p:grpSpPr>
            <a:xfrm>
              <a:off x="1542694" y="2882501"/>
              <a:ext cx="103104" cy="1426186"/>
              <a:chOff x="6006138" y="3143629"/>
              <a:chExt cx="122758" cy="1698043"/>
            </a:xfrm>
          </p:grpSpPr>
          <p:sp>
            <p:nvSpPr>
              <p:cNvPr id="9309" name="Google Shape;9309;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16" name="Google Shape;9316;p61"/>
          <p:cNvGrpSpPr/>
          <p:nvPr/>
        </p:nvGrpSpPr>
        <p:grpSpPr>
          <a:xfrm>
            <a:off x="5915338" y="2192087"/>
            <a:ext cx="1248543" cy="1025319"/>
            <a:chOff x="5183758" y="1210600"/>
            <a:chExt cx="3605380" cy="2960783"/>
          </a:xfrm>
        </p:grpSpPr>
        <p:sp>
          <p:nvSpPr>
            <p:cNvPr id="9317" name="Google Shape;9317;p61"/>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21" name="Google Shape;9321;p61"/>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9322" name="Google Shape;9322;p61"/>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9323" name="Google Shape;9323;p61"/>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9324" name="Google Shape;9324;p61"/>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9325" name="Google Shape;9325;p61"/>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6" name="Google Shape;9326;p61"/>
          <p:cNvGrpSpPr/>
          <p:nvPr/>
        </p:nvGrpSpPr>
        <p:grpSpPr>
          <a:xfrm>
            <a:off x="5772399" y="3330404"/>
            <a:ext cx="2664831" cy="843440"/>
            <a:chOff x="5916567" y="1099697"/>
            <a:chExt cx="2556683" cy="809211"/>
          </a:xfrm>
        </p:grpSpPr>
        <p:sp>
          <p:nvSpPr>
            <p:cNvPr id="9327" name="Google Shape;9327;p61"/>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1"/>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1"/>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1"/>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1"/>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61"/>
          <p:cNvGrpSpPr/>
          <p:nvPr/>
        </p:nvGrpSpPr>
        <p:grpSpPr>
          <a:xfrm>
            <a:off x="5879940" y="979263"/>
            <a:ext cx="1299851" cy="1023338"/>
            <a:chOff x="5900602" y="1193063"/>
            <a:chExt cx="1299851" cy="1023338"/>
          </a:xfrm>
        </p:grpSpPr>
        <p:grpSp>
          <p:nvGrpSpPr>
            <p:cNvPr id="9336" name="Google Shape;9336;p61"/>
            <p:cNvGrpSpPr/>
            <p:nvPr/>
          </p:nvGrpSpPr>
          <p:grpSpPr>
            <a:xfrm>
              <a:off x="6743564" y="1193063"/>
              <a:ext cx="456889" cy="700379"/>
              <a:chOff x="6743564" y="1193063"/>
              <a:chExt cx="456889" cy="700379"/>
            </a:xfrm>
          </p:grpSpPr>
          <p:grpSp>
            <p:nvGrpSpPr>
              <p:cNvPr id="9337" name="Google Shape;9337;p61"/>
              <p:cNvGrpSpPr/>
              <p:nvPr/>
            </p:nvGrpSpPr>
            <p:grpSpPr>
              <a:xfrm>
                <a:off x="6743564" y="1690731"/>
                <a:ext cx="214402" cy="202710"/>
                <a:chOff x="6743564" y="1690731"/>
                <a:chExt cx="214402" cy="202710"/>
              </a:xfrm>
            </p:grpSpPr>
            <p:sp>
              <p:nvSpPr>
                <p:cNvPr id="9338" name="Google Shape;9338;p61"/>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1"/>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1"/>
              <p:cNvGrpSpPr/>
              <p:nvPr/>
            </p:nvGrpSpPr>
            <p:grpSpPr>
              <a:xfrm>
                <a:off x="6915505" y="1193063"/>
                <a:ext cx="284947" cy="589637"/>
                <a:chOff x="6915505" y="1193063"/>
                <a:chExt cx="284947" cy="589637"/>
              </a:xfrm>
            </p:grpSpPr>
            <p:sp>
              <p:nvSpPr>
                <p:cNvPr id="9341" name="Google Shape;9341;p61"/>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2" name="Google Shape;9342;p61"/>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9343" name="Google Shape;9343;p61"/>
            <p:cNvGrpSpPr/>
            <p:nvPr/>
          </p:nvGrpSpPr>
          <p:grpSpPr>
            <a:xfrm>
              <a:off x="6520337" y="1193063"/>
              <a:ext cx="341815" cy="801589"/>
              <a:chOff x="6520337" y="1193063"/>
              <a:chExt cx="341815" cy="801589"/>
            </a:xfrm>
          </p:grpSpPr>
          <p:grpSp>
            <p:nvGrpSpPr>
              <p:cNvPr id="9344" name="Google Shape;9344;p61"/>
              <p:cNvGrpSpPr/>
              <p:nvPr/>
            </p:nvGrpSpPr>
            <p:grpSpPr>
              <a:xfrm>
                <a:off x="6520337" y="1589527"/>
                <a:ext cx="213950" cy="405125"/>
                <a:chOff x="6520337" y="1589527"/>
                <a:chExt cx="213950" cy="405125"/>
              </a:xfrm>
            </p:grpSpPr>
            <p:sp>
              <p:nvSpPr>
                <p:cNvPr id="9345" name="Google Shape;9345;p61"/>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7" name="Google Shape;9347;p61"/>
              <p:cNvGrpSpPr/>
              <p:nvPr/>
            </p:nvGrpSpPr>
            <p:grpSpPr>
              <a:xfrm>
                <a:off x="6577204" y="1193063"/>
                <a:ext cx="284947" cy="453562"/>
                <a:chOff x="6577204" y="1193063"/>
                <a:chExt cx="284947" cy="453562"/>
              </a:xfrm>
            </p:grpSpPr>
            <p:sp>
              <p:nvSpPr>
                <p:cNvPr id="9348" name="Google Shape;9348;p61"/>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9" name="Google Shape;9349;p61"/>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9350" name="Google Shape;9350;p61"/>
            <p:cNvGrpSpPr/>
            <p:nvPr/>
          </p:nvGrpSpPr>
          <p:grpSpPr>
            <a:xfrm>
              <a:off x="6238903" y="1193063"/>
              <a:ext cx="300475" cy="901782"/>
              <a:chOff x="6238903" y="1193063"/>
              <a:chExt cx="300475" cy="901782"/>
            </a:xfrm>
          </p:grpSpPr>
          <p:grpSp>
            <p:nvGrpSpPr>
              <p:cNvPr id="9351" name="Google Shape;9351;p61"/>
              <p:cNvGrpSpPr/>
              <p:nvPr/>
            </p:nvGrpSpPr>
            <p:grpSpPr>
              <a:xfrm>
                <a:off x="6290865" y="1489315"/>
                <a:ext cx="248514" cy="605530"/>
                <a:chOff x="6290865" y="1489315"/>
                <a:chExt cx="248514" cy="605530"/>
              </a:xfrm>
            </p:grpSpPr>
            <p:sp>
              <p:nvSpPr>
                <p:cNvPr id="9352" name="Google Shape;9352;p61"/>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4" name="Google Shape;9354;p61"/>
              <p:cNvGrpSpPr/>
              <p:nvPr/>
            </p:nvGrpSpPr>
            <p:grpSpPr>
              <a:xfrm>
                <a:off x="6238903" y="1193063"/>
                <a:ext cx="284947" cy="327512"/>
                <a:chOff x="6238903" y="1193063"/>
                <a:chExt cx="284947" cy="327512"/>
              </a:xfrm>
            </p:grpSpPr>
            <p:sp>
              <p:nvSpPr>
                <p:cNvPr id="9355" name="Google Shape;9355;p61"/>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56" name="Google Shape;9356;p61"/>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9357" name="Google Shape;9357;p61"/>
            <p:cNvGrpSpPr/>
            <p:nvPr/>
          </p:nvGrpSpPr>
          <p:grpSpPr>
            <a:xfrm>
              <a:off x="5900602" y="1193063"/>
              <a:ext cx="444345" cy="1023338"/>
              <a:chOff x="5900602" y="1193063"/>
              <a:chExt cx="444345" cy="1023338"/>
            </a:xfrm>
          </p:grpSpPr>
          <p:grpSp>
            <p:nvGrpSpPr>
              <p:cNvPr id="9358" name="Google Shape;9358;p61"/>
              <p:cNvGrpSpPr/>
              <p:nvPr/>
            </p:nvGrpSpPr>
            <p:grpSpPr>
              <a:xfrm>
                <a:off x="6046501" y="1367785"/>
                <a:ext cx="298446" cy="848616"/>
                <a:chOff x="6046501" y="1367785"/>
                <a:chExt cx="298446" cy="848616"/>
              </a:xfrm>
            </p:grpSpPr>
            <p:sp>
              <p:nvSpPr>
                <p:cNvPr id="9359" name="Google Shape;9359;p61"/>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1"/>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1"/>
              <p:cNvGrpSpPr/>
              <p:nvPr/>
            </p:nvGrpSpPr>
            <p:grpSpPr>
              <a:xfrm>
                <a:off x="5900602" y="1193063"/>
                <a:ext cx="284947" cy="182312"/>
                <a:chOff x="5900602" y="1193063"/>
                <a:chExt cx="284947" cy="182312"/>
              </a:xfrm>
            </p:grpSpPr>
            <p:sp>
              <p:nvSpPr>
                <p:cNvPr id="9362" name="Google Shape;9362;p61"/>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3" name="Google Shape;9363;p61"/>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9364" name="Google Shape;9364;p61"/>
          <p:cNvGrpSpPr/>
          <p:nvPr/>
        </p:nvGrpSpPr>
        <p:grpSpPr>
          <a:xfrm>
            <a:off x="7217822" y="979408"/>
            <a:ext cx="1219413" cy="1051365"/>
            <a:chOff x="7287122" y="1165658"/>
            <a:chExt cx="1219413" cy="1051365"/>
          </a:xfrm>
        </p:grpSpPr>
        <p:grpSp>
          <p:nvGrpSpPr>
            <p:cNvPr id="9365" name="Google Shape;9365;p61"/>
            <p:cNvGrpSpPr/>
            <p:nvPr/>
          </p:nvGrpSpPr>
          <p:grpSpPr>
            <a:xfrm>
              <a:off x="7287122" y="1969723"/>
              <a:ext cx="1219413" cy="247300"/>
              <a:chOff x="7287122" y="1969723"/>
              <a:chExt cx="1219413" cy="247300"/>
            </a:xfrm>
          </p:grpSpPr>
          <p:sp>
            <p:nvSpPr>
              <p:cNvPr id="9366" name="Google Shape;9366;p61"/>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67" name="Google Shape;9367;p61"/>
              <p:cNvGrpSpPr/>
              <p:nvPr/>
            </p:nvGrpSpPr>
            <p:grpSpPr>
              <a:xfrm>
                <a:off x="7287122" y="2063892"/>
                <a:ext cx="1151753" cy="73428"/>
                <a:chOff x="7287122" y="2063892"/>
                <a:chExt cx="1151753" cy="73428"/>
              </a:xfrm>
            </p:grpSpPr>
            <p:sp>
              <p:nvSpPr>
                <p:cNvPr id="9368" name="Google Shape;9368;p61"/>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9" name="Google Shape;9369;p61"/>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9370" name="Google Shape;9370;p61"/>
            <p:cNvGrpSpPr/>
            <p:nvPr/>
          </p:nvGrpSpPr>
          <p:grpSpPr>
            <a:xfrm>
              <a:off x="7287122" y="1712201"/>
              <a:ext cx="1219403" cy="246767"/>
              <a:chOff x="7287122" y="1712201"/>
              <a:chExt cx="1219403" cy="246767"/>
            </a:xfrm>
          </p:grpSpPr>
          <p:sp>
            <p:nvSpPr>
              <p:cNvPr id="9371" name="Google Shape;9371;p61"/>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2" name="Google Shape;9372;p61"/>
              <p:cNvGrpSpPr/>
              <p:nvPr/>
            </p:nvGrpSpPr>
            <p:grpSpPr>
              <a:xfrm>
                <a:off x="7287122" y="1842861"/>
                <a:ext cx="1005303" cy="73419"/>
                <a:chOff x="7287122" y="1842861"/>
                <a:chExt cx="1005303" cy="73419"/>
              </a:xfrm>
            </p:grpSpPr>
            <p:sp>
              <p:nvSpPr>
                <p:cNvPr id="9373" name="Google Shape;9373;p61"/>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4" name="Google Shape;9374;p61"/>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9375" name="Google Shape;9375;p61"/>
            <p:cNvGrpSpPr/>
            <p:nvPr/>
          </p:nvGrpSpPr>
          <p:grpSpPr>
            <a:xfrm>
              <a:off x="7287122" y="1447520"/>
              <a:ext cx="1219403" cy="286667"/>
              <a:chOff x="7287122" y="1447520"/>
              <a:chExt cx="1219403" cy="286667"/>
            </a:xfrm>
          </p:grpSpPr>
          <p:sp>
            <p:nvSpPr>
              <p:cNvPr id="9376" name="Google Shape;9376;p61"/>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7" name="Google Shape;9377;p61"/>
              <p:cNvGrpSpPr/>
              <p:nvPr/>
            </p:nvGrpSpPr>
            <p:grpSpPr>
              <a:xfrm>
                <a:off x="7287122" y="1581977"/>
                <a:ext cx="852803" cy="73428"/>
                <a:chOff x="7287122" y="1581977"/>
                <a:chExt cx="852803" cy="73428"/>
              </a:xfrm>
            </p:grpSpPr>
            <p:sp>
              <p:nvSpPr>
                <p:cNvPr id="9378" name="Google Shape;9378;p61"/>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9" name="Google Shape;9379;p61"/>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9380" name="Google Shape;9380;p61"/>
            <p:cNvGrpSpPr/>
            <p:nvPr/>
          </p:nvGrpSpPr>
          <p:grpSpPr>
            <a:xfrm>
              <a:off x="7287122" y="1165658"/>
              <a:ext cx="1219403" cy="344253"/>
              <a:chOff x="7287122" y="1165658"/>
              <a:chExt cx="1219403" cy="344253"/>
            </a:xfrm>
          </p:grpSpPr>
          <p:sp>
            <p:nvSpPr>
              <p:cNvPr id="9381" name="Google Shape;9381;p61"/>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2" name="Google Shape;9382;p61"/>
              <p:cNvGrpSpPr/>
              <p:nvPr/>
            </p:nvGrpSpPr>
            <p:grpSpPr>
              <a:xfrm>
                <a:off x="7287122" y="1341025"/>
                <a:ext cx="695703" cy="73419"/>
                <a:chOff x="7287122" y="1341025"/>
                <a:chExt cx="695703" cy="73419"/>
              </a:xfrm>
            </p:grpSpPr>
            <p:sp>
              <p:nvSpPr>
                <p:cNvPr id="9383" name="Google Shape;9383;p61"/>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84" name="Google Shape;9384;p61"/>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62"/>
          <p:cNvGrpSpPr/>
          <p:nvPr/>
        </p:nvGrpSpPr>
        <p:grpSpPr>
          <a:xfrm>
            <a:off x="866243" y="2291587"/>
            <a:ext cx="415546" cy="355053"/>
            <a:chOff x="866243" y="2291587"/>
            <a:chExt cx="415546" cy="355053"/>
          </a:xfrm>
        </p:grpSpPr>
        <p:sp>
          <p:nvSpPr>
            <p:cNvPr id="9390" name="Google Shape;9390;p62"/>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5" name="Google Shape;9395;p62"/>
          <p:cNvSpPr/>
          <p:nvPr/>
        </p:nvSpPr>
        <p:spPr>
          <a:xfrm>
            <a:off x="1411794"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6" name="Google Shape;9396;p62"/>
          <p:cNvGrpSpPr/>
          <p:nvPr/>
        </p:nvGrpSpPr>
        <p:grpSpPr>
          <a:xfrm>
            <a:off x="1958520" y="2302574"/>
            <a:ext cx="359213" cy="327807"/>
            <a:chOff x="1958520" y="2302574"/>
            <a:chExt cx="359213" cy="327807"/>
          </a:xfrm>
        </p:grpSpPr>
        <p:sp>
          <p:nvSpPr>
            <p:cNvPr id="9397" name="Google Shape;9397;p62"/>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2"/>
          <p:cNvGrpSpPr/>
          <p:nvPr/>
        </p:nvGrpSpPr>
        <p:grpSpPr>
          <a:xfrm>
            <a:off x="2579882" y="2287427"/>
            <a:ext cx="207582" cy="359594"/>
            <a:chOff x="2656082" y="2287427"/>
            <a:chExt cx="207582" cy="359594"/>
          </a:xfrm>
        </p:grpSpPr>
        <p:sp>
          <p:nvSpPr>
            <p:cNvPr id="9401" name="Google Shape;9401;p62"/>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62"/>
          <p:cNvGrpSpPr/>
          <p:nvPr/>
        </p:nvGrpSpPr>
        <p:grpSpPr>
          <a:xfrm>
            <a:off x="3049653" y="2321468"/>
            <a:ext cx="362991" cy="290018"/>
            <a:chOff x="3049653" y="2321468"/>
            <a:chExt cx="362991" cy="290018"/>
          </a:xfrm>
        </p:grpSpPr>
        <p:sp>
          <p:nvSpPr>
            <p:cNvPr id="9406" name="Google Shape;9406;p62"/>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0" name="Google Shape;9410;p62"/>
          <p:cNvGrpSpPr/>
          <p:nvPr/>
        </p:nvGrpSpPr>
        <p:grpSpPr>
          <a:xfrm>
            <a:off x="3564243" y="2289904"/>
            <a:ext cx="422342" cy="355243"/>
            <a:chOff x="3564243" y="2289904"/>
            <a:chExt cx="422342" cy="355243"/>
          </a:xfrm>
        </p:grpSpPr>
        <p:sp>
          <p:nvSpPr>
            <p:cNvPr id="9411" name="Google Shape;9411;p62"/>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6" name="Google Shape;9416;p62"/>
          <p:cNvSpPr/>
          <p:nvPr/>
        </p:nvSpPr>
        <p:spPr>
          <a:xfrm>
            <a:off x="4143835"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7" name="Google Shape;9417;p62"/>
          <p:cNvGrpSpPr/>
          <p:nvPr/>
        </p:nvGrpSpPr>
        <p:grpSpPr>
          <a:xfrm>
            <a:off x="4687894" y="2289713"/>
            <a:ext cx="359594" cy="353909"/>
            <a:chOff x="4687894" y="2289713"/>
            <a:chExt cx="359594" cy="353909"/>
          </a:xfrm>
        </p:grpSpPr>
        <p:sp>
          <p:nvSpPr>
            <p:cNvPr id="9418" name="Google Shape;9418;p62"/>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1" name="Google Shape;9421;p62"/>
          <p:cNvSpPr/>
          <p:nvPr/>
        </p:nvSpPr>
        <p:spPr>
          <a:xfrm>
            <a:off x="5234620"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2" name="Google Shape;9422;p62"/>
          <p:cNvGrpSpPr/>
          <p:nvPr/>
        </p:nvGrpSpPr>
        <p:grpSpPr>
          <a:xfrm>
            <a:off x="6372624" y="2308227"/>
            <a:ext cx="263567" cy="317614"/>
            <a:chOff x="6421399" y="2308227"/>
            <a:chExt cx="263567" cy="317614"/>
          </a:xfrm>
        </p:grpSpPr>
        <p:sp>
          <p:nvSpPr>
            <p:cNvPr id="9423" name="Google Shape;9423;p62"/>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7" name="Google Shape;9427;p62"/>
          <p:cNvGrpSpPr/>
          <p:nvPr/>
        </p:nvGrpSpPr>
        <p:grpSpPr>
          <a:xfrm>
            <a:off x="6870193" y="2295620"/>
            <a:ext cx="360356" cy="343462"/>
            <a:chOff x="6870193" y="2295620"/>
            <a:chExt cx="360356" cy="343462"/>
          </a:xfrm>
        </p:grpSpPr>
        <p:sp>
          <p:nvSpPr>
            <p:cNvPr id="9428" name="Google Shape;9428;p62"/>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62"/>
          <p:cNvGrpSpPr/>
          <p:nvPr/>
        </p:nvGrpSpPr>
        <p:grpSpPr>
          <a:xfrm>
            <a:off x="7441465" y="2302860"/>
            <a:ext cx="342192" cy="327140"/>
            <a:chOff x="7441465" y="2302860"/>
            <a:chExt cx="342192" cy="327140"/>
          </a:xfrm>
        </p:grpSpPr>
        <p:sp>
          <p:nvSpPr>
            <p:cNvPr id="9431" name="Google Shape;9431;p62"/>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3" name="Google Shape;9433;p62"/>
          <p:cNvGrpSpPr/>
          <p:nvPr/>
        </p:nvGrpSpPr>
        <p:grpSpPr>
          <a:xfrm>
            <a:off x="7989683" y="2350207"/>
            <a:ext cx="332761" cy="234066"/>
            <a:chOff x="7989683" y="2350207"/>
            <a:chExt cx="332761" cy="234066"/>
          </a:xfrm>
        </p:grpSpPr>
        <p:sp>
          <p:nvSpPr>
            <p:cNvPr id="9434" name="Google Shape;9434;p62"/>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5823294" y="2309751"/>
            <a:ext cx="315327" cy="314978"/>
            <a:chOff x="5823294" y="2309751"/>
            <a:chExt cx="315327" cy="314978"/>
          </a:xfrm>
        </p:grpSpPr>
        <p:sp>
          <p:nvSpPr>
            <p:cNvPr id="9441" name="Google Shape;9441;p62"/>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62"/>
          <p:cNvGrpSpPr/>
          <p:nvPr/>
        </p:nvGrpSpPr>
        <p:grpSpPr>
          <a:xfrm>
            <a:off x="2497275" y="2744159"/>
            <a:ext cx="370930" cy="370549"/>
            <a:chOff x="2497275" y="2744159"/>
            <a:chExt cx="370930" cy="370549"/>
          </a:xfrm>
        </p:grpSpPr>
        <p:sp>
          <p:nvSpPr>
            <p:cNvPr id="9459" name="Google Shape;9459;p62"/>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2"/>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5" name="Google Shape;9465;p62"/>
          <p:cNvGrpSpPr/>
          <p:nvPr/>
        </p:nvGrpSpPr>
        <p:grpSpPr>
          <a:xfrm>
            <a:off x="860940" y="2746477"/>
            <a:ext cx="371883" cy="365691"/>
            <a:chOff x="860940" y="2746477"/>
            <a:chExt cx="371883" cy="365691"/>
          </a:xfrm>
        </p:grpSpPr>
        <p:sp>
          <p:nvSpPr>
            <p:cNvPr id="9466" name="Google Shape;9466;p62"/>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62"/>
          <p:cNvGrpSpPr/>
          <p:nvPr/>
        </p:nvGrpSpPr>
        <p:grpSpPr>
          <a:xfrm>
            <a:off x="1450836" y="2766258"/>
            <a:ext cx="283985" cy="341080"/>
            <a:chOff x="1493849" y="2775533"/>
            <a:chExt cx="283985" cy="341080"/>
          </a:xfrm>
        </p:grpSpPr>
        <p:sp>
          <p:nvSpPr>
            <p:cNvPr id="9472" name="Google Shape;9472;p62"/>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4" name="Google Shape;9474;p62"/>
          <p:cNvGrpSpPr/>
          <p:nvPr/>
        </p:nvGrpSpPr>
        <p:grpSpPr>
          <a:xfrm>
            <a:off x="1952836" y="2774422"/>
            <a:ext cx="372835" cy="342573"/>
            <a:chOff x="1952836" y="2774422"/>
            <a:chExt cx="372835" cy="342573"/>
          </a:xfrm>
        </p:grpSpPr>
        <p:sp>
          <p:nvSpPr>
            <p:cNvPr id="9475" name="Google Shape;9475;p62"/>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8" name="Google Shape;9478;p62"/>
          <p:cNvGrpSpPr/>
          <p:nvPr/>
        </p:nvGrpSpPr>
        <p:grpSpPr>
          <a:xfrm>
            <a:off x="3079916" y="2744477"/>
            <a:ext cx="332729" cy="372518"/>
            <a:chOff x="3079916" y="2744477"/>
            <a:chExt cx="332729" cy="372518"/>
          </a:xfrm>
        </p:grpSpPr>
        <p:sp>
          <p:nvSpPr>
            <p:cNvPr id="9479" name="Google Shape;9479;p62"/>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2" name="Google Shape;9482;p62"/>
          <p:cNvGrpSpPr/>
          <p:nvPr/>
        </p:nvGrpSpPr>
        <p:grpSpPr>
          <a:xfrm>
            <a:off x="3620576" y="2745525"/>
            <a:ext cx="336889" cy="355592"/>
            <a:chOff x="3620576" y="2745525"/>
            <a:chExt cx="336889" cy="355592"/>
          </a:xfrm>
        </p:grpSpPr>
        <p:sp>
          <p:nvSpPr>
            <p:cNvPr id="9483" name="Google Shape;9483;p62"/>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5" name="Google Shape;9485;p62"/>
          <p:cNvGrpSpPr/>
          <p:nvPr/>
        </p:nvGrpSpPr>
        <p:grpSpPr>
          <a:xfrm>
            <a:off x="4126815" y="2760704"/>
            <a:ext cx="380393" cy="363118"/>
            <a:chOff x="4126815" y="2760704"/>
            <a:chExt cx="380393" cy="363118"/>
          </a:xfrm>
        </p:grpSpPr>
        <p:sp>
          <p:nvSpPr>
            <p:cNvPr id="9486" name="Google Shape;9486;p62"/>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62"/>
          <p:cNvGrpSpPr/>
          <p:nvPr/>
        </p:nvGrpSpPr>
        <p:grpSpPr>
          <a:xfrm>
            <a:off x="4675986" y="2745684"/>
            <a:ext cx="381346" cy="368644"/>
            <a:chOff x="4675986" y="2745684"/>
            <a:chExt cx="381346" cy="368644"/>
          </a:xfrm>
        </p:grpSpPr>
        <p:sp>
          <p:nvSpPr>
            <p:cNvPr id="9491" name="Google Shape;9491;p62"/>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3" name="Google Shape;9493;p62"/>
          <p:cNvGrpSpPr/>
          <p:nvPr/>
        </p:nvGrpSpPr>
        <p:grpSpPr>
          <a:xfrm>
            <a:off x="5220616" y="2791061"/>
            <a:ext cx="373185" cy="302466"/>
            <a:chOff x="5220616" y="2791061"/>
            <a:chExt cx="373185" cy="302466"/>
          </a:xfrm>
        </p:grpSpPr>
        <p:sp>
          <p:nvSpPr>
            <p:cNvPr id="9494" name="Google Shape;9494;p62"/>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2"/>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62"/>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2" name="Google Shape;9512;p62"/>
          <p:cNvGrpSpPr/>
          <p:nvPr/>
        </p:nvGrpSpPr>
        <p:grpSpPr>
          <a:xfrm>
            <a:off x="5788661" y="2772517"/>
            <a:ext cx="284366" cy="344097"/>
            <a:chOff x="5864861" y="2772517"/>
            <a:chExt cx="284366" cy="344097"/>
          </a:xfrm>
        </p:grpSpPr>
        <p:sp>
          <p:nvSpPr>
            <p:cNvPr id="9513" name="Google Shape;9513;p62"/>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2"/>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62"/>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19" name="Google Shape;9519;p62"/>
          <p:cNvSpPr/>
          <p:nvPr/>
        </p:nvSpPr>
        <p:spPr>
          <a:xfrm>
            <a:off x="6340868"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20" name="Google Shape;9520;p62"/>
          <p:cNvGrpSpPr/>
          <p:nvPr/>
        </p:nvGrpSpPr>
        <p:grpSpPr>
          <a:xfrm>
            <a:off x="6974158" y="2789537"/>
            <a:ext cx="255247" cy="327458"/>
            <a:chOff x="6974158" y="2789537"/>
            <a:chExt cx="255247" cy="327458"/>
          </a:xfrm>
        </p:grpSpPr>
        <p:sp>
          <p:nvSpPr>
            <p:cNvPr id="9521" name="Google Shape;9521;p62"/>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2"/>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2"/>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7" name="Google Shape;9527;p62"/>
          <p:cNvGrpSpPr/>
          <p:nvPr/>
        </p:nvGrpSpPr>
        <p:grpSpPr>
          <a:xfrm>
            <a:off x="7530697" y="2790299"/>
            <a:ext cx="244291" cy="326314"/>
            <a:chOff x="7530697" y="2790299"/>
            <a:chExt cx="244291" cy="326314"/>
          </a:xfrm>
        </p:grpSpPr>
        <p:sp>
          <p:nvSpPr>
            <p:cNvPr id="9528" name="Google Shape;9528;p62"/>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62"/>
          <p:cNvGrpSpPr/>
          <p:nvPr/>
        </p:nvGrpSpPr>
        <p:grpSpPr>
          <a:xfrm>
            <a:off x="7988191" y="2832248"/>
            <a:ext cx="332348" cy="283985"/>
            <a:chOff x="7988191" y="2832248"/>
            <a:chExt cx="332348" cy="283985"/>
          </a:xfrm>
        </p:grpSpPr>
        <p:sp>
          <p:nvSpPr>
            <p:cNvPr id="9535" name="Google Shape;9535;p62"/>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38" name="Google Shape;9538;p62"/>
          <p:cNvSpPr/>
          <p:nvPr/>
        </p:nvSpPr>
        <p:spPr>
          <a:xfrm>
            <a:off x="2498418"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9" name="Google Shape;9539;p62"/>
          <p:cNvGrpSpPr/>
          <p:nvPr/>
        </p:nvGrpSpPr>
        <p:grpSpPr>
          <a:xfrm>
            <a:off x="3588440" y="3258368"/>
            <a:ext cx="364484" cy="262423"/>
            <a:chOff x="3588440" y="3258368"/>
            <a:chExt cx="364484" cy="262423"/>
          </a:xfrm>
        </p:grpSpPr>
        <p:sp>
          <p:nvSpPr>
            <p:cNvPr id="9540" name="Google Shape;9540;p62"/>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2"/>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46" name="Google Shape;9546;p62"/>
          <p:cNvSpPr/>
          <p:nvPr/>
        </p:nvSpPr>
        <p:spPr>
          <a:xfrm>
            <a:off x="5263326"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47" name="Google Shape;9547;p62"/>
          <p:cNvGrpSpPr/>
          <p:nvPr/>
        </p:nvGrpSpPr>
        <p:grpSpPr>
          <a:xfrm>
            <a:off x="5765817" y="3227724"/>
            <a:ext cx="364865" cy="324822"/>
            <a:chOff x="5765817" y="3227724"/>
            <a:chExt cx="364865" cy="324822"/>
          </a:xfrm>
        </p:grpSpPr>
        <p:sp>
          <p:nvSpPr>
            <p:cNvPr id="9548" name="Google Shape;9548;p62"/>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1" name="Google Shape;9551;p62"/>
          <p:cNvGrpSpPr/>
          <p:nvPr/>
        </p:nvGrpSpPr>
        <p:grpSpPr>
          <a:xfrm>
            <a:off x="6228583" y="3237664"/>
            <a:ext cx="446539" cy="303895"/>
            <a:chOff x="6228583" y="3237664"/>
            <a:chExt cx="446539" cy="303895"/>
          </a:xfrm>
        </p:grpSpPr>
        <p:sp>
          <p:nvSpPr>
            <p:cNvPr id="9552" name="Google Shape;9552;p62"/>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2"/>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2"/>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9" name="Google Shape;9569;p62"/>
          <p:cNvGrpSpPr/>
          <p:nvPr/>
        </p:nvGrpSpPr>
        <p:grpSpPr>
          <a:xfrm>
            <a:off x="865862" y="3207306"/>
            <a:ext cx="364484" cy="364897"/>
            <a:chOff x="865862" y="3207306"/>
            <a:chExt cx="364484" cy="364897"/>
          </a:xfrm>
        </p:grpSpPr>
        <p:sp>
          <p:nvSpPr>
            <p:cNvPr id="9570" name="Google Shape;9570;p62"/>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2"/>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2"/>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2"/>
          <p:cNvGrpSpPr/>
          <p:nvPr/>
        </p:nvGrpSpPr>
        <p:grpSpPr>
          <a:xfrm>
            <a:off x="1404617" y="3226962"/>
            <a:ext cx="370168" cy="325965"/>
            <a:chOff x="1404617" y="3226962"/>
            <a:chExt cx="370168" cy="325965"/>
          </a:xfrm>
        </p:grpSpPr>
        <p:sp>
          <p:nvSpPr>
            <p:cNvPr id="9585" name="Google Shape;9585;p62"/>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4" name="Google Shape;9594;p62"/>
          <p:cNvGrpSpPr/>
          <p:nvPr/>
        </p:nvGrpSpPr>
        <p:grpSpPr>
          <a:xfrm>
            <a:off x="1953403" y="3216094"/>
            <a:ext cx="366389" cy="354481"/>
            <a:chOff x="1954741" y="3212419"/>
            <a:chExt cx="366389" cy="354481"/>
          </a:xfrm>
        </p:grpSpPr>
        <p:sp>
          <p:nvSpPr>
            <p:cNvPr id="9595" name="Google Shape;9595;p62"/>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2"/>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2"/>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2" name="Google Shape;9602;p62"/>
          <p:cNvGrpSpPr/>
          <p:nvPr/>
        </p:nvGrpSpPr>
        <p:grpSpPr>
          <a:xfrm>
            <a:off x="3043239" y="3215626"/>
            <a:ext cx="366008" cy="348670"/>
            <a:chOff x="3043239" y="3215626"/>
            <a:chExt cx="366008" cy="348670"/>
          </a:xfrm>
        </p:grpSpPr>
        <p:sp>
          <p:nvSpPr>
            <p:cNvPr id="9603" name="Google Shape;9603;p62"/>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5" name="Google Shape;9605;p62"/>
          <p:cNvGrpSpPr/>
          <p:nvPr/>
        </p:nvGrpSpPr>
        <p:grpSpPr>
          <a:xfrm>
            <a:off x="4218333" y="3184982"/>
            <a:ext cx="209107" cy="383442"/>
            <a:chOff x="4218333" y="3184982"/>
            <a:chExt cx="209107" cy="383442"/>
          </a:xfrm>
        </p:grpSpPr>
        <p:sp>
          <p:nvSpPr>
            <p:cNvPr id="9606" name="Google Shape;9606;p62"/>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08" name="Google Shape;9608;p62"/>
          <p:cNvSpPr/>
          <p:nvPr/>
        </p:nvSpPr>
        <p:spPr>
          <a:xfrm>
            <a:off x="4816819"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9" name="Google Shape;9609;p62"/>
          <p:cNvGrpSpPr/>
          <p:nvPr/>
        </p:nvGrpSpPr>
        <p:grpSpPr>
          <a:xfrm>
            <a:off x="6896644" y="3216007"/>
            <a:ext cx="322917" cy="347876"/>
            <a:chOff x="6896644" y="3216007"/>
            <a:chExt cx="322917" cy="347876"/>
          </a:xfrm>
        </p:grpSpPr>
        <p:sp>
          <p:nvSpPr>
            <p:cNvPr id="9610" name="Google Shape;9610;p62"/>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7" name="Google Shape;9617;p62"/>
          <p:cNvGrpSpPr/>
          <p:nvPr/>
        </p:nvGrpSpPr>
        <p:grpSpPr>
          <a:xfrm>
            <a:off x="7429366" y="3223183"/>
            <a:ext cx="334634" cy="333904"/>
            <a:chOff x="7429366" y="3223183"/>
            <a:chExt cx="334634" cy="333904"/>
          </a:xfrm>
        </p:grpSpPr>
        <p:sp>
          <p:nvSpPr>
            <p:cNvPr id="9618" name="Google Shape;9618;p62"/>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20" name="Google Shape;9620;p62"/>
          <p:cNvSpPr/>
          <p:nvPr/>
        </p:nvSpPr>
        <p:spPr>
          <a:xfrm>
            <a:off x="8079296"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1" name="Google Shape;9621;p62"/>
          <p:cNvGrpSpPr/>
          <p:nvPr/>
        </p:nvGrpSpPr>
        <p:grpSpPr>
          <a:xfrm>
            <a:off x="5216456" y="3725484"/>
            <a:ext cx="356196" cy="265631"/>
            <a:chOff x="5216456" y="3725484"/>
            <a:chExt cx="356196" cy="265631"/>
          </a:xfrm>
        </p:grpSpPr>
        <p:sp>
          <p:nvSpPr>
            <p:cNvPr id="9622" name="Google Shape;9622;p62"/>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4" name="Google Shape;9624;p62"/>
          <p:cNvGrpSpPr/>
          <p:nvPr/>
        </p:nvGrpSpPr>
        <p:grpSpPr>
          <a:xfrm>
            <a:off x="6849393" y="3733994"/>
            <a:ext cx="355053" cy="248038"/>
            <a:chOff x="6849393" y="3733994"/>
            <a:chExt cx="355053" cy="248038"/>
          </a:xfrm>
        </p:grpSpPr>
        <p:sp>
          <p:nvSpPr>
            <p:cNvPr id="9625" name="Google Shape;9625;p62"/>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0" name="Google Shape;9630;p62"/>
          <p:cNvGrpSpPr/>
          <p:nvPr/>
        </p:nvGrpSpPr>
        <p:grpSpPr>
          <a:xfrm>
            <a:off x="7918997" y="3714687"/>
            <a:ext cx="392111" cy="280206"/>
            <a:chOff x="7918997" y="3714687"/>
            <a:chExt cx="392111" cy="280206"/>
          </a:xfrm>
        </p:grpSpPr>
        <p:sp>
          <p:nvSpPr>
            <p:cNvPr id="9631" name="Google Shape;9631;p62"/>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6" name="Google Shape;9636;p62"/>
          <p:cNvSpPr/>
          <p:nvPr/>
        </p:nvSpPr>
        <p:spPr>
          <a:xfrm>
            <a:off x="867354"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37" name="Google Shape;9637;p62"/>
          <p:cNvGrpSpPr/>
          <p:nvPr/>
        </p:nvGrpSpPr>
        <p:grpSpPr>
          <a:xfrm>
            <a:off x="1408777" y="3680964"/>
            <a:ext cx="357720" cy="355148"/>
            <a:chOff x="1408777" y="3680964"/>
            <a:chExt cx="357720" cy="355148"/>
          </a:xfrm>
        </p:grpSpPr>
        <p:sp>
          <p:nvSpPr>
            <p:cNvPr id="9638" name="Google Shape;9638;p62"/>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2"/>
          <p:cNvGrpSpPr/>
          <p:nvPr/>
        </p:nvGrpSpPr>
        <p:grpSpPr>
          <a:xfrm>
            <a:off x="1952836" y="3680964"/>
            <a:ext cx="357720" cy="355148"/>
            <a:chOff x="1952836" y="3680964"/>
            <a:chExt cx="357720" cy="355148"/>
          </a:xfrm>
        </p:grpSpPr>
        <p:sp>
          <p:nvSpPr>
            <p:cNvPr id="9644" name="Google Shape;9644;p62"/>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9" name="Google Shape;9649;p62"/>
          <p:cNvGrpSpPr/>
          <p:nvPr/>
        </p:nvGrpSpPr>
        <p:grpSpPr>
          <a:xfrm>
            <a:off x="2496894" y="3680964"/>
            <a:ext cx="357720" cy="355148"/>
            <a:chOff x="2496894" y="3680964"/>
            <a:chExt cx="357720" cy="355148"/>
          </a:xfrm>
        </p:grpSpPr>
        <p:sp>
          <p:nvSpPr>
            <p:cNvPr id="9650" name="Google Shape;9650;p62"/>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5" name="Google Shape;9655;p62"/>
          <p:cNvGrpSpPr/>
          <p:nvPr/>
        </p:nvGrpSpPr>
        <p:grpSpPr>
          <a:xfrm>
            <a:off x="3040984" y="3681059"/>
            <a:ext cx="356164" cy="355815"/>
            <a:chOff x="3040984" y="3681059"/>
            <a:chExt cx="356164" cy="355815"/>
          </a:xfrm>
        </p:grpSpPr>
        <p:sp>
          <p:nvSpPr>
            <p:cNvPr id="9656" name="Google Shape;9656;p62"/>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9" name="Google Shape;9659;p62"/>
          <p:cNvGrpSpPr/>
          <p:nvPr/>
        </p:nvGrpSpPr>
        <p:grpSpPr>
          <a:xfrm>
            <a:off x="3584280" y="3699191"/>
            <a:ext cx="358069" cy="317995"/>
            <a:chOff x="3584280" y="3699191"/>
            <a:chExt cx="358069" cy="317995"/>
          </a:xfrm>
        </p:grpSpPr>
        <p:sp>
          <p:nvSpPr>
            <p:cNvPr id="9660" name="Google Shape;9660;p62"/>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2"/>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62"/>
          <p:cNvGrpSpPr/>
          <p:nvPr/>
        </p:nvGrpSpPr>
        <p:grpSpPr>
          <a:xfrm>
            <a:off x="4129482" y="3681059"/>
            <a:ext cx="355402" cy="354291"/>
            <a:chOff x="4129482" y="3681059"/>
            <a:chExt cx="355402" cy="354291"/>
          </a:xfrm>
        </p:grpSpPr>
        <p:sp>
          <p:nvSpPr>
            <p:cNvPr id="9665" name="Google Shape;9665;p62"/>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9" name="Google Shape;9669;p62"/>
          <p:cNvGrpSpPr/>
          <p:nvPr/>
        </p:nvGrpSpPr>
        <p:grpSpPr>
          <a:xfrm>
            <a:off x="4673540" y="3680297"/>
            <a:ext cx="355434" cy="355815"/>
            <a:chOff x="4673540" y="3680297"/>
            <a:chExt cx="355434" cy="355815"/>
          </a:xfrm>
        </p:grpSpPr>
        <p:sp>
          <p:nvSpPr>
            <p:cNvPr id="9670" name="Google Shape;9670;p62"/>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2"/>
          <p:cNvGrpSpPr/>
          <p:nvPr/>
        </p:nvGrpSpPr>
        <p:grpSpPr>
          <a:xfrm>
            <a:off x="5779408" y="3699191"/>
            <a:ext cx="317645" cy="318757"/>
            <a:chOff x="5779408" y="3699191"/>
            <a:chExt cx="317645" cy="318757"/>
          </a:xfrm>
        </p:grpSpPr>
        <p:sp>
          <p:nvSpPr>
            <p:cNvPr id="9674" name="Google Shape;9674;p62"/>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2"/>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6" name="Google Shape;9676;p62"/>
          <p:cNvSpPr/>
          <p:nvPr/>
        </p:nvSpPr>
        <p:spPr>
          <a:xfrm>
            <a:off x="6304573"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77" name="Google Shape;9677;p62"/>
          <p:cNvGrpSpPr/>
          <p:nvPr/>
        </p:nvGrpSpPr>
        <p:grpSpPr>
          <a:xfrm>
            <a:off x="7390435" y="3680868"/>
            <a:ext cx="372073" cy="355243"/>
            <a:chOff x="7390435" y="3680868"/>
            <a:chExt cx="372073" cy="355243"/>
          </a:xfrm>
        </p:grpSpPr>
        <p:sp>
          <p:nvSpPr>
            <p:cNvPr id="9678" name="Google Shape;9678;p62"/>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4" name="Google Shape;9684;p62"/>
          <p:cNvGrpSpPr/>
          <p:nvPr/>
        </p:nvGrpSpPr>
        <p:grpSpPr>
          <a:xfrm>
            <a:off x="1421638" y="4125629"/>
            <a:ext cx="374709" cy="374010"/>
            <a:chOff x="1421638" y="4125629"/>
            <a:chExt cx="374709" cy="374010"/>
          </a:xfrm>
        </p:grpSpPr>
        <p:sp>
          <p:nvSpPr>
            <p:cNvPr id="9685" name="Google Shape;9685;p62"/>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7" name="Google Shape;9687;p62"/>
          <p:cNvGrpSpPr/>
          <p:nvPr/>
        </p:nvGrpSpPr>
        <p:grpSpPr>
          <a:xfrm>
            <a:off x="1973254" y="4156304"/>
            <a:ext cx="357720" cy="342192"/>
            <a:chOff x="1973254" y="4156304"/>
            <a:chExt cx="357720" cy="342192"/>
          </a:xfrm>
        </p:grpSpPr>
        <p:sp>
          <p:nvSpPr>
            <p:cNvPr id="9688" name="Google Shape;9688;p62"/>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2"/>
          <p:cNvGrpSpPr/>
          <p:nvPr/>
        </p:nvGrpSpPr>
        <p:grpSpPr>
          <a:xfrm>
            <a:off x="2523759" y="4135505"/>
            <a:ext cx="341049" cy="340318"/>
            <a:chOff x="2523759" y="4135505"/>
            <a:chExt cx="341049" cy="340318"/>
          </a:xfrm>
        </p:grpSpPr>
        <p:sp>
          <p:nvSpPr>
            <p:cNvPr id="9695" name="Google Shape;9695;p62"/>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2"/>
          <p:cNvGrpSpPr/>
          <p:nvPr/>
        </p:nvGrpSpPr>
        <p:grpSpPr>
          <a:xfrm>
            <a:off x="3040603" y="4130360"/>
            <a:ext cx="392079" cy="350353"/>
            <a:chOff x="3040603" y="4130360"/>
            <a:chExt cx="392079" cy="350353"/>
          </a:xfrm>
        </p:grpSpPr>
        <p:sp>
          <p:nvSpPr>
            <p:cNvPr id="9698" name="Google Shape;9698;p62"/>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2"/>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2"/>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62"/>
          <p:cNvGrpSpPr/>
          <p:nvPr/>
        </p:nvGrpSpPr>
        <p:grpSpPr>
          <a:xfrm>
            <a:off x="3662144" y="4135505"/>
            <a:ext cx="232955" cy="340318"/>
            <a:chOff x="3662144" y="4135505"/>
            <a:chExt cx="232955" cy="340318"/>
          </a:xfrm>
        </p:grpSpPr>
        <p:sp>
          <p:nvSpPr>
            <p:cNvPr id="9709" name="Google Shape;9709;p62"/>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3" name="Google Shape;9713;p62"/>
          <p:cNvGrpSpPr/>
          <p:nvPr/>
        </p:nvGrpSpPr>
        <p:grpSpPr>
          <a:xfrm>
            <a:off x="4149138" y="4121151"/>
            <a:ext cx="344065" cy="368644"/>
            <a:chOff x="4149138" y="4121151"/>
            <a:chExt cx="344065" cy="368644"/>
          </a:xfrm>
        </p:grpSpPr>
        <p:sp>
          <p:nvSpPr>
            <p:cNvPr id="9714" name="Google Shape;9714;p62"/>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26" name="Google Shape;9726;p62"/>
          <p:cNvSpPr/>
          <p:nvPr/>
        </p:nvSpPr>
        <p:spPr>
          <a:xfrm>
            <a:off x="4692054"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27" name="Google Shape;9727;p62"/>
          <p:cNvGrpSpPr/>
          <p:nvPr/>
        </p:nvGrpSpPr>
        <p:grpSpPr>
          <a:xfrm>
            <a:off x="5206262" y="4174817"/>
            <a:ext cx="397763" cy="262804"/>
            <a:chOff x="5206262" y="4174817"/>
            <a:chExt cx="397763" cy="262804"/>
          </a:xfrm>
        </p:grpSpPr>
        <p:sp>
          <p:nvSpPr>
            <p:cNvPr id="9728" name="Google Shape;9728;p62"/>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62"/>
          <p:cNvGrpSpPr/>
          <p:nvPr/>
        </p:nvGrpSpPr>
        <p:grpSpPr>
          <a:xfrm>
            <a:off x="5727616" y="4204699"/>
            <a:ext cx="440505" cy="290018"/>
            <a:chOff x="5727616" y="4204699"/>
            <a:chExt cx="440505" cy="290018"/>
          </a:xfrm>
        </p:grpSpPr>
        <p:sp>
          <p:nvSpPr>
            <p:cNvPr id="9736" name="Google Shape;9736;p62"/>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2"/>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2"/>
          <p:cNvGrpSpPr/>
          <p:nvPr/>
        </p:nvGrpSpPr>
        <p:grpSpPr>
          <a:xfrm>
            <a:off x="6410063" y="4135124"/>
            <a:ext cx="159950" cy="364516"/>
            <a:chOff x="6410063" y="4135124"/>
            <a:chExt cx="159950" cy="364516"/>
          </a:xfrm>
        </p:grpSpPr>
        <p:sp>
          <p:nvSpPr>
            <p:cNvPr id="9745" name="Google Shape;9745;p62"/>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2"/>
          <p:cNvGrpSpPr/>
          <p:nvPr/>
        </p:nvGrpSpPr>
        <p:grpSpPr>
          <a:xfrm>
            <a:off x="6924652" y="4135505"/>
            <a:ext cx="214378" cy="364135"/>
            <a:chOff x="6924652" y="4135505"/>
            <a:chExt cx="214378" cy="364135"/>
          </a:xfrm>
        </p:grpSpPr>
        <p:sp>
          <p:nvSpPr>
            <p:cNvPr id="9750" name="Google Shape;9750;p62"/>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4" name="Google Shape;9754;p62"/>
          <p:cNvGrpSpPr/>
          <p:nvPr/>
        </p:nvGrpSpPr>
        <p:grpSpPr>
          <a:xfrm>
            <a:off x="7384751" y="4147984"/>
            <a:ext cx="380012" cy="351274"/>
            <a:chOff x="7384751" y="4147984"/>
            <a:chExt cx="380012" cy="351274"/>
          </a:xfrm>
        </p:grpSpPr>
        <p:sp>
          <p:nvSpPr>
            <p:cNvPr id="9755" name="Google Shape;9755;p62"/>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0" name="Google Shape;9760;p62"/>
          <p:cNvSpPr txBox="1"/>
          <p:nvPr/>
        </p:nvSpPr>
        <p:spPr>
          <a:xfrm>
            <a:off x="828875" y="1176707"/>
            <a:ext cx="7525800" cy="761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icons without losing quality.</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You can </a:t>
            </a:r>
            <a:r>
              <a:rPr lang="en" sz="1100">
                <a:solidFill>
                  <a:srgbClr val="869FB2"/>
                </a:solidFill>
              </a:rPr>
              <a:t>change the stroke and fill color</a:t>
            </a:r>
            <a:r>
              <a:rPr lang="en" sz="1100">
                <a:solidFill>
                  <a:srgbClr val="FFFFFF"/>
                </a:solidFill>
              </a:rPr>
              <a:t>; just select the icon and click on the</a:t>
            </a:r>
            <a:r>
              <a:rPr lang="en" sz="1100">
                <a:solidFill>
                  <a:srgbClr val="435D74"/>
                </a:solidFill>
              </a:rPr>
              <a:t> </a:t>
            </a:r>
            <a:r>
              <a:rPr lang="en" sz="1100">
                <a:solidFill>
                  <a:srgbClr val="869FB2"/>
                </a:solidFill>
              </a:rPr>
              <a:t>paint bucket/pen</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val="tx"/>
                    </a:ext>
                  </a:extLst>
                </a:hlinkClick>
              </a:rPr>
              <a:t>Flaticon’s extension</a:t>
            </a:r>
            <a:r>
              <a:rPr lang="en" sz="1100">
                <a:solidFill>
                  <a:srgbClr val="FFFFFF"/>
                </a:solidFill>
              </a:rPr>
              <a:t>, allowing you to customize and add even more icons.</a:t>
            </a:r>
            <a:br>
              <a:rPr lang="en" sz="1100">
                <a:solidFill>
                  <a:srgbClr val="435D74"/>
                </a:solidFill>
              </a:rPr>
            </a:br>
            <a:endParaRPr sz="1100">
              <a:solidFill>
                <a:srgbClr val="435D74"/>
              </a:solidFill>
            </a:endParaRPr>
          </a:p>
        </p:txBody>
      </p:sp>
      <p:sp>
        <p:nvSpPr>
          <p:cNvPr id="9761" name="Google Shape;9761;p6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765"/>
        <p:cNvGrpSpPr/>
        <p:nvPr/>
      </p:nvGrpSpPr>
      <p:grpSpPr>
        <a:xfrm>
          <a:off x="0" y="0"/>
          <a:ext cx="0" cy="0"/>
          <a:chOff x="0" y="0"/>
          <a:chExt cx="0" cy="0"/>
        </a:xfrm>
      </p:grpSpPr>
      <p:grpSp>
        <p:nvGrpSpPr>
          <p:cNvPr id="9766" name="Google Shape;9766;p63"/>
          <p:cNvGrpSpPr/>
          <p:nvPr/>
        </p:nvGrpSpPr>
        <p:grpSpPr>
          <a:xfrm>
            <a:off x="1989449" y="4101269"/>
            <a:ext cx="374774" cy="346073"/>
            <a:chOff x="1989449" y="4282269"/>
            <a:chExt cx="374774" cy="346073"/>
          </a:xfrm>
        </p:grpSpPr>
        <p:sp>
          <p:nvSpPr>
            <p:cNvPr id="9767" name="Google Shape;9767;p63"/>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3"/>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3"/>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3"/>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3"/>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2" name="Google Shape;9772;p63"/>
          <p:cNvGrpSpPr/>
          <p:nvPr/>
        </p:nvGrpSpPr>
        <p:grpSpPr>
          <a:xfrm>
            <a:off x="2487439" y="4099740"/>
            <a:ext cx="198775" cy="348972"/>
            <a:chOff x="2487439" y="4280740"/>
            <a:chExt cx="198775" cy="348972"/>
          </a:xfrm>
        </p:grpSpPr>
        <p:sp>
          <p:nvSpPr>
            <p:cNvPr id="9773" name="Google Shape;9773;p63"/>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3"/>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3"/>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3"/>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7" name="Google Shape;9777;p63"/>
          <p:cNvGrpSpPr/>
          <p:nvPr/>
        </p:nvGrpSpPr>
        <p:grpSpPr>
          <a:xfrm>
            <a:off x="2810958" y="4092923"/>
            <a:ext cx="353145" cy="361873"/>
            <a:chOff x="2810958" y="4273923"/>
            <a:chExt cx="353145" cy="361873"/>
          </a:xfrm>
        </p:grpSpPr>
        <p:sp>
          <p:nvSpPr>
            <p:cNvPr id="9778" name="Google Shape;9778;p63"/>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3"/>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3"/>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3"/>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3"/>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3"/>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3"/>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5" name="Google Shape;9785;p63"/>
          <p:cNvGrpSpPr/>
          <p:nvPr/>
        </p:nvGrpSpPr>
        <p:grpSpPr>
          <a:xfrm>
            <a:off x="6275635" y="4101651"/>
            <a:ext cx="209383" cy="366778"/>
            <a:chOff x="6275635" y="4282651"/>
            <a:chExt cx="209383" cy="366778"/>
          </a:xfrm>
        </p:grpSpPr>
        <p:sp>
          <p:nvSpPr>
            <p:cNvPr id="9786" name="Google Shape;9786;p63"/>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3"/>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8" name="Google Shape;9788;p63"/>
          <p:cNvGrpSpPr/>
          <p:nvPr/>
        </p:nvGrpSpPr>
        <p:grpSpPr>
          <a:xfrm>
            <a:off x="6701186" y="4102033"/>
            <a:ext cx="280292" cy="366396"/>
            <a:chOff x="6701186" y="4283033"/>
            <a:chExt cx="280292" cy="366396"/>
          </a:xfrm>
        </p:grpSpPr>
        <p:sp>
          <p:nvSpPr>
            <p:cNvPr id="9789" name="Google Shape;9789;p63"/>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3"/>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1" name="Google Shape;9791;p63"/>
          <p:cNvGrpSpPr/>
          <p:nvPr/>
        </p:nvGrpSpPr>
        <p:grpSpPr>
          <a:xfrm>
            <a:off x="2609571" y="3643958"/>
            <a:ext cx="373627" cy="347347"/>
            <a:chOff x="2609571" y="3824958"/>
            <a:chExt cx="373627" cy="347347"/>
          </a:xfrm>
        </p:grpSpPr>
        <p:sp>
          <p:nvSpPr>
            <p:cNvPr id="9792" name="Google Shape;9792;p63"/>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3"/>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4" name="Google Shape;9794;p63"/>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5" name="Google Shape;9795;p63"/>
          <p:cNvGrpSpPr/>
          <p:nvPr/>
        </p:nvGrpSpPr>
        <p:grpSpPr>
          <a:xfrm>
            <a:off x="916127" y="3626056"/>
            <a:ext cx="221902" cy="380795"/>
            <a:chOff x="916127" y="3807056"/>
            <a:chExt cx="221902" cy="380795"/>
          </a:xfrm>
        </p:grpSpPr>
        <p:sp>
          <p:nvSpPr>
            <p:cNvPr id="9796" name="Google Shape;9796;p63"/>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3"/>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3"/>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3"/>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00" name="Google Shape;9800;p63"/>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3"/>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02" name="Google Shape;9802;p63"/>
          <p:cNvGrpSpPr/>
          <p:nvPr/>
        </p:nvGrpSpPr>
        <p:grpSpPr>
          <a:xfrm>
            <a:off x="3513010" y="3635134"/>
            <a:ext cx="362223" cy="361108"/>
            <a:chOff x="3513010" y="3816134"/>
            <a:chExt cx="362223" cy="361108"/>
          </a:xfrm>
        </p:grpSpPr>
        <p:sp>
          <p:nvSpPr>
            <p:cNvPr id="9803" name="Google Shape;9803;p63"/>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3"/>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3"/>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3"/>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7" name="Google Shape;9807;p63"/>
          <p:cNvGrpSpPr/>
          <p:nvPr/>
        </p:nvGrpSpPr>
        <p:grpSpPr>
          <a:xfrm>
            <a:off x="3950316" y="3639307"/>
            <a:ext cx="369805" cy="353782"/>
            <a:chOff x="3950316" y="3820307"/>
            <a:chExt cx="369805" cy="353782"/>
          </a:xfrm>
        </p:grpSpPr>
        <p:sp>
          <p:nvSpPr>
            <p:cNvPr id="9808" name="Google Shape;9808;p63"/>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3"/>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3"/>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3"/>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2" name="Google Shape;9812;p63"/>
          <p:cNvGrpSpPr/>
          <p:nvPr/>
        </p:nvGrpSpPr>
        <p:grpSpPr>
          <a:xfrm>
            <a:off x="1761909" y="3630961"/>
            <a:ext cx="307974" cy="371716"/>
            <a:chOff x="1761909" y="3811961"/>
            <a:chExt cx="307974" cy="371716"/>
          </a:xfrm>
        </p:grpSpPr>
        <p:sp>
          <p:nvSpPr>
            <p:cNvPr id="9813" name="Google Shape;9813;p63"/>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3"/>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3"/>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3"/>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3"/>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3"/>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3"/>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3"/>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3"/>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3"/>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3" name="Google Shape;9823;p63"/>
          <p:cNvGrpSpPr/>
          <p:nvPr/>
        </p:nvGrpSpPr>
        <p:grpSpPr>
          <a:xfrm>
            <a:off x="5373342" y="3627935"/>
            <a:ext cx="231395" cy="353145"/>
            <a:chOff x="5373342" y="3808935"/>
            <a:chExt cx="231395" cy="353145"/>
          </a:xfrm>
        </p:grpSpPr>
        <p:sp>
          <p:nvSpPr>
            <p:cNvPr id="9824" name="Google Shape;9824;p63"/>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3"/>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3"/>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3"/>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3"/>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3"/>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3"/>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3"/>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3"/>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33" name="Google Shape;9833;p63"/>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34" name="Google Shape;9834;p63"/>
          <p:cNvGrpSpPr/>
          <p:nvPr/>
        </p:nvGrpSpPr>
        <p:grpSpPr>
          <a:xfrm>
            <a:off x="5833775" y="3628445"/>
            <a:ext cx="235185" cy="352253"/>
            <a:chOff x="5833775" y="3809445"/>
            <a:chExt cx="235185" cy="352253"/>
          </a:xfrm>
        </p:grpSpPr>
        <p:sp>
          <p:nvSpPr>
            <p:cNvPr id="9835" name="Google Shape;9835;p63"/>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3"/>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3"/>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63"/>
          <p:cNvGrpSpPr/>
          <p:nvPr/>
        </p:nvGrpSpPr>
        <p:grpSpPr>
          <a:xfrm>
            <a:off x="4942472" y="3628318"/>
            <a:ext cx="238976" cy="352762"/>
            <a:chOff x="4942472" y="3809318"/>
            <a:chExt cx="238976" cy="352762"/>
          </a:xfrm>
        </p:grpSpPr>
        <p:sp>
          <p:nvSpPr>
            <p:cNvPr id="9839" name="Google Shape;9839;p63"/>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3"/>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3"/>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3"/>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3"/>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3"/>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3"/>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6" name="Google Shape;9846;p63"/>
          <p:cNvGrpSpPr/>
          <p:nvPr/>
        </p:nvGrpSpPr>
        <p:grpSpPr>
          <a:xfrm>
            <a:off x="6266525" y="3626788"/>
            <a:ext cx="260223" cy="353527"/>
            <a:chOff x="6266525" y="3807788"/>
            <a:chExt cx="260223" cy="353527"/>
          </a:xfrm>
        </p:grpSpPr>
        <p:sp>
          <p:nvSpPr>
            <p:cNvPr id="9847" name="Google Shape;9847;p63"/>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3"/>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3"/>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3"/>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1" name="Google Shape;9851;p63"/>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2" name="Google Shape;9852;p63"/>
          <p:cNvGrpSpPr/>
          <p:nvPr/>
        </p:nvGrpSpPr>
        <p:grpSpPr>
          <a:xfrm>
            <a:off x="7184363" y="3628604"/>
            <a:ext cx="202184" cy="352762"/>
            <a:chOff x="7184363" y="3809604"/>
            <a:chExt cx="202184" cy="352762"/>
          </a:xfrm>
        </p:grpSpPr>
        <p:sp>
          <p:nvSpPr>
            <p:cNvPr id="9853" name="Google Shape;9853;p63"/>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3"/>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5" name="Google Shape;9855;p63"/>
          <p:cNvGrpSpPr/>
          <p:nvPr/>
        </p:nvGrpSpPr>
        <p:grpSpPr>
          <a:xfrm>
            <a:off x="7571624" y="3627935"/>
            <a:ext cx="292047" cy="352762"/>
            <a:chOff x="7571624" y="3808935"/>
            <a:chExt cx="292047" cy="352762"/>
          </a:xfrm>
        </p:grpSpPr>
        <p:sp>
          <p:nvSpPr>
            <p:cNvPr id="9856" name="Google Shape;9856;p63"/>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3"/>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3"/>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3"/>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3"/>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3"/>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3"/>
          <p:cNvGrpSpPr/>
          <p:nvPr/>
        </p:nvGrpSpPr>
        <p:grpSpPr>
          <a:xfrm>
            <a:off x="2174559" y="3175116"/>
            <a:ext cx="364135" cy="359930"/>
            <a:chOff x="2174559" y="3356116"/>
            <a:chExt cx="364135" cy="359930"/>
          </a:xfrm>
        </p:grpSpPr>
        <p:sp>
          <p:nvSpPr>
            <p:cNvPr id="9863" name="Google Shape;9863;p63"/>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3"/>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5" name="Google Shape;9865;p63"/>
          <p:cNvGrpSpPr/>
          <p:nvPr/>
        </p:nvGrpSpPr>
        <p:grpSpPr>
          <a:xfrm>
            <a:off x="1731934" y="3174639"/>
            <a:ext cx="368371" cy="361554"/>
            <a:chOff x="1731934" y="3355639"/>
            <a:chExt cx="368371" cy="361554"/>
          </a:xfrm>
        </p:grpSpPr>
        <p:sp>
          <p:nvSpPr>
            <p:cNvPr id="9866" name="Google Shape;9866;p63"/>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3"/>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3"/>
          <p:cNvGrpSpPr/>
          <p:nvPr/>
        </p:nvGrpSpPr>
        <p:grpSpPr>
          <a:xfrm>
            <a:off x="3990517" y="3173173"/>
            <a:ext cx="279559" cy="363402"/>
            <a:chOff x="3990517" y="3354173"/>
            <a:chExt cx="279559" cy="363402"/>
          </a:xfrm>
        </p:grpSpPr>
        <p:sp>
          <p:nvSpPr>
            <p:cNvPr id="9869" name="Google Shape;9869;p63"/>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3"/>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3"/>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2" name="Google Shape;9872;p63"/>
          <p:cNvGrpSpPr/>
          <p:nvPr/>
        </p:nvGrpSpPr>
        <p:grpSpPr>
          <a:xfrm>
            <a:off x="3497847" y="3236374"/>
            <a:ext cx="379680" cy="237606"/>
            <a:chOff x="3497847" y="3417374"/>
            <a:chExt cx="379680" cy="237606"/>
          </a:xfrm>
        </p:grpSpPr>
        <p:sp>
          <p:nvSpPr>
            <p:cNvPr id="9873" name="Google Shape;9873;p63"/>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3"/>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3"/>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3"/>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63"/>
          <p:cNvGrpSpPr/>
          <p:nvPr/>
        </p:nvGrpSpPr>
        <p:grpSpPr>
          <a:xfrm>
            <a:off x="2612597" y="3186075"/>
            <a:ext cx="376271" cy="337982"/>
            <a:chOff x="2612597" y="3367075"/>
            <a:chExt cx="376271" cy="337982"/>
          </a:xfrm>
        </p:grpSpPr>
        <p:sp>
          <p:nvSpPr>
            <p:cNvPr id="9878" name="Google Shape;9878;p63"/>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3"/>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63"/>
          <p:cNvGrpSpPr/>
          <p:nvPr/>
        </p:nvGrpSpPr>
        <p:grpSpPr>
          <a:xfrm>
            <a:off x="3071914" y="3183431"/>
            <a:ext cx="343652" cy="342505"/>
            <a:chOff x="3071914" y="3364431"/>
            <a:chExt cx="343652" cy="342505"/>
          </a:xfrm>
        </p:grpSpPr>
        <p:sp>
          <p:nvSpPr>
            <p:cNvPr id="9881" name="Google Shape;9881;p63"/>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3"/>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3"/>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3"/>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3"/>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63"/>
          <p:cNvGrpSpPr/>
          <p:nvPr/>
        </p:nvGrpSpPr>
        <p:grpSpPr>
          <a:xfrm>
            <a:off x="897141" y="3178875"/>
            <a:ext cx="257962" cy="352762"/>
            <a:chOff x="897141" y="3359875"/>
            <a:chExt cx="257962" cy="352762"/>
          </a:xfrm>
        </p:grpSpPr>
        <p:sp>
          <p:nvSpPr>
            <p:cNvPr id="9887" name="Google Shape;9887;p6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63"/>
          <p:cNvGrpSpPr/>
          <p:nvPr/>
        </p:nvGrpSpPr>
        <p:grpSpPr>
          <a:xfrm>
            <a:off x="1333682" y="3163330"/>
            <a:ext cx="271213" cy="383088"/>
            <a:chOff x="1333682" y="3344330"/>
            <a:chExt cx="271213" cy="383088"/>
          </a:xfrm>
        </p:grpSpPr>
        <p:sp>
          <p:nvSpPr>
            <p:cNvPr id="9896" name="Google Shape;9896;p63"/>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3"/>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3"/>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3"/>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3"/>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3"/>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3"/>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3"/>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3"/>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3"/>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63"/>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7" name="Google Shape;9907;p63"/>
          <p:cNvGrpSpPr/>
          <p:nvPr/>
        </p:nvGrpSpPr>
        <p:grpSpPr>
          <a:xfrm>
            <a:off x="6664394" y="3165974"/>
            <a:ext cx="353113" cy="351998"/>
            <a:chOff x="6664394" y="3346974"/>
            <a:chExt cx="353113" cy="351998"/>
          </a:xfrm>
        </p:grpSpPr>
        <p:sp>
          <p:nvSpPr>
            <p:cNvPr id="9908" name="Google Shape;9908;p63"/>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3"/>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3"/>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3"/>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3"/>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63"/>
          <p:cNvGrpSpPr/>
          <p:nvPr/>
        </p:nvGrpSpPr>
        <p:grpSpPr>
          <a:xfrm>
            <a:off x="849741" y="1778307"/>
            <a:ext cx="399398" cy="375443"/>
            <a:chOff x="849741" y="1959307"/>
            <a:chExt cx="399398" cy="375443"/>
          </a:xfrm>
        </p:grpSpPr>
        <p:sp>
          <p:nvSpPr>
            <p:cNvPr id="9914" name="Google Shape;9914;p63"/>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3"/>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63"/>
          <p:cNvGrpSpPr/>
          <p:nvPr/>
        </p:nvGrpSpPr>
        <p:grpSpPr>
          <a:xfrm>
            <a:off x="1284212" y="1782766"/>
            <a:ext cx="379489" cy="366046"/>
            <a:chOff x="1284212" y="1963766"/>
            <a:chExt cx="379489" cy="366046"/>
          </a:xfrm>
        </p:grpSpPr>
        <p:sp>
          <p:nvSpPr>
            <p:cNvPr id="9917" name="Google Shape;9917;p6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9" name="Google Shape;9919;p63"/>
          <p:cNvGrpSpPr/>
          <p:nvPr/>
        </p:nvGrpSpPr>
        <p:grpSpPr>
          <a:xfrm>
            <a:off x="3037766" y="1788564"/>
            <a:ext cx="370219" cy="354928"/>
            <a:chOff x="3037766" y="1969564"/>
            <a:chExt cx="370219" cy="354928"/>
          </a:xfrm>
        </p:grpSpPr>
        <p:sp>
          <p:nvSpPr>
            <p:cNvPr id="9920" name="Google Shape;9920;p6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4" name="Google Shape;9924;p63"/>
          <p:cNvGrpSpPr/>
          <p:nvPr/>
        </p:nvGrpSpPr>
        <p:grpSpPr>
          <a:xfrm>
            <a:off x="3982553" y="1790730"/>
            <a:ext cx="304566" cy="350501"/>
            <a:chOff x="3982553" y="1971730"/>
            <a:chExt cx="304566" cy="350501"/>
          </a:xfrm>
        </p:grpSpPr>
        <p:sp>
          <p:nvSpPr>
            <p:cNvPr id="9925" name="Google Shape;9925;p63"/>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3"/>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63"/>
          <p:cNvGrpSpPr/>
          <p:nvPr/>
        </p:nvGrpSpPr>
        <p:grpSpPr>
          <a:xfrm>
            <a:off x="2567841" y="1813124"/>
            <a:ext cx="399812" cy="306477"/>
            <a:chOff x="2567841" y="1994124"/>
            <a:chExt cx="399812" cy="306477"/>
          </a:xfrm>
        </p:grpSpPr>
        <p:sp>
          <p:nvSpPr>
            <p:cNvPr id="9928" name="Google Shape;9928;p63"/>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3"/>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3"/>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1" name="Google Shape;9931;p63"/>
          <p:cNvGrpSpPr/>
          <p:nvPr/>
        </p:nvGrpSpPr>
        <p:grpSpPr>
          <a:xfrm>
            <a:off x="2212084" y="1779358"/>
            <a:ext cx="324698" cy="372863"/>
            <a:chOff x="2212084" y="1960358"/>
            <a:chExt cx="324698" cy="372863"/>
          </a:xfrm>
        </p:grpSpPr>
        <p:sp>
          <p:nvSpPr>
            <p:cNvPr id="9932" name="Google Shape;9932;p63"/>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3"/>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3"/>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5" name="Google Shape;9935;p63"/>
          <p:cNvGrpSpPr/>
          <p:nvPr/>
        </p:nvGrpSpPr>
        <p:grpSpPr>
          <a:xfrm>
            <a:off x="1805901" y="1779358"/>
            <a:ext cx="284847" cy="373627"/>
            <a:chOff x="1805901" y="1960358"/>
            <a:chExt cx="284847" cy="373627"/>
          </a:xfrm>
        </p:grpSpPr>
        <p:sp>
          <p:nvSpPr>
            <p:cNvPr id="9936" name="Google Shape;9936;p63"/>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3"/>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8" name="Google Shape;9938;p63"/>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3"/>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3"/>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41" name="Google Shape;9941;p63"/>
          <p:cNvGrpSpPr/>
          <p:nvPr/>
        </p:nvGrpSpPr>
        <p:grpSpPr>
          <a:xfrm>
            <a:off x="6656812" y="1848388"/>
            <a:ext cx="368690" cy="245793"/>
            <a:chOff x="6656812" y="2029388"/>
            <a:chExt cx="368690" cy="245793"/>
          </a:xfrm>
        </p:grpSpPr>
        <p:sp>
          <p:nvSpPr>
            <p:cNvPr id="9942" name="Google Shape;9942;p63"/>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3"/>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3"/>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3"/>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3"/>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3"/>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3"/>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3"/>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3"/>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3"/>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2" name="Google Shape;9952;p63"/>
          <p:cNvGrpSpPr/>
          <p:nvPr/>
        </p:nvGrpSpPr>
        <p:grpSpPr>
          <a:xfrm>
            <a:off x="4869651" y="1831218"/>
            <a:ext cx="376654" cy="281566"/>
            <a:chOff x="4869651" y="2012218"/>
            <a:chExt cx="376654" cy="281566"/>
          </a:xfrm>
        </p:grpSpPr>
        <p:sp>
          <p:nvSpPr>
            <p:cNvPr id="9953" name="Google Shape;9953;p63"/>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3"/>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3"/>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3"/>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7" name="Google Shape;9957;p63"/>
          <p:cNvGrpSpPr/>
          <p:nvPr/>
        </p:nvGrpSpPr>
        <p:grpSpPr>
          <a:xfrm>
            <a:off x="5306224" y="1831313"/>
            <a:ext cx="367925" cy="281694"/>
            <a:chOff x="5306224" y="2012313"/>
            <a:chExt cx="367925" cy="281694"/>
          </a:xfrm>
        </p:grpSpPr>
        <p:sp>
          <p:nvSpPr>
            <p:cNvPr id="9958" name="Google Shape;9958;p63"/>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63"/>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0" name="Google Shape;9960;p63"/>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1" name="Google Shape;9961;p63"/>
          <p:cNvGrpSpPr/>
          <p:nvPr/>
        </p:nvGrpSpPr>
        <p:grpSpPr>
          <a:xfrm>
            <a:off x="6195998" y="1802102"/>
            <a:ext cx="368308" cy="338746"/>
            <a:chOff x="6195998" y="1983102"/>
            <a:chExt cx="368308" cy="338746"/>
          </a:xfrm>
        </p:grpSpPr>
        <p:sp>
          <p:nvSpPr>
            <p:cNvPr id="9962" name="Google Shape;9962;p63"/>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3"/>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3"/>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63"/>
          <p:cNvGrpSpPr/>
          <p:nvPr/>
        </p:nvGrpSpPr>
        <p:grpSpPr>
          <a:xfrm>
            <a:off x="7542031" y="1830835"/>
            <a:ext cx="369072" cy="280037"/>
            <a:chOff x="7542031" y="2011835"/>
            <a:chExt cx="369072" cy="280037"/>
          </a:xfrm>
        </p:grpSpPr>
        <p:sp>
          <p:nvSpPr>
            <p:cNvPr id="9966" name="Google Shape;9966;p63"/>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3"/>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3"/>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3"/>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3"/>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3"/>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3"/>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3"/>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3"/>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5" name="Google Shape;9975;p63"/>
          <p:cNvGrpSpPr/>
          <p:nvPr/>
        </p:nvGrpSpPr>
        <p:grpSpPr>
          <a:xfrm>
            <a:off x="8010427" y="3167503"/>
            <a:ext cx="278795" cy="351615"/>
            <a:chOff x="8010427" y="3348503"/>
            <a:chExt cx="278795" cy="351615"/>
          </a:xfrm>
        </p:grpSpPr>
        <p:sp>
          <p:nvSpPr>
            <p:cNvPr id="9976" name="Google Shape;9976;p63"/>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3"/>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3"/>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3"/>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0" name="Google Shape;9980;p63"/>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1" name="Google Shape;9981;p63"/>
          <p:cNvGrpSpPr/>
          <p:nvPr/>
        </p:nvGrpSpPr>
        <p:grpSpPr>
          <a:xfrm>
            <a:off x="7141900" y="3168204"/>
            <a:ext cx="281057" cy="351010"/>
            <a:chOff x="7141900" y="3349204"/>
            <a:chExt cx="281057" cy="351010"/>
          </a:xfrm>
        </p:grpSpPr>
        <p:sp>
          <p:nvSpPr>
            <p:cNvPr id="9982" name="Google Shape;9982;p63"/>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3"/>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3"/>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5" name="Google Shape;9985;p63"/>
          <p:cNvGrpSpPr/>
          <p:nvPr/>
        </p:nvGrpSpPr>
        <p:grpSpPr>
          <a:xfrm>
            <a:off x="5314188" y="3169032"/>
            <a:ext cx="363752" cy="353113"/>
            <a:chOff x="5314188" y="3350032"/>
            <a:chExt cx="363752" cy="353113"/>
          </a:xfrm>
        </p:grpSpPr>
        <p:sp>
          <p:nvSpPr>
            <p:cNvPr id="9986" name="Google Shape;9986;p63"/>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3"/>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63"/>
          <p:cNvGrpSpPr/>
          <p:nvPr/>
        </p:nvGrpSpPr>
        <p:grpSpPr>
          <a:xfrm>
            <a:off x="6203579" y="3167981"/>
            <a:ext cx="351615" cy="350373"/>
            <a:chOff x="6203579" y="3348981"/>
            <a:chExt cx="351615" cy="350373"/>
          </a:xfrm>
        </p:grpSpPr>
        <p:sp>
          <p:nvSpPr>
            <p:cNvPr id="9989" name="Google Shape;9989;p63"/>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3"/>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3"/>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3"/>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63"/>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63"/>
          <p:cNvGrpSpPr/>
          <p:nvPr/>
        </p:nvGrpSpPr>
        <p:grpSpPr>
          <a:xfrm>
            <a:off x="5829984" y="3169032"/>
            <a:ext cx="220755" cy="352348"/>
            <a:chOff x="5829984" y="3350032"/>
            <a:chExt cx="220755" cy="352348"/>
          </a:xfrm>
        </p:grpSpPr>
        <p:sp>
          <p:nvSpPr>
            <p:cNvPr id="9995" name="Google Shape;9995;p63"/>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3"/>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3"/>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3"/>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9" name="Google Shape;9999;p63"/>
          <p:cNvGrpSpPr/>
          <p:nvPr/>
        </p:nvGrpSpPr>
        <p:grpSpPr>
          <a:xfrm>
            <a:off x="4882170" y="3168841"/>
            <a:ext cx="358464" cy="352316"/>
            <a:chOff x="4882170" y="3349841"/>
            <a:chExt cx="358464" cy="352316"/>
          </a:xfrm>
        </p:grpSpPr>
        <p:sp>
          <p:nvSpPr>
            <p:cNvPr id="10000" name="Google Shape;10000;p63"/>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3"/>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02" name="Google Shape;10002;p63"/>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3"/>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04" name="Google Shape;10004;p63"/>
          <p:cNvGrpSpPr/>
          <p:nvPr/>
        </p:nvGrpSpPr>
        <p:grpSpPr>
          <a:xfrm>
            <a:off x="3044965" y="2254220"/>
            <a:ext cx="400194" cy="324316"/>
            <a:chOff x="3044965" y="2435220"/>
            <a:chExt cx="400194" cy="324316"/>
          </a:xfrm>
        </p:grpSpPr>
        <p:sp>
          <p:nvSpPr>
            <p:cNvPr id="10005" name="Google Shape;10005;p63"/>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3"/>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3"/>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8" name="Google Shape;10008;p63"/>
          <p:cNvGrpSpPr/>
          <p:nvPr/>
        </p:nvGrpSpPr>
        <p:grpSpPr>
          <a:xfrm>
            <a:off x="4878379" y="2292892"/>
            <a:ext cx="367161" cy="287523"/>
            <a:chOff x="4878379" y="2473892"/>
            <a:chExt cx="367161" cy="287523"/>
          </a:xfrm>
        </p:grpSpPr>
        <p:sp>
          <p:nvSpPr>
            <p:cNvPr id="10009" name="Google Shape;10009;p63"/>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3"/>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3"/>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3"/>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3"/>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4" name="Google Shape;10014;p63"/>
          <p:cNvGrpSpPr/>
          <p:nvPr/>
        </p:nvGrpSpPr>
        <p:grpSpPr>
          <a:xfrm>
            <a:off x="1325719" y="2706689"/>
            <a:ext cx="290581" cy="372481"/>
            <a:chOff x="1325719" y="2887689"/>
            <a:chExt cx="290581" cy="372481"/>
          </a:xfrm>
        </p:grpSpPr>
        <p:sp>
          <p:nvSpPr>
            <p:cNvPr id="10015" name="Google Shape;10015;p63"/>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3"/>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7" name="Google Shape;10017;p63"/>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8" name="Google Shape;10018;p63"/>
          <p:cNvGrpSpPr/>
          <p:nvPr/>
        </p:nvGrpSpPr>
        <p:grpSpPr>
          <a:xfrm>
            <a:off x="3510335" y="2711499"/>
            <a:ext cx="360726" cy="361204"/>
            <a:chOff x="3510335" y="2892499"/>
            <a:chExt cx="360726" cy="361204"/>
          </a:xfrm>
        </p:grpSpPr>
        <p:sp>
          <p:nvSpPr>
            <p:cNvPr id="10019" name="Google Shape;10019;p63"/>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3"/>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3"/>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3"/>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3"/>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3"/>
          <p:cNvGrpSpPr/>
          <p:nvPr/>
        </p:nvGrpSpPr>
        <p:grpSpPr>
          <a:xfrm>
            <a:off x="3086313" y="2696049"/>
            <a:ext cx="320143" cy="392581"/>
            <a:chOff x="3086313" y="2877049"/>
            <a:chExt cx="320143" cy="392581"/>
          </a:xfrm>
        </p:grpSpPr>
        <p:sp>
          <p:nvSpPr>
            <p:cNvPr id="10025" name="Google Shape;10025;p63"/>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3"/>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3"/>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3"/>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3"/>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3"/>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3"/>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3"/>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3"/>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3"/>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3"/>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3"/>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7" name="Google Shape;10037;p63"/>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38" name="Google Shape;10038;p63"/>
          <p:cNvGrpSpPr/>
          <p:nvPr/>
        </p:nvGrpSpPr>
        <p:grpSpPr>
          <a:xfrm>
            <a:off x="861113" y="2704746"/>
            <a:ext cx="333809" cy="373277"/>
            <a:chOff x="861113" y="2885746"/>
            <a:chExt cx="333809" cy="373277"/>
          </a:xfrm>
        </p:grpSpPr>
        <p:sp>
          <p:nvSpPr>
            <p:cNvPr id="10039" name="Google Shape;10039;p63"/>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3"/>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3"/>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2" name="Google Shape;10042;p63"/>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3"/>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4" name="Google Shape;10044;p63"/>
          <p:cNvGrpSpPr/>
          <p:nvPr/>
        </p:nvGrpSpPr>
        <p:grpSpPr>
          <a:xfrm>
            <a:off x="1297654" y="1323481"/>
            <a:ext cx="349354" cy="362223"/>
            <a:chOff x="1297654" y="1504481"/>
            <a:chExt cx="349354" cy="362223"/>
          </a:xfrm>
        </p:grpSpPr>
        <p:sp>
          <p:nvSpPr>
            <p:cNvPr id="10045" name="Google Shape;10045;p63"/>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3"/>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3"/>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8" name="Google Shape;10048;p63"/>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9" name="Google Shape;10049;p63"/>
          <p:cNvGrpSpPr/>
          <p:nvPr/>
        </p:nvGrpSpPr>
        <p:grpSpPr>
          <a:xfrm>
            <a:off x="852385" y="1329916"/>
            <a:ext cx="353145" cy="351998"/>
            <a:chOff x="852385" y="1510916"/>
            <a:chExt cx="353145" cy="351998"/>
          </a:xfrm>
        </p:grpSpPr>
        <p:sp>
          <p:nvSpPr>
            <p:cNvPr id="10050" name="Google Shape;10050;p63"/>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3"/>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3"/>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63"/>
          <p:cNvGrpSpPr/>
          <p:nvPr/>
        </p:nvGrpSpPr>
        <p:grpSpPr>
          <a:xfrm>
            <a:off x="1745217" y="1334471"/>
            <a:ext cx="343269" cy="342505"/>
            <a:chOff x="1745217" y="1515471"/>
            <a:chExt cx="343269" cy="342505"/>
          </a:xfrm>
        </p:grpSpPr>
        <p:sp>
          <p:nvSpPr>
            <p:cNvPr id="10054" name="Google Shape;10054;p63"/>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3"/>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3"/>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3"/>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58" name="Google Shape;10058;p63"/>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9" name="Google Shape;10059;p63"/>
          <p:cNvGrpSpPr/>
          <p:nvPr/>
        </p:nvGrpSpPr>
        <p:grpSpPr>
          <a:xfrm>
            <a:off x="3042703" y="1348137"/>
            <a:ext cx="411535" cy="315587"/>
            <a:chOff x="3042703" y="1529137"/>
            <a:chExt cx="411535" cy="315587"/>
          </a:xfrm>
        </p:grpSpPr>
        <p:sp>
          <p:nvSpPr>
            <p:cNvPr id="10060" name="Google Shape;10060;p63"/>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3"/>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3"/>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3"/>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3"/>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3"/>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3"/>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3"/>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3"/>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3"/>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63"/>
          <p:cNvGrpSpPr/>
          <p:nvPr/>
        </p:nvGrpSpPr>
        <p:grpSpPr>
          <a:xfrm>
            <a:off x="2629289" y="1363682"/>
            <a:ext cx="350501" cy="284497"/>
            <a:chOff x="2629289" y="1544682"/>
            <a:chExt cx="350501" cy="284497"/>
          </a:xfrm>
        </p:grpSpPr>
        <p:sp>
          <p:nvSpPr>
            <p:cNvPr id="10071" name="Google Shape;10071;p63"/>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3"/>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3"/>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3"/>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3"/>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63"/>
          <p:cNvGrpSpPr/>
          <p:nvPr/>
        </p:nvGrpSpPr>
        <p:grpSpPr>
          <a:xfrm>
            <a:off x="5305077" y="1321633"/>
            <a:ext cx="367893" cy="365218"/>
            <a:chOff x="5305077" y="1502633"/>
            <a:chExt cx="367893" cy="365218"/>
          </a:xfrm>
        </p:grpSpPr>
        <p:sp>
          <p:nvSpPr>
            <p:cNvPr id="10077" name="Google Shape;10077;p63"/>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63"/>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63"/>
          <p:cNvGrpSpPr/>
          <p:nvPr/>
        </p:nvGrpSpPr>
        <p:grpSpPr>
          <a:xfrm>
            <a:off x="7100170" y="1319117"/>
            <a:ext cx="368308" cy="367033"/>
            <a:chOff x="7100170" y="1500117"/>
            <a:chExt cx="368308" cy="367033"/>
          </a:xfrm>
        </p:grpSpPr>
        <p:sp>
          <p:nvSpPr>
            <p:cNvPr id="10080" name="Google Shape;10080;p63"/>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3"/>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3"/>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3"/>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3"/>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3"/>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3"/>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3"/>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3"/>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3"/>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3"/>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3"/>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3"/>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3" name="Google Shape;10093;p63"/>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4" name="Google Shape;10094;p63"/>
          <p:cNvGrpSpPr/>
          <p:nvPr/>
        </p:nvGrpSpPr>
        <p:grpSpPr>
          <a:xfrm>
            <a:off x="6649231" y="1319021"/>
            <a:ext cx="390287" cy="367065"/>
            <a:chOff x="6649231" y="1500021"/>
            <a:chExt cx="390287" cy="367065"/>
          </a:xfrm>
        </p:grpSpPr>
        <p:sp>
          <p:nvSpPr>
            <p:cNvPr id="10095" name="Google Shape;10095;p63"/>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3"/>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3"/>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3"/>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3"/>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3"/>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3"/>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3"/>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3"/>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3"/>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3"/>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3"/>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7" name="Google Shape;10107;p63"/>
          <p:cNvGrpSpPr/>
          <p:nvPr/>
        </p:nvGrpSpPr>
        <p:grpSpPr>
          <a:xfrm>
            <a:off x="5746938" y="1362503"/>
            <a:ext cx="387261" cy="280356"/>
            <a:chOff x="5746938" y="1543503"/>
            <a:chExt cx="387261" cy="280356"/>
          </a:xfrm>
        </p:grpSpPr>
        <p:sp>
          <p:nvSpPr>
            <p:cNvPr id="10108" name="Google Shape;10108;p63"/>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3"/>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63"/>
          <p:cNvGrpSpPr/>
          <p:nvPr/>
        </p:nvGrpSpPr>
        <p:grpSpPr>
          <a:xfrm>
            <a:off x="6196730" y="1344346"/>
            <a:ext cx="369072" cy="317467"/>
            <a:chOff x="6196730" y="1525346"/>
            <a:chExt cx="369072" cy="317467"/>
          </a:xfrm>
        </p:grpSpPr>
        <p:sp>
          <p:nvSpPr>
            <p:cNvPr id="10111" name="Google Shape;10111;p63"/>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3"/>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3"/>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4" name="Google Shape;10114;p63"/>
          <p:cNvGrpSpPr/>
          <p:nvPr/>
        </p:nvGrpSpPr>
        <p:grpSpPr>
          <a:xfrm>
            <a:off x="4940592" y="1319690"/>
            <a:ext cx="246558" cy="367161"/>
            <a:chOff x="4940592" y="1500690"/>
            <a:chExt cx="246558" cy="367161"/>
          </a:xfrm>
        </p:grpSpPr>
        <p:sp>
          <p:nvSpPr>
            <p:cNvPr id="10115" name="Google Shape;10115;p63"/>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3"/>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3"/>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3"/>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9" name="Google Shape;10119;p63"/>
          <p:cNvGrpSpPr/>
          <p:nvPr/>
        </p:nvGrpSpPr>
        <p:grpSpPr>
          <a:xfrm>
            <a:off x="7964906" y="1318894"/>
            <a:ext cx="380858" cy="367575"/>
            <a:chOff x="7964906" y="1499894"/>
            <a:chExt cx="380858" cy="367575"/>
          </a:xfrm>
        </p:grpSpPr>
        <p:sp>
          <p:nvSpPr>
            <p:cNvPr id="10120" name="Google Shape;10120;p63"/>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3"/>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3"/>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23" name="Google Shape;10123;p63"/>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4" name="Google Shape;10124;p63"/>
          <p:cNvGrpSpPr/>
          <p:nvPr/>
        </p:nvGrpSpPr>
        <p:grpSpPr>
          <a:xfrm>
            <a:off x="8007400" y="2721278"/>
            <a:ext cx="285230" cy="355597"/>
            <a:chOff x="8007400" y="2902278"/>
            <a:chExt cx="285230" cy="355597"/>
          </a:xfrm>
        </p:grpSpPr>
        <p:sp>
          <p:nvSpPr>
            <p:cNvPr id="10125" name="Google Shape;10125;p63"/>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3"/>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7" name="Google Shape;10127;p63"/>
          <p:cNvGrpSpPr/>
          <p:nvPr/>
        </p:nvGrpSpPr>
        <p:grpSpPr>
          <a:xfrm>
            <a:off x="6219124" y="2721788"/>
            <a:ext cx="318231" cy="355470"/>
            <a:chOff x="6219124" y="2902788"/>
            <a:chExt cx="318231" cy="355470"/>
          </a:xfrm>
        </p:grpSpPr>
        <p:sp>
          <p:nvSpPr>
            <p:cNvPr id="10128" name="Google Shape;10128;p63"/>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3"/>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3"/>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1" name="Google Shape;10131;p63"/>
          <p:cNvGrpSpPr/>
          <p:nvPr/>
        </p:nvGrpSpPr>
        <p:grpSpPr>
          <a:xfrm>
            <a:off x="4969421" y="2721852"/>
            <a:ext cx="185109" cy="355406"/>
            <a:chOff x="4969421" y="2902852"/>
            <a:chExt cx="185109" cy="355406"/>
          </a:xfrm>
        </p:grpSpPr>
        <p:sp>
          <p:nvSpPr>
            <p:cNvPr id="10132" name="Google Shape;10132;p63"/>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3"/>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3"/>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3"/>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3"/>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3"/>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8" name="Google Shape;10138;p63"/>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3"/>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0" name="Google Shape;10140;p63"/>
          <p:cNvGrpSpPr/>
          <p:nvPr/>
        </p:nvGrpSpPr>
        <p:grpSpPr>
          <a:xfrm>
            <a:off x="6685259" y="2721852"/>
            <a:ext cx="311414" cy="355406"/>
            <a:chOff x="6685259" y="2902852"/>
            <a:chExt cx="311414" cy="355406"/>
          </a:xfrm>
        </p:grpSpPr>
        <p:sp>
          <p:nvSpPr>
            <p:cNvPr id="10141" name="Google Shape;10141;p63"/>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3"/>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3"/>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63"/>
          <p:cNvGrpSpPr/>
          <p:nvPr/>
        </p:nvGrpSpPr>
        <p:grpSpPr>
          <a:xfrm>
            <a:off x="5309250" y="2722170"/>
            <a:ext cx="359579" cy="355852"/>
            <a:chOff x="5309250" y="2903170"/>
            <a:chExt cx="359579" cy="355852"/>
          </a:xfrm>
        </p:grpSpPr>
        <p:sp>
          <p:nvSpPr>
            <p:cNvPr id="10145" name="Google Shape;10145;p63"/>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3"/>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3"/>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8" name="Google Shape;10148;p63"/>
          <p:cNvGrpSpPr/>
          <p:nvPr/>
        </p:nvGrpSpPr>
        <p:grpSpPr>
          <a:xfrm>
            <a:off x="2199565" y="2240172"/>
            <a:ext cx="312179" cy="353431"/>
            <a:chOff x="2199565" y="2421172"/>
            <a:chExt cx="312179" cy="353431"/>
          </a:xfrm>
        </p:grpSpPr>
        <p:sp>
          <p:nvSpPr>
            <p:cNvPr id="10149" name="Google Shape;10149;p6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1" name="Google Shape;10151;p63"/>
          <p:cNvGrpSpPr/>
          <p:nvPr/>
        </p:nvGrpSpPr>
        <p:grpSpPr>
          <a:xfrm>
            <a:off x="1750887" y="2244727"/>
            <a:ext cx="320143" cy="343269"/>
            <a:chOff x="1750887" y="2425727"/>
            <a:chExt cx="320143" cy="343269"/>
          </a:xfrm>
        </p:grpSpPr>
        <p:sp>
          <p:nvSpPr>
            <p:cNvPr id="10152" name="Google Shape;10152;p63"/>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3"/>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4" name="Google Shape;10154;p63"/>
          <p:cNvGrpSpPr/>
          <p:nvPr/>
        </p:nvGrpSpPr>
        <p:grpSpPr>
          <a:xfrm>
            <a:off x="1298037" y="2244727"/>
            <a:ext cx="338364" cy="342887"/>
            <a:chOff x="1298037" y="2425727"/>
            <a:chExt cx="338364" cy="342887"/>
          </a:xfrm>
        </p:grpSpPr>
        <p:sp>
          <p:nvSpPr>
            <p:cNvPr id="10155" name="Google Shape;10155;p63"/>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3"/>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3"/>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3"/>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9" name="Google Shape;10159;p63"/>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60" name="Google Shape;10160;p63"/>
          <p:cNvGrpSpPr/>
          <p:nvPr/>
        </p:nvGrpSpPr>
        <p:grpSpPr>
          <a:xfrm>
            <a:off x="3974207" y="2248009"/>
            <a:ext cx="320143" cy="338491"/>
            <a:chOff x="3974207" y="2429009"/>
            <a:chExt cx="320143" cy="338491"/>
          </a:xfrm>
        </p:grpSpPr>
        <p:sp>
          <p:nvSpPr>
            <p:cNvPr id="10161" name="Google Shape;10161;p63"/>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3"/>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3" name="Google Shape;10163;p63"/>
          <p:cNvGrpSpPr/>
          <p:nvPr/>
        </p:nvGrpSpPr>
        <p:grpSpPr>
          <a:xfrm>
            <a:off x="2623237" y="2250047"/>
            <a:ext cx="355024" cy="332630"/>
            <a:chOff x="2623237" y="2431047"/>
            <a:chExt cx="355024" cy="332630"/>
          </a:xfrm>
        </p:grpSpPr>
        <p:sp>
          <p:nvSpPr>
            <p:cNvPr id="10164" name="Google Shape;10164;p63"/>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3"/>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3"/>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3"/>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63"/>
          <p:cNvGrpSpPr/>
          <p:nvPr/>
        </p:nvGrpSpPr>
        <p:grpSpPr>
          <a:xfrm>
            <a:off x="6657194" y="2253073"/>
            <a:ext cx="375507" cy="367925"/>
            <a:chOff x="6657194" y="2434073"/>
            <a:chExt cx="375507" cy="367925"/>
          </a:xfrm>
        </p:grpSpPr>
        <p:sp>
          <p:nvSpPr>
            <p:cNvPr id="10169" name="Google Shape;10169;p63"/>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3"/>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3"/>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63"/>
          <p:cNvGrpSpPr/>
          <p:nvPr/>
        </p:nvGrpSpPr>
        <p:grpSpPr>
          <a:xfrm>
            <a:off x="7101317" y="2260655"/>
            <a:ext cx="367925" cy="352380"/>
            <a:chOff x="7101317" y="2441655"/>
            <a:chExt cx="367925" cy="352380"/>
          </a:xfrm>
        </p:grpSpPr>
        <p:sp>
          <p:nvSpPr>
            <p:cNvPr id="10173" name="Google Shape;10173;p63"/>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3"/>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5" name="Google Shape;10175;p63"/>
          <p:cNvGrpSpPr/>
          <p:nvPr/>
        </p:nvGrpSpPr>
        <p:grpSpPr>
          <a:xfrm>
            <a:off x="5756399" y="2253456"/>
            <a:ext cx="367925" cy="367161"/>
            <a:chOff x="5756399" y="2434456"/>
            <a:chExt cx="367925" cy="367161"/>
          </a:xfrm>
        </p:grpSpPr>
        <p:sp>
          <p:nvSpPr>
            <p:cNvPr id="10176" name="Google Shape;10176;p63"/>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3"/>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3"/>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3"/>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3"/>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3"/>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3"/>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3" name="Google Shape;10183;p63"/>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3"/>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5" name="Google Shape;10185;p63"/>
          <p:cNvGrpSpPr/>
          <p:nvPr/>
        </p:nvGrpSpPr>
        <p:grpSpPr>
          <a:xfrm>
            <a:off x="7964906" y="2253073"/>
            <a:ext cx="373627" cy="367925"/>
            <a:chOff x="7964906" y="2434073"/>
            <a:chExt cx="373627" cy="367925"/>
          </a:xfrm>
        </p:grpSpPr>
        <p:sp>
          <p:nvSpPr>
            <p:cNvPr id="10186" name="Google Shape;10186;p63"/>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3"/>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8" name="Google Shape;10188;p63"/>
          <p:cNvGrpSpPr/>
          <p:nvPr/>
        </p:nvGrpSpPr>
        <p:grpSpPr>
          <a:xfrm>
            <a:off x="6194086" y="2256737"/>
            <a:ext cx="369837" cy="360471"/>
            <a:chOff x="6194086" y="2437737"/>
            <a:chExt cx="369837" cy="360471"/>
          </a:xfrm>
        </p:grpSpPr>
        <p:sp>
          <p:nvSpPr>
            <p:cNvPr id="10189" name="Google Shape;10189;p63"/>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3"/>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91" name="Google Shape;10191;p63"/>
          <p:cNvSpPr txBox="1"/>
          <p:nvPr/>
        </p:nvSpPr>
        <p:spPr>
          <a:xfrm>
            <a:off x="849675"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0192" name="Google Shape;10192;p63"/>
          <p:cNvSpPr txBox="1"/>
          <p:nvPr/>
        </p:nvSpPr>
        <p:spPr>
          <a:xfrm>
            <a:off x="4858400"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6"/>
        <p:cNvGrpSpPr/>
        <p:nvPr/>
      </p:nvGrpSpPr>
      <p:grpSpPr>
        <a:xfrm>
          <a:off x="0" y="0"/>
          <a:ext cx="0" cy="0"/>
          <a:chOff x="0" y="0"/>
          <a:chExt cx="0" cy="0"/>
        </a:xfrm>
      </p:grpSpPr>
      <p:grpSp>
        <p:nvGrpSpPr>
          <p:cNvPr id="10197" name="Google Shape;10197;p64"/>
          <p:cNvGrpSpPr/>
          <p:nvPr/>
        </p:nvGrpSpPr>
        <p:grpSpPr>
          <a:xfrm>
            <a:off x="3541011" y="1334344"/>
            <a:ext cx="350166" cy="349434"/>
            <a:chOff x="3541011" y="1508594"/>
            <a:chExt cx="350166" cy="349434"/>
          </a:xfrm>
        </p:grpSpPr>
        <p:sp>
          <p:nvSpPr>
            <p:cNvPr id="10198" name="Google Shape;10198;p64"/>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4"/>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4"/>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4"/>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4"/>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4"/>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4"/>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4"/>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4"/>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4"/>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4"/>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4"/>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4"/>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64"/>
          <p:cNvGrpSpPr/>
          <p:nvPr/>
        </p:nvGrpSpPr>
        <p:grpSpPr>
          <a:xfrm>
            <a:off x="3122257" y="1334344"/>
            <a:ext cx="294850" cy="349434"/>
            <a:chOff x="3122257" y="1508594"/>
            <a:chExt cx="294850" cy="349434"/>
          </a:xfrm>
        </p:grpSpPr>
        <p:sp>
          <p:nvSpPr>
            <p:cNvPr id="10212" name="Google Shape;10212;p64"/>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4"/>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4"/>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4"/>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4"/>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64"/>
          <p:cNvGrpSpPr/>
          <p:nvPr/>
        </p:nvGrpSpPr>
        <p:grpSpPr>
          <a:xfrm>
            <a:off x="910723" y="1333962"/>
            <a:ext cx="251660" cy="350166"/>
            <a:chOff x="910723" y="1508212"/>
            <a:chExt cx="251660" cy="350166"/>
          </a:xfrm>
        </p:grpSpPr>
        <p:sp>
          <p:nvSpPr>
            <p:cNvPr id="10218" name="Google Shape;10218;p64"/>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4"/>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4"/>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4"/>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4"/>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4"/>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4"/>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4"/>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4"/>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4"/>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4"/>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4"/>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4"/>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4"/>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4"/>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4"/>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4"/>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64"/>
          <p:cNvGrpSpPr/>
          <p:nvPr/>
        </p:nvGrpSpPr>
        <p:grpSpPr>
          <a:xfrm>
            <a:off x="1308631" y="1333580"/>
            <a:ext cx="350166" cy="350198"/>
            <a:chOff x="1308631" y="1507830"/>
            <a:chExt cx="350166" cy="350198"/>
          </a:xfrm>
        </p:grpSpPr>
        <p:sp>
          <p:nvSpPr>
            <p:cNvPr id="10236" name="Google Shape;10236;p64"/>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4"/>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4"/>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4"/>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0" name="Google Shape;10240;p64"/>
          <p:cNvGrpSpPr/>
          <p:nvPr/>
        </p:nvGrpSpPr>
        <p:grpSpPr>
          <a:xfrm>
            <a:off x="1756921" y="1335489"/>
            <a:ext cx="345997" cy="345997"/>
            <a:chOff x="1756921" y="1509739"/>
            <a:chExt cx="345997" cy="345997"/>
          </a:xfrm>
        </p:grpSpPr>
        <p:sp>
          <p:nvSpPr>
            <p:cNvPr id="10241" name="Google Shape;10241;p64"/>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4"/>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4"/>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4"/>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4"/>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4"/>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4"/>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4"/>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4"/>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4"/>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4"/>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4"/>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4"/>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4"/>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4"/>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4"/>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4"/>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8" name="Google Shape;10258;p64"/>
          <p:cNvGrpSpPr/>
          <p:nvPr/>
        </p:nvGrpSpPr>
        <p:grpSpPr>
          <a:xfrm>
            <a:off x="2216956" y="1336253"/>
            <a:ext cx="318721" cy="345615"/>
            <a:chOff x="2216956" y="1510503"/>
            <a:chExt cx="318721" cy="345615"/>
          </a:xfrm>
        </p:grpSpPr>
        <p:sp>
          <p:nvSpPr>
            <p:cNvPr id="10259" name="Google Shape;10259;p64"/>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4"/>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4"/>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4"/>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4"/>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64"/>
          <p:cNvGrpSpPr/>
          <p:nvPr/>
        </p:nvGrpSpPr>
        <p:grpSpPr>
          <a:xfrm>
            <a:off x="3988156" y="1394211"/>
            <a:ext cx="349052" cy="230049"/>
            <a:chOff x="3988156" y="1568461"/>
            <a:chExt cx="349052" cy="230049"/>
          </a:xfrm>
        </p:grpSpPr>
        <p:sp>
          <p:nvSpPr>
            <p:cNvPr id="10265" name="Google Shape;10265;p64"/>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4"/>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4"/>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4"/>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4"/>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4"/>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4"/>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64"/>
          <p:cNvGrpSpPr/>
          <p:nvPr/>
        </p:nvGrpSpPr>
        <p:grpSpPr>
          <a:xfrm>
            <a:off x="2633037" y="1325623"/>
            <a:ext cx="379002" cy="366112"/>
            <a:chOff x="2633037" y="1499873"/>
            <a:chExt cx="379002" cy="366112"/>
          </a:xfrm>
        </p:grpSpPr>
        <p:sp>
          <p:nvSpPr>
            <p:cNvPr id="10273" name="Google Shape;10273;p64"/>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4"/>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4"/>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4"/>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4"/>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4"/>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4"/>
          <p:cNvGrpSpPr/>
          <p:nvPr/>
        </p:nvGrpSpPr>
        <p:grpSpPr>
          <a:xfrm>
            <a:off x="6675256" y="1341919"/>
            <a:ext cx="327823" cy="357009"/>
            <a:chOff x="6675256" y="1516169"/>
            <a:chExt cx="327823" cy="357009"/>
          </a:xfrm>
        </p:grpSpPr>
        <p:sp>
          <p:nvSpPr>
            <p:cNvPr id="10280" name="Google Shape;10280;p64"/>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4"/>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4"/>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4"/>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4"/>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4"/>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4"/>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4"/>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4"/>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4"/>
          <p:cNvGrpSpPr/>
          <p:nvPr/>
        </p:nvGrpSpPr>
        <p:grpSpPr>
          <a:xfrm>
            <a:off x="8020159" y="1342301"/>
            <a:ext cx="300897" cy="356627"/>
            <a:chOff x="8020159" y="1516551"/>
            <a:chExt cx="300897" cy="356627"/>
          </a:xfrm>
        </p:grpSpPr>
        <p:sp>
          <p:nvSpPr>
            <p:cNvPr id="10290" name="Google Shape;10290;p64"/>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4"/>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4"/>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4"/>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4"/>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5" name="Google Shape;10295;p64"/>
          <p:cNvGrpSpPr/>
          <p:nvPr/>
        </p:nvGrpSpPr>
        <p:grpSpPr>
          <a:xfrm>
            <a:off x="5377363" y="1341919"/>
            <a:ext cx="257357" cy="356627"/>
            <a:chOff x="5377363" y="1516169"/>
            <a:chExt cx="257357" cy="356627"/>
          </a:xfrm>
        </p:grpSpPr>
        <p:sp>
          <p:nvSpPr>
            <p:cNvPr id="10296" name="Google Shape;10296;p64"/>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4"/>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4"/>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4"/>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4"/>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4"/>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4"/>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4"/>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4"/>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4"/>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4"/>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4"/>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4"/>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64"/>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4"/>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4"/>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4"/>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3" name="Google Shape;10313;p64"/>
          <p:cNvGrpSpPr/>
          <p:nvPr/>
        </p:nvGrpSpPr>
        <p:grpSpPr>
          <a:xfrm>
            <a:off x="4880567" y="1361620"/>
            <a:ext cx="356245" cy="317607"/>
            <a:chOff x="4880567" y="1535870"/>
            <a:chExt cx="356245" cy="317607"/>
          </a:xfrm>
        </p:grpSpPr>
        <p:sp>
          <p:nvSpPr>
            <p:cNvPr id="10314" name="Google Shape;10314;p64"/>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4"/>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4"/>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4"/>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4"/>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64"/>
          <p:cNvGrpSpPr/>
          <p:nvPr/>
        </p:nvGrpSpPr>
        <p:grpSpPr>
          <a:xfrm>
            <a:off x="5771483" y="1341537"/>
            <a:ext cx="357359" cy="357391"/>
            <a:chOff x="5771483" y="1515787"/>
            <a:chExt cx="357359" cy="357391"/>
          </a:xfrm>
        </p:grpSpPr>
        <p:sp>
          <p:nvSpPr>
            <p:cNvPr id="10320" name="Google Shape;10320;p64"/>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4"/>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4"/>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4"/>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64"/>
          <p:cNvGrpSpPr/>
          <p:nvPr/>
        </p:nvGrpSpPr>
        <p:grpSpPr>
          <a:xfrm>
            <a:off x="7121669" y="1359360"/>
            <a:ext cx="321362" cy="321362"/>
            <a:chOff x="7121669" y="1533610"/>
            <a:chExt cx="321362" cy="321362"/>
          </a:xfrm>
        </p:grpSpPr>
        <p:sp>
          <p:nvSpPr>
            <p:cNvPr id="10325" name="Google Shape;10325;p64"/>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4"/>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4"/>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4"/>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64"/>
          <p:cNvGrpSpPr/>
          <p:nvPr/>
        </p:nvGrpSpPr>
        <p:grpSpPr>
          <a:xfrm>
            <a:off x="7562766" y="1340614"/>
            <a:ext cx="327059" cy="360192"/>
            <a:chOff x="7562766" y="1514864"/>
            <a:chExt cx="327059" cy="360192"/>
          </a:xfrm>
        </p:grpSpPr>
        <p:sp>
          <p:nvSpPr>
            <p:cNvPr id="10330" name="Google Shape;10330;p64"/>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4"/>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4"/>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4"/>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64"/>
          <p:cNvGrpSpPr/>
          <p:nvPr/>
        </p:nvGrpSpPr>
        <p:grpSpPr>
          <a:xfrm>
            <a:off x="6221229" y="1324423"/>
            <a:ext cx="361636" cy="362183"/>
            <a:chOff x="6259175" y="1559008"/>
            <a:chExt cx="271743" cy="272093"/>
          </a:xfrm>
        </p:grpSpPr>
        <p:sp>
          <p:nvSpPr>
            <p:cNvPr id="10335" name="Google Shape;10335;p64"/>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4"/>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4"/>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4"/>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4"/>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4"/>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4"/>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4"/>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4"/>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4"/>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4"/>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4"/>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4"/>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4"/>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4"/>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4"/>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4"/>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2" name="Google Shape;10352;p64"/>
          <p:cNvGrpSpPr/>
          <p:nvPr/>
        </p:nvGrpSpPr>
        <p:grpSpPr>
          <a:xfrm>
            <a:off x="6671087" y="1835054"/>
            <a:ext cx="332757" cy="281833"/>
            <a:chOff x="6671087" y="2009304"/>
            <a:chExt cx="332757" cy="281833"/>
          </a:xfrm>
        </p:grpSpPr>
        <p:sp>
          <p:nvSpPr>
            <p:cNvPr id="10353" name="Google Shape;10353;p64"/>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4"/>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64"/>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64"/>
          <p:cNvGrpSpPr/>
          <p:nvPr/>
        </p:nvGrpSpPr>
        <p:grpSpPr>
          <a:xfrm>
            <a:off x="2201806" y="1802335"/>
            <a:ext cx="349784" cy="349434"/>
            <a:chOff x="2201806" y="1976585"/>
            <a:chExt cx="349784" cy="349434"/>
          </a:xfrm>
        </p:grpSpPr>
        <p:sp>
          <p:nvSpPr>
            <p:cNvPr id="10357" name="Google Shape;10357;p64"/>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4"/>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4"/>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4"/>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1" name="Google Shape;10361;p64"/>
          <p:cNvGrpSpPr/>
          <p:nvPr/>
        </p:nvGrpSpPr>
        <p:grpSpPr>
          <a:xfrm>
            <a:off x="3094217" y="1802335"/>
            <a:ext cx="350198" cy="350548"/>
            <a:chOff x="3094217" y="1976585"/>
            <a:chExt cx="350198" cy="350548"/>
          </a:xfrm>
        </p:grpSpPr>
        <p:sp>
          <p:nvSpPr>
            <p:cNvPr id="10362" name="Google Shape;10362;p64"/>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4"/>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4"/>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4"/>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4"/>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4"/>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4"/>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4"/>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4"/>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4"/>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4"/>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4"/>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4"/>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5" name="Google Shape;10375;p64"/>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6" name="Google Shape;10376;p64"/>
          <p:cNvGrpSpPr/>
          <p:nvPr/>
        </p:nvGrpSpPr>
        <p:grpSpPr>
          <a:xfrm>
            <a:off x="3979435" y="1802335"/>
            <a:ext cx="345265" cy="349848"/>
            <a:chOff x="3979435" y="1976585"/>
            <a:chExt cx="345265" cy="349848"/>
          </a:xfrm>
        </p:grpSpPr>
        <p:sp>
          <p:nvSpPr>
            <p:cNvPr id="10377" name="Google Shape;10377;p64"/>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4"/>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4"/>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4"/>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4"/>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4"/>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4"/>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4"/>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4"/>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4"/>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4"/>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4"/>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4"/>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4"/>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4"/>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4"/>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4"/>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64"/>
          <p:cNvGrpSpPr/>
          <p:nvPr/>
        </p:nvGrpSpPr>
        <p:grpSpPr>
          <a:xfrm>
            <a:off x="3576626" y="1801571"/>
            <a:ext cx="284251" cy="351694"/>
            <a:chOff x="3576626" y="1975821"/>
            <a:chExt cx="284251" cy="351694"/>
          </a:xfrm>
        </p:grpSpPr>
        <p:sp>
          <p:nvSpPr>
            <p:cNvPr id="10395" name="Google Shape;10395;p64"/>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4"/>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4"/>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8" name="Google Shape;10398;p64"/>
          <p:cNvGrpSpPr/>
          <p:nvPr/>
        </p:nvGrpSpPr>
        <p:grpSpPr>
          <a:xfrm>
            <a:off x="2722090" y="2715912"/>
            <a:ext cx="238770" cy="371841"/>
            <a:chOff x="2722090" y="2890162"/>
            <a:chExt cx="238770" cy="371841"/>
          </a:xfrm>
        </p:grpSpPr>
        <p:sp>
          <p:nvSpPr>
            <p:cNvPr id="10399" name="Google Shape;10399;p64"/>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4"/>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4"/>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02" name="Google Shape;10402;p64"/>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3" name="Google Shape;10403;p64"/>
          <p:cNvGrpSpPr/>
          <p:nvPr/>
        </p:nvGrpSpPr>
        <p:grpSpPr>
          <a:xfrm>
            <a:off x="6216367" y="1795906"/>
            <a:ext cx="361147" cy="361147"/>
            <a:chOff x="6216367" y="1970156"/>
            <a:chExt cx="361147" cy="361147"/>
          </a:xfrm>
        </p:grpSpPr>
        <p:sp>
          <p:nvSpPr>
            <p:cNvPr id="10404" name="Google Shape;10404;p64"/>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4"/>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4"/>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4"/>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8" name="Google Shape;10408;p64"/>
          <p:cNvGrpSpPr/>
          <p:nvPr/>
        </p:nvGrpSpPr>
        <p:grpSpPr>
          <a:xfrm>
            <a:off x="1289311" y="2751972"/>
            <a:ext cx="408156" cy="299783"/>
            <a:chOff x="1289311" y="2926222"/>
            <a:chExt cx="408156" cy="299783"/>
          </a:xfrm>
        </p:grpSpPr>
        <p:sp>
          <p:nvSpPr>
            <p:cNvPr id="10409" name="Google Shape;10409;p64"/>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4"/>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1" name="Google Shape;10411;p64"/>
          <p:cNvGrpSpPr/>
          <p:nvPr/>
        </p:nvGrpSpPr>
        <p:grpSpPr>
          <a:xfrm>
            <a:off x="7978465" y="1795142"/>
            <a:ext cx="361147" cy="360797"/>
            <a:chOff x="7978465" y="1969392"/>
            <a:chExt cx="361147" cy="360797"/>
          </a:xfrm>
        </p:grpSpPr>
        <p:sp>
          <p:nvSpPr>
            <p:cNvPr id="10412" name="Google Shape;10412;p64"/>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4"/>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4"/>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4"/>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4"/>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4"/>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4"/>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4"/>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4"/>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1" name="Google Shape;10421;p64"/>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22" name="Google Shape;10422;p64"/>
          <p:cNvGrpSpPr/>
          <p:nvPr/>
        </p:nvGrpSpPr>
        <p:grpSpPr>
          <a:xfrm>
            <a:off x="854261" y="2734563"/>
            <a:ext cx="377474" cy="335748"/>
            <a:chOff x="854261" y="2908813"/>
            <a:chExt cx="377474" cy="335748"/>
          </a:xfrm>
        </p:grpSpPr>
        <p:sp>
          <p:nvSpPr>
            <p:cNvPr id="10423" name="Google Shape;10423;p64"/>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4"/>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4"/>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4"/>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4"/>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64"/>
          <p:cNvGrpSpPr/>
          <p:nvPr/>
        </p:nvGrpSpPr>
        <p:grpSpPr>
          <a:xfrm>
            <a:off x="1749728" y="2720527"/>
            <a:ext cx="386927" cy="363438"/>
            <a:chOff x="1749728" y="2894777"/>
            <a:chExt cx="386927" cy="363438"/>
          </a:xfrm>
        </p:grpSpPr>
        <p:sp>
          <p:nvSpPr>
            <p:cNvPr id="10429" name="Google Shape;10429;p64"/>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4"/>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4"/>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4"/>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4"/>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4"/>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4"/>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6" name="Google Shape;10436;p64"/>
          <p:cNvGrpSpPr/>
          <p:nvPr/>
        </p:nvGrpSpPr>
        <p:grpSpPr>
          <a:xfrm>
            <a:off x="7098912" y="1795142"/>
            <a:ext cx="359651" cy="361560"/>
            <a:chOff x="7098912" y="1969392"/>
            <a:chExt cx="359651" cy="361560"/>
          </a:xfrm>
        </p:grpSpPr>
        <p:sp>
          <p:nvSpPr>
            <p:cNvPr id="10437" name="Google Shape;10437;p64"/>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4"/>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4"/>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4"/>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64"/>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4"/>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4"/>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4"/>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4"/>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4"/>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4"/>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4"/>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4"/>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50" name="Google Shape;10450;p64"/>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1" name="Google Shape;10451;p64"/>
          <p:cNvGrpSpPr/>
          <p:nvPr/>
        </p:nvGrpSpPr>
        <p:grpSpPr>
          <a:xfrm>
            <a:off x="5352728" y="1815989"/>
            <a:ext cx="327091" cy="322508"/>
            <a:chOff x="5352728" y="1990239"/>
            <a:chExt cx="327091" cy="322508"/>
          </a:xfrm>
        </p:grpSpPr>
        <p:sp>
          <p:nvSpPr>
            <p:cNvPr id="10452" name="Google Shape;10452;p64"/>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4"/>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4"/>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4"/>
          <p:cNvGrpSpPr/>
          <p:nvPr/>
        </p:nvGrpSpPr>
        <p:grpSpPr>
          <a:xfrm>
            <a:off x="7538896" y="1795906"/>
            <a:ext cx="361147" cy="361529"/>
            <a:chOff x="7538896" y="1970156"/>
            <a:chExt cx="361147" cy="361529"/>
          </a:xfrm>
        </p:grpSpPr>
        <p:sp>
          <p:nvSpPr>
            <p:cNvPr id="10456" name="Google Shape;10456;p64"/>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4"/>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4"/>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4"/>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4"/>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4"/>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2" name="Google Shape;10462;p64"/>
          <p:cNvGrpSpPr/>
          <p:nvPr/>
        </p:nvGrpSpPr>
        <p:grpSpPr>
          <a:xfrm>
            <a:off x="4896099" y="1796670"/>
            <a:ext cx="358155" cy="358123"/>
            <a:chOff x="4896099" y="1970920"/>
            <a:chExt cx="358155" cy="358123"/>
          </a:xfrm>
        </p:grpSpPr>
        <p:sp>
          <p:nvSpPr>
            <p:cNvPr id="10463" name="Google Shape;10463;p64"/>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4"/>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4"/>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64"/>
          <p:cNvGrpSpPr/>
          <p:nvPr/>
        </p:nvGrpSpPr>
        <p:grpSpPr>
          <a:xfrm>
            <a:off x="4048787" y="2802769"/>
            <a:ext cx="283488" cy="198604"/>
            <a:chOff x="4048787" y="2977019"/>
            <a:chExt cx="283488" cy="198604"/>
          </a:xfrm>
        </p:grpSpPr>
        <p:sp>
          <p:nvSpPr>
            <p:cNvPr id="10467" name="Google Shape;10467;p64"/>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4"/>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4"/>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4"/>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4"/>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4"/>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3" name="Google Shape;10473;p64"/>
          <p:cNvGrpSpPr/>
          <p:nvPr/>
        </p:nvGrpSpPr>
        <p:grpSpPr>
          <a:xfrm>
            <a:off x="4054103" y="2255941"/>
            <a:ext cx="218687" cy="349052"/>
            <a:chOff x="4054103" y="2430191"/>
            <a:chExt cx="218687" cy="349052"/>
          </a:xfrm>
        </p:grpSpPr>
        <p:sp>
          <p:nvSpPr>
            <p:cNvPr id="10474" name="Google Shape;10474;p64"/>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4"/>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6" name="Google Shape;10476;p64"/>
          <p:cNvGrpSpPr/>
          <p:nvPr/>
        </p:nvGrpSpPr>
        <p:grpSpPr>
          <a:xfrm>
            <a:off x="2185128" y="2253299"/>
            <a:ext cx="382758" cy="356595"/>
            <a:chOff x="2185128" y="2427549"/>
            <a:chExt cx="382758" cy="356595"/>
          </a:xfrm>
        </p:grpSpPr>
        <p:sp>
          <p:nvSpPr>
            <p:cNvPr id="10477" name="Google Shape;10477;p64"/>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4"/>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4"/>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64"/>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1" name="Google Shape;10481;p64"/>
          <p:cNvGrpSpPr/>
          <p:nvPr/>
        </p:nvGrpSpPr>
        <p:grpSpPr>
          <a:xfrm>
            <a:off x="3539102" y="2253299"/>
            <a:ext cx="355099" cy="355481"/>
            <a:chOff x="3539102" y="2427549"/>
            <a:chExt cx="355099" cy="355481"/>
          </a:xfrm>
        </p:grpSpPr>
        <p:sp>
          <p:nvSpPr>
            <p:cNvPr id="10482" name="Google Shape;10482;p64"/>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4"/>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4" name="Google Shape;10484;p64"/>
          <p:cNvGrpSpPr/>
          <p:nvPr/>
        </p:nvGrpSpPr>
        <p:grpSpPr>
          <a:xfrm>
            <a:off x="2656907" y="2265043"/>
            <a:ext cx="332757" cy="332343"/>
            <a:chOff x="2656907" y="2439293"/>
            <a:chExt cx="332757" cy="332343"/>
          </a:xfrm>
        </p:grpSpPr>
        <p:sp>
          <p:nvSpPr>
            <p:cNvPr id="10485" name="Google Shape;10485;p64"/>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4"/>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4"/>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4"/>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4"/>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4"/>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4"/>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2" name="Google Shape;10492;p64"/>
          <p:cNvGrpSpPr/>
          <p:nvPr/>
        </p:nvGrpSpPr>
        <p:grpSpPr>
          <a:xfrm>
            <a:off x="1731523" y="2248366"/>
            <a:ext cx="399435" cy="365698"/>
            <a:chOff x="1731523" y="2422616"/>
            <a:chExt cx="399435" cy="365698"/>
          </a:xfrm>
        </p:grpSpPr>
        <p:sp>
          <p:nvSpPr>
            <p:cNvPr id="10493" name="Google Shape;10493;p64"/>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4"/>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4"/>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6" name="Google Shape;10496;p64"/>
          <p:cNvGrpSpPr/>
          <p:nvPr/>
        </p:nvGrpSpPr>
        <p:grpSpPr>
          <a:xfrm>
            <a:off x="3097241" y="2259314"/>
            <a:ext cx="344883" cy="343387"/>
            <a:chOff x="3097241" y="2433564"/>
            <a:chExt cx="344883" cy="343387"/>
          </a:xfrm>
        </p:grpSpPr>
        <p:sp>
          <p:nvSpPr>
            <p:cNvPr id="10497" name="Google Shape;10497;p64"/>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4"/>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4"/>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4"/>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4"/>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4"/>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4"/>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4"/>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4"/>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6" name="Google Shape;10506;p64"/>
          <p:cNvGrpSpPr/>
          <p:nvPr/>
        </p:nvGrpSpPr>
        <p:grpSpPr>
          <a:xfrm>
            <a:off x="1278299" y="2265043"/>
            <a:ext cx="410829" cy="332343"/>
            <a:chOff x="1278299" y="2439293"/>
            <a:chExt cx="410829" cy="332343"/>
          </a:xfrm>
        </p:grpSpPr>
        <p:sp>
          <p:nvSpPr>
            <p:cNvPr id="10507" name="Google Shape;10507;p64"/>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4"/>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4"/>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4"/>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4"/>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4"/>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4"/>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4"/>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64"/>
          <p:cNvGrpSpPr/>
          <p:nvPr/>
        </p:nvGrpSpPr>
        <p:grpSpPr>
          <a:xfrm>
            <a:off x="2661459" y="1840751"/>
            <a:ext cx="322508" cy="273494"/>
            <a:chOff x="2661459" y="2015001"/>
            <a:chExt cx="322508" cy="273494"/>
          </a:xfrm>
        </p:grpSpPr>
        <p:sp>
          <p:nvSpPr>
            <p:cNvPr id="10516" name="Google Shape;10516;p64"/>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4"/>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8" name="Google Shape;10518;p64"/>
          <p:cNvGrpSpPr/>
          <p:nvPr/>
        </p:nvGrpSpPr>
        <p:grpSpPr>
          <a:xfrm>
            <a:off x="870939" y="2265043"/>
            <a:ext cx="331993" cy="331993"/>
            <a:chOff x="870939" y="2439293"/>
            <a:chExt cx="331993" cy="331993"/>
          </a:xfrm>
        </p:grpSpPr>
        <p:sp>
          <p:nvSpPr>
            <p:cNvPr id="10519" name="Google Shape;10519;p64"/>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4"/>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4"/>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4"/>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4"/>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4"/>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4"/>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4"/>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4"/>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4"/>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4"/>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4"/>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4"/>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4"/>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4"/>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4"/>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5" name="Google Shape;10535;p64"/>
          <p:cNvGrpSpPr/>
          <p:nvPr/>
        </p:nvGrpSpPr>
        <p:grpSpPr>
          <a:xfrm>
            <a:off x="6644957" y="2282103"/>
            <a:ext cx="371395" cy="278904"/>
            <a:chOff x="6644957" y="2456353"/>
            <a:chExt cx="371395" cy="278904"/>
          </a:xfrm>
        </p:grpSpPr>
        <p:sp>
          <p:nvSpPr>
            <p:cNvPr id="10536" name="Google Shape;10536;p64"/>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4"/>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4"/>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4"/>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4"/>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64"/>
          <p:cNvGrpSpPr/>
          <p:nvPr/>
        </p:nvGrpSpPr>
        <p:grpSpPr>
          <a:xfrm>
            <a:off x="5388757" y="2240409"/>
            <a:ext cx="260349" cy="362292"/>
            <a:chOff x="5388757" y="2414659"/>
            <a:chExt cx="260349" cy="362292"/>
          </a:xfrm>
        </p:grpSpPr>
        <p:sp>
          <p:nvSpPr>
            <p:cNvPr id="10542" name="Google Shape;10542;p64"/>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4"/>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4"/>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4"/>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4"/>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4"/>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4"/>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4"/>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4"/>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4"/>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4"/>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4"/>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4"/>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4"/>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4"/>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4"/>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4"/>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4"/>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4"/>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4"/>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64"/>
          <p:cNvGrpSpPr/>
          <p:nvPr/>
        </p:nvGrpSpPr>
        <p:grpSpPr>
          <a:xfrm>
            <a:off x="3567142" y="2731507"/>
            <a:ext cx="348288" cy="340331"/>
            <a:chOff x="3567142" y="2905757"/>
            <a:chExt cx="348288" cy="340331"/>
          </a:xfrm>
        </p:grpSpPr>
        <p:sp>
          <p:nvSpPr>
            <p:cNvPr id="10563" name="Google Shape;10563;p64"/>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4"/>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4"/>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4"/>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4"/>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8" name="Google Shape;10568;p64"/>
          <p:cNvGrpSpPr/>
          <p:nvPr/>
        </p:nvGrpSpPr>
        <p:grpSpPr>
          <a:xfrm>
            <a:off x="870939" y="1801571"/>
            <a:ext cx="332375" cy="350071"/>
            <a:chOff x="870939" y="1975821"/>
            <a:chExt cx="332375" cy="350071"/>
          </a:xfrm>
        </p:grpSpPr>
        <p:sp>
          <p:nvSpPr>
            <p:cNvPr id="10569" name="Google Shape;10569;p64"/>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4"/>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4"/>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4"/>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64"/>
          <p:cNvGrpSpPr/>
          <p:nvPr/>
        </p:nvGrpSpPr>
        <p:grpSpPr>
          <a:xfrm>
            <a:off x="7967103" y="2240791"/>
            <a:ext cx="355863" cy="361911"/>
            <a:chOff x="7967103" y="2415041"/>
            <a:chExt cx="355863" cy="361911"/>
          </a:xfrm>
        </p:grpSpPr>
        <p:sp>
          <p:nvSpPr>
            <p:cNvPr id="10574" name="Google Shape;10574;p64"/>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4"/>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4"/>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4"/>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4"/>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4"/>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4"/>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4"/>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4"/>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4"/>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4"/>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5" name="Google Shape;10585;p64"/>
          <p:cNvGrpSpPr/>
          <p:nvPr/>
        </p:nvGrpSpPr>
        <p:grpSpPr>
          <a:xfrm>
            <a:off x="7529411" y="2240409"/>
            <a:ext cx="355863" cy="362292"/>
            <a:chOff x="7529411" y="2414659"/>
            <a:chExt cx="355863" cy="362292"/>
          </a:xfrm>
        </p:grpSpPr>
        <p:sp>
          <p:nvSpPr>
            <p:cNvPr id="10586" name="Google Shape;10586;p64"/>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4"/>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4"/>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4"/>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4"/>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4"/>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4"/>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4"/>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4"/>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4"/>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4"/>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4"/>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64"/>
          <p:cNvGrpSpPr/>
          <p:nvPr/>
        </p:nvGrpSpPr>
        <p:grpSpPr>
          <a:xfrm>
            <a:off x="5733194" y="2257468"/>
            <a:ext cx="446826" cy="327059"/>
            <a:chOff x="5733194" y="2431718"/>
            <a:chExt cx="446826" cy="327059"/>
          </a:xfrm>
        </p:grpSpPr>
        <p:sp>
          <p:nvSpPr>
            <p:cNvPr id="10599" name="Google Shape;10599;p64"/>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4"/>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4"/>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2" name="Google Shape;10602;p64"/>
          <p:cNvGrpSpPr/>
          <p:nvPr/>
        </p:nvGrpSpPr>
        <p:grpSpPr>
          <a:xfrm>
            <a:off x="4876780" y="2243814"/>
            <a:ext cx="407774" cy="356627"/>
            <a:chOff x="4876780" y="2418064"/>
            <a:chExt cx="407774" cy="356627"/>
          </a:xfrm>
        </p:grpSpPr>
        <p:sp>
          <p:nvSpPr>
            <p:cNvPr id="10603" name="Google Shape;10603;p64"/>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4"/>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4"/>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4"/>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4"/>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4"/>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4"/>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4"/>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1" name="Google Shape;10611;p64"/>
          <p:cNvGrpSpPr/>
          <p:nvPr/>
        </p:nvGrpSpPr>
        <p:grpSpPr>
          <a:xfrm>
            <a:off x="7070872" y="2236621"/>
            <a:ext cx="398321" cy="371013"/>
            <a:chOff x="7070872" y="2410871"/>
            <a:chExt cx="398321" cy="371013"/>
          </a:xfrm>
        </p:grpSpPr>
        <p:sp>
          <p:nvSpPr>
            <p:cNvPr id="10612" name="Google Shape;10612;p64"/>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4"/>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4"/>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4"/>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16" name="Google Shape;10616;p64"/>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17" name="Google Shape;10617;p64"/>
          <p:cNvGrpSpPr/>
          <p:nvPr/>
        </p:nvGrpSpPr>
        <p:grpSpPr>
          <a:xfrm>
            <a:off x="5318259" y="2807861"/>
            <a:ext cx="371013" cy="220787"/>
            <a:chOff x="5318259" y="2982111"/>
            <a:chExt cx="371013" cy="220787"/>
          </a:xfrm>
        </p:grpSpPr>
        <p:sp>
          <p:nvSpPr>
            <p:cNvPr id="10618" name="Google Shape;10618;p64"/>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4"/>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4"/>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4"/>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4"/>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4"/>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4"/>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64"/>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6" name="Google Shape;10626;p64"/>
          <p:cNvGrpSpPr/>
          <p:nvPr/>
        </p:nvGrpSpPr>
        <p:grpSpPr>
          <a:xfrm>
            <a:off x="7073928" y="2731507"/>
            <a:ext cx="371395" cy="371809"/>
            <a:chOff x="7073928" y="2905757"/>
            <a:chExt cx="371395" cy="371809"/>
          </a:xfrm>
        </p:grpSpPr>
        <p:sp>
          <p:nvSpPr>
            <p:cNvPr id="10627" name="Google Shape;10627;p64"/>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4"/>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4"/>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0" name="Google Shape;10630;p64"/>
          <p:cNvGrpSpPr/>
          <p:nvPr/>
        </p:nvGrpSpPr>
        <p:grpSpPr>
          <a:xfrm>
            <a:off x="6188327" y="2781158"/>
            <a:ext cx="371395" cy="272857"/>
            <a:chOff x="6188327" y="2955408"/>
            <a:chExt cx="371395" cy="272857"/>
          </a:xfrm>
        </p:grpSpPr>
        <p:sp>
          <p:nvSpPr>
            <p:cNvPr id="10631" name="Google Shape;10631;p64"/>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4"/>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3" name="Google Shape;10633;p64"/>
          <p:cNvGrpSpPr/>
          <p:nvPr/>
        </p:nvGrpSpPr>
        <p:grpSpPr>
          <a:xfrm>
            <a:off x="7521454" y="2731889"/>
            <a:ext cx="359651" cy="371013"/>
            <a:chOff x="7521454" y="2906139"/>
            <a:chExt cx="359651" cy="371013"/>
          </a:xfrm>
        </p:grpSpPr>
        <p:sp>
          <p:nvSpPr>
            <p:cNvPr id="10634" name="Google Shape;10634;p64"/>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4"/>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4"/>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4"/>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4"/>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64"/>
          <p:cNvGrpSpPr/>
          <p:nvPr/>
        </p:nvGrpSpPr>
        <p:grpSpPr>
          <a:xfrm>
            <a:off x="5782845" y="2732271"/>
            <a:ext cx="301661" cy="371013"/>
            <a:chOff x="5782845" y="2906521"/>
            <a:chExt cx="301661" cy="371013"/>
          </a:xfrm>
        </p:grpSpPr>
        <p:sp>
          <p:nvSpPr>
            <p:cNvPr id="10640" name="Google Shape;10640;p64"/>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4"/>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4"/>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3" name="Google Shape;10643;p64"/>
          <p:cNvGrpSpPr/>
          <p:nvPr/>
        </p:nvGrpSpPr>
        <p:grpSpPr>
          <a:xfrm>
            <a:off x="6630539" y="2743252"/>
            <a:ext cx="371777" cy="349434"/>
            <a:chOff x="6630539" y="2917502"/>
            <a:chExt cx="371777" cy="349434"/>
          </a:xfrm>
        </p:grpSpPr>
        <p:sp>
          <p:nvSpPr>
            <p:cNvPr id="10644" name="Google Shape;10644;p64"/>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4"/>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4"/>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4"/>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4"/>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4"/>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4"/>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1" name="Google Shape;10651;p64"/>
          <p:cNvGrpSpPr/>
          <p:nvPr/>
        </p:nvGrpSpPr>
        <p:grpSpPr>
          <a:xfrm>
            <a:off x="2171474" y="3194979"/>
            <a:ext cx="408156" cy="343737"/>
            <a:chOff x="2171474" y="3369229"/>
            <a:chExt cx="408156" cy="343737"/>
          </a:xfrm>
        </p:grpSpPr>
        <p:sp>
          <p:nvSpPr>
            <p:cNvPr id="10652" name="Google Shape;10652;p64"/>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4"/>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4"/>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4"/>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6" name="Google Shape;10656;p64"/>
          <p:cNvGrpSpPr/>
          <p:nvPr/>
        </p:nvGrpSpPr>
        <p:grpSpPr>
          <a:xfrm>
            <a:off x="4891198" y="2750858"/>
            <a:ext cx="334634" cy="334634"/>
            <a:chOff x="4891198" y="2925108"/>
            <a:chExt cx="334634" cy="334634"/>
          </a:xfrm>
        </p:grpSpPr>
        <p:sp>
          <p:nvSpPr>
            <p:cNvPr id="10657" name="Google Shape;10657;p64"/>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4"/>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4"/>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4"/>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4"/>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4"/>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4"/>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4"/>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64"/>
          <p:cNvGrpSpPr/>
          <p:nvPr/>
        </p:nvGrpSpPr>
        <p:grpSpPr>
          <a:xfrm>
            <a:off x="7976174" y="2750858"/>
            <a:ext cx="334666" cy="334634"/>
            <a:chOff x="7976174" y="2925108"/>
            <a:chExt cx="334666" cy="334634"/>
          </a:xfrm>
        </p:grpSpPr>
        <p:sp>
          <p:nvSpPr>
            <p:cNvPr id="10666" name="Google Shape;10666;p64"/>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4"/>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4"/>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4"/>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4"/>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4"/>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4"/>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4"/>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4"/>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64"/>
          <p:cNvGrpSpPr/>
          <p:nvPr/>
        </p:nvGrpSpPr>
        <p:grpSpPr>
          <a:xfrm>
            <a:off x="3091957" y="3199881"/>
            <a:ext cx="354717" cy="332757"/>
            <a:chOff x="3091957" y="3374131"/>
            <a:chExt cx="354717" cy="332757"/>
          </a:xfrm>
        </p:grpSpPr>
        <p:sp>
          <p:nvSpPr>
            <p:cNvPr id="10676" name="Google Shape;10676;p64"/>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4"/>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4"/>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4"/>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4"/>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4"/>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2" name="Google Shape;10682;p64"/>
          <p:cNvGrpSpPr/>
          <p:nvPr/>
        </p:nvGrpSpPr>
        <p:grpSpPr>
          <a:xfrm>
            <a:off x="3988156" y="3205960"/>
            <a:ext cx="353954" cy="318880"/>
            <a:chOff x="3988156" y="3380210"/>
            <a:chExt cx="353954" cy="318880"/>
          </a:xfrm>
        </p:grpSpPr>
        <p:sp>
          <p:nvSpPr>
            <p:cNvPr id="10683" name="Google Shape;10683;p64"/>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4"/>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4"/>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4"/>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4"/>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8" name="Google Shape;10688;p64"/>
          <p:cNvGrpSpPr/>
          <p:nvPr/>
        </p:nvGrpSpPr>
        <p:grpSpPr>
          <a:xfrm>
            <a:off x="3541011" y="3193070"/>
            <a:ext cx="348257" cy="346188"/>
            <a:chOff x="3541011" y="3367320"/>
            <a:chExt cx="348257" cy="346188"/>
          </a:xfrm>
        </p:grpSpPr>
        <p:sp>
          <p:nvSpPr>
            <p:cNvPr id="10689" name="Google Shape;10689;p64"/>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4"/>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4"/>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4"/>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3" name="Google Shape;10693;p64"/>
          <p:cNvGrpSpPr/>
          <p:nvPr/>
        </p:nvGrpSpPr>
        <p:grpSpPr>
          <a:xfrm>
            <a:off x="1314678" y="3183967"/>
            <a:ext cx="334666" cy="365348"/>
            <a:chOff x="1314678" y="3358217"/>
            <a:chExt cx="334666" cy="365348"/>
          </a:xfrm>
        </p:grpSpPr>
        <p:sp>
          <p:nvSpPr>
            <p:cNvPr id="10694" name="Google Shape;10694;p64"/>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4"/>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4"/>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4"/>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4"/>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9" name="Google Shape;10699;p64"/>
          <p:cNvGrpSpPr/>
          <p:nvPr/>
        </p:nvGrpSpPr>
        <p:grpSpPr>
          <a:xfrm>
            <a:off x="1748582" y="3198385"/>
            <a:ext cx="359269" cy="335780"/>
            <a:chOff x="1748582" y="3372635"/>
            <a:chExt cx="359269" cy="335780"/>
          </a:xfrm>
        </p:grpSpPr>
        <p:sp>
          <p:nvSpPr>
            <p:cNvPr id="10700" name="Google Shape;10700;p64"/>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01" name="Google Shape;10701;p64"/>
            <p:cNvGrpSpPr/>
            <p:nvPr/>
          </p:nvGrpSpPr>
          <p:grpSpPr>
            <a:xfrm>
              <a:off x="1748582" y="3372635"/>
              <a:ext cx="333520" cy="335780"/>
              <a:chOff x="1748582" y="3372635"/>
              <a:chExt cx="333520" cy="335780"/>
            </a:xfrm>
          </p:grpSpPr>
          <p:sp>
            <p:nvSpPr>
              <p:cNvPr id="10702" name="Google Shape;10702;p64"/>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4"/>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4"/>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5" name="Google Shape;10705;p64"/>
          <p:cNvGrpSpPr/>
          <p:nvPr/>
        </p:nvGrpSpPr>
        <p:grpSpPr>
          <a:xfrm>
            <a:off x="2640993" y="3183585"/>
            <a:ext cx="365348" cy="364966"/>
            <a:chOff x="2640993" y="3357835"/>
            <a:chExt cx="365348" cy="364966"/>
          </a:xfrm>
        </p:grpSpPr>
        <p:sp>
          <p:nvSpPr>
            <p:cNvPr id="10706" name="Google Shape;10706;p64"/>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4"/>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4"/>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4"/>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4"/>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4"/>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4"/>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4"/>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4"/>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4"/>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64"/>
          <p:cNvGrpSpPr/>
          <p:nvPr/>
        </p:nvGrpSpPr>
        <p:grpSpPr>
          <a:xfrm>
            <a:off x="4886264" y="3191924"/>
            <a:ext cx="350548" cy="350198"/>
            <a:chOff x="4886264" y="3366174"/>
            <a:chExt cx="350548" cy="350198"/>
          </a:xfrm>
        </p:grpSpPr>
        <p:sp>
          <p:nvSpPr>
            <p:cNvPr id="10717" name="Google Shape;10717;p64"/>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4"/>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64"/>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64"/>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4"/>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4"/>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4"/>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4"/>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4"/>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4"/>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4"/>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4"/>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4"/>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0" name="Google Shape;10730;p64"/>
          <p:cNvGrpSpPr/>
          <p:nvPr/>
        </p:nvGrpSpPr>
        <p:grpSpPr>
          <a:xfrm>
            <a:off x="5331913" y="3239697"/>
            <a:ext cx="347143" cy="254684"/>
            <a:chOff x="5331913" y="3413947"/>
            <a:chExt cx="347143" cy="254684"/>
          </a:xfrm>
        </p:grpSpPr>
        <p:sp>
          <p:nvSpPr>
            <p:cNvPr id="10731" name="Google Shape;10731;p64"/>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4"/>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4"/>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4"/>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4"/>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4"/>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7" name="Google Shape;10737;p64"/>
          <p:cNvGrpSpPr/>
          <p:nvPr/>
        </p:nvGrpSpPr>
        <p:grpSpPr>
          <a:xfrm>
            <a:off x="5776798" y="3235528"/>
            <a:ext cx="346379" cy="264518"/>
            <a:chOff x="5776798" y="3409778"/>
            <a:chExt cx="346379" cy="264518"/>
          </a:xfrm>
        </p:grpSpPr>
        <p:sp>
          <p:nvSpPr>
            <p:cNvPr id="10738" name="Google Shape;10738;p64"/>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4"/>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4"/>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4"/>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4"/>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4"/>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4" name="Google Shape;10744;p64"/>
          <p:cNvGrpSpPr/>
          <p:nvPr/>
        </p:nvGrpSpPr>
        <p:grpSpPr>
          <a:xfrm>
            <a:off x="7108015" y="3222255"/>
            <a:ext cx="344883" cy="290299"/>
            <a:chOff x="7108015" y="3396505"/>
            <a:chExt cx="344883" cy="290299"/>
          </a:xfrm>
        </p:grpSpPr>
        <p:sp>
          <p:nvSpPr>
            <p:cNvPr id="10745" name="Google Shape;10745;p64"/>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4"/>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4"/>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4"/>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9" name="Google Shape;10749;p64"/>
          <p:cNvGrpSpPr/>
          <p:nvPr/>
        </p:nvGrpSpPr>
        <p:grpSpPr>
          <a:xfrm>
            <a:off x="7551754" y="3216558"/>
            <a:ext cx="344883" cy="301311"/>
            <a:chOff x="7551754" y="3390808"/>
            <a:chExt cx="344883" cy="301311"/>
          </a:xfrm>
        </p:grpSpPr>
        <p:sp>
          <p:nvSpPr>
            <p:cNvPr id="10750" name="Google Shape;10750;p64"/>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4"/>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4"/>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4"/>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4"/>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4"/>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4"/>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4"/>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4"/>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4"/>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4"/>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1" name="Google Shape;10761;p64"/>
          <p:cNvGrpSpPr/>
          <p:nvPr/>
        </p:nvGrpSpPr>
        <p:grpSpPr>
          <a:xfrm>
            <a:off x="6707084" y="3213153"/>
            <a:ext cx="261145" cy="308504"/>
            <a:chOff x="6707084" y="3387403"/>
            <a:chExt cx="261145" cy="308504"/>
          </a:xfrm>
        </p:grpSpPr>
        <p:sp>
          <p:nvSpPr>
            <p:cNvPr id="10762" name="Google Shape;10762;p64"/>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4"/>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4"/>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4"/>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6" name="Google Shape;10766;p64"/>
          <p:cNvGrpSpPr/>
          <p:nvPr/>
        </p:nvGrpSpPr>
        <p:grpSpPr>
          <a:xfrm>
            <a:off x="848978" y="4123387"/>
            <a:ext cx="377824" cy="324418"/>
            <a:chOff x="848978" y="4297637"/>
            <a:chExt cx="377824" cy="324418"/>
          </a:xfrm>
        </p:grpSpPr>
        <p:sp>
          <p:nvSpPr>
            <p:cNvPr id="10767" name="Google Shape;10767;p64"/>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4"/>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9" name="Google Shape;10769;p64"/>
          <p:cNvGrpSpPr/>
          <p:nvPr/>
        </p:nvGrpSpPr>
        <p:grpSpPr>
          <a:xfrm>
            <a:off x="1754279" y="4112343"/>
            <a:ext cx="351439" cy="345965"/>
            <a:chOff x="1754279" y="4286593"/>
            <a:chExt cx="351439" cy="345965"/>
          </a:xfrm>
        </p:grpSpPr>
        <p:sp>
          <p:nvSpPr>
            <p:cNvPr id="10770" name="Google Shape;10770;p64"/>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4"/>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4"/>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4"/>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4"/>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5" name="Google Shape;10775;p64"/>
          <p:cNvGrpSpPr/>
          <p:nvPr/>
        </p:nvGrpSpPr>
        <p:grpSpPr>
          <a:xfrm>
            <a:off x="3996113" y="4116926"/>
            <a:ext cx="336512" cy="335048"/>
            <a:chOff x="3996113" y="4291176"/>
            <a:chExt cx="336512" cy="335048"/>
          </a:xfrm>
        </p:grpSpPr>
        <p:sp>
          <p:nvSpPr>
            <p:cNvPr id="10776" name="Google Shape;10776;p64"/>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64"/>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64"/>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79" name="Google Shape;10779;p64"/>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80" name="Google Shape;10780;p64"/>
          <p:cNvGrpSpPr/>
          <p:nvPr/>
        </p:nvGrpSpPr>
        <p:grpSpPr>
          <a:xfrm>
            <a:off x="2179081" y="4111261"/>
            <a:ext cx="397525" cy="348670"/>
            <a:chOff x="2179081" y="4285511"/>
            <a:chExt cx="397525" cy="348670"/>
          </a:xfrm>
        </p:grpSpPr>
        <p:sp>
          <p:nvSpPr>
            <p:cNvPr id="10781" name="Google Shape;10781;p64"/>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4"/>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64"/>
          <p:cNvGrpSpPr/>
          <p:nvPr/>
        </p:nvGrpSpPr>
        <p:grpSpPr>
          <a:xfrm>
            <a:off x="3584201" y="4120746"/>
            <a:ext cx="267574" cy="329415"/>
            <a:chOff x="3584201" y="4294996"/>
            <a:chExt cx="267574" cy="329415"/>
          </a:xfrm>
        </p:grpSpPr>
        <p:sp>
          <p:nvSpPr>
            <p:cNvPr id="10784" name="Google Shape;10784;p64"/>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4"/>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4"/>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4"/>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8" name="Google Shape;10788;p64"/>
          <p:cNvGrpSpPr/>
          <p:nvPr/>
        </p:nvGrpSpPr>
        <p:grpSpPr>
          <a:xfrm>
            <a:off x="3082855" y="4121478"/>
            <a:ext cx="375946" cy="327823"/>
            <a:chOff x="3082855" y="4295728"/>
            <a:chExt cx="375946" cy="327823"/>
          </a:xfrm>
        </p:grpSpPr>
        <p:sp>
          <p:nvSpPr>
            <p:cNvPr id="10789" name="Google Shape;10789;p64"/>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4"/>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4"/>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4"/>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4"/>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4"/>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4"/>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4"/>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4"/>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4"/>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4"/>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64"/>
          <p:cNvGrpSpPr/>
          <p:nvPr/>
        </p:nvGrpSpPr>
        <p:grpSpPr>
          <a:xfrm>
            <a:off x="2749016" y="4116926"/>
            <a:ext cx="150831" cy="336926"/>
            <a:chOff x="2749016" y="4291176"/>
            <a:chExt cx="150831" cy="336926"/>
          </a:xfrm>
        </p:grpSpPr>
        <p:sp>
          <p:nvSpPr>
            <p:cNvPr id="10801" name="Google Shape;10801;p64"/>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4"/>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4"/>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4"/>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5" name="Google Shape;10805;p64"/>
          <p:cNvGrpSpPr/>
          <p:nvPr/>
        </p:nvGrpSpPr>
        <p:grpSpPr>
          <a:xfrm>
            <a:off x="7127716" y="4105182"/>
            <a:ext cx="248254" cy="361942"/>
            <a:chOff x="7127716" y="4279432"/>
            <a:chExt cx="248254" cy="361942"/>
          </a:xfrm>
        </p:grpSpPr>
        <p:sp>
          <p:nvSpPr>
            <p:cNvPr id="10806" name="Google Shape;10806;p64"/>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4"/>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4"/>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4"/>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4"/>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4"/>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4"/>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4"/>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4"/>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5" name="Google Shape;10815;p64"/>
          <p:cNvGrpSpPr/>
          <p:nvPr/>
        </p:nvGrpSpPr>
        <p:grpSpPr>
          <a:xfrm>
            <a:off x="7565408" y="4105182"/>
            <a:ext cx="248255" cy="361942"/>
            <a:chOff x="7565408" y="4279432"/>
            <a:chExt cx="248255" cy="361942"/>
          </a:xfrm>
        </p:grpSpPr>
        <p:sp>
          <p:nvSpPr>
            <p:cNvPr id="10816" name="Google Shape;10816;p64"/>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4"/>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4"/>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4"/>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4"/>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4"/>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4"/>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4"/>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4" name="Google Shape;10824;p64"/>
          <p:cNvGrpSpPr/>
          <p:nvPr/>
        </p:nvGrpSpPr>
        <p:grpSpPr>
          <a:xfrm>
            <a:off x="6264109" y="4105182"/>
            <a:ext cx="225498" cy="361560"/>
            <a:chOff x="6264109" y="4279432"/>
            <a:chExt cx="225498" cy="361560"/>
          </a:xfrm>
        </p:grpSpPr>
        <p:sp>
          <p:nvSpPr>
            <p:cNvPr id="10825" name="Google Shape;10825;p64"/>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4"/>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4"/>
          <p:cNvGrpSpPr/>
          <p:nvPr/>
        </p:nvGrpSpPr>
        <p:grpSpPr>
          <a:xfrm>
            <a:off x="7929578" y="4110115"/>
            <a:ext cx="395266" cy="351312"/>
            <a:chOff x="7929578" y="4284365"/>
            <a:chExt cx="395266" cy="351312"/>
          </a:xfrm>
        </p:grpSpPr>
        <p:sp>
          <p:nvSpPr>
            <p:cNvPr id="10828" name="Google Shape;10828;p64"/>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4"/>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4"/>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4"/>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2" name="Google Shape;10832;p64"/>
          <p:cNvGrpSpPr/>
          <p:nvPr/>
        </p:nvGrpSpPr>
        <p:grpSpPr>
          <a:xfrm>
            <a:off x="6595502" y="4149527"/>
            <a:ext cx="426315" cy="332826"/>
            <a:chOff x="6639652" y="4323777"/>
            <a:chExt cx="426315" cy="332826"/>
          </a:xfrm>
        </p:grpSpPr>
        <p:sp>
          <p:nvSpPr>
            <p:cNvPr id="10833" name="Google Shape;10833;p64"/>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4"/>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4"/>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4"/>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4"/>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4"/>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4"/>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4"/>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4"/>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4"/>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64"/>
          <p:cNvGrpSpPr/>
          <p:nvPr/>
        </p:nvGrpSpPr>
        <p:grpSpPr>
          <a:xfrm>
            <a:off x="5357662" y="4123387"/>
            <a:ext cx="287275" cy="326296"/>
            <a:chOff x="5357662" y="4297637"/>
            <a:chExt cx="287275" cy="326296"/>
          </a:xfrm>
        </p:grpSpPr>
        <p:sp>
          <p:nvSpPr>
            <p:cNvPr id="10844" name="Google Shape;10844;p64"/>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4"/>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4"/>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4"/>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4"/>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9" name="Google Shape;10849;p64"/>
          <p:cNvGrpSpPr/>
          <p:nvPr/>
        </p:nvGrpSpPr>
        <p:grpSpPr>
          <a:xfrm>
            <a:off x="5774124" y="4120300"/>
            <a:ext cx="331611" cy="331674"/>
            <a:chOff x="5774124" y="4294550"/>
            <a:chExt cx="331611" cy="331674"/>
          </a:xfrm>
        </p:grpSpPr>
        <p:sp>
          <p:nvSpPr>
            <p:cNvPr id="10850" name="Google Shape;10850;p64"/>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4"/>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2" name="Google Shape;10852;p64"/>
          <p:cNvGrpSpPr/>
          <p:nvPr/>
        </p:nvGrpSpPr>
        <p:grpSpPr>
          <a:xfrm>
            <a:off x="4890434" y="4113139"/>
            <a:ext cx="345997" cy="346029"/>
            <a:chOff x="4890434" y="4287389"/>
            <a:chExt cx="345997" cy="346029"/>
          </a:xfrm>
        </p:grpSpPr>
        <p:sp>
          <p:nvSpPr>
            <p:cNvPr id="10853" name="Google Shape;10853;p64"/>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4"/>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4"/>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4"/>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4"/>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4"/>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4"/>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0" name="Google Shape;10860;p64"/>
          <p:cNvGrpSpPr/>
          <p:nvPr/>
        </p:nvGrpSpPr>
        <p:grpSpPr>
          <a:xfrm>
            <a:off x="2165809" y="3636809"/>
            <a:ext cx="422542" cy="342973"/>
            <a:chOff x="2165809" y="3811059"/>
            <a:chExt cx="422542" cy="342973"/>
          </a:xfrm>
        </p:grpSpPr>
        <p:sp>
          <p:nvSpPr>
            <p:cNvPr id="10861" name="Google Shape;10861;p64"/>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4"/>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4"/>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4"/>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4"/>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4"/>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4"/>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64"/>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64"/>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64"/>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4"/>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64"/>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64"/>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4"/>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4"/>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4"/>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4"/>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4"/>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9" name="Google Shape;10879;p64"/>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0" name="Google Shape;10880;p64"/>
          <p:cNvGrpSpPr/>
          <p:nvPr/>
        </p:nvGrpSpPr>
        <p:grpSpPr>
          <a:xfrm>
            <a:off x="903530" y="3631875"/>
            <a:ext cx="264550" cy="353222"/>
            <a:chOff x="903530" y="3806125"/>
            <a:chExt cx="264550" cy="353222"/>
          </a:xfrm>
        </p:grpSpPr>
        <p:sp>
          <p:nvSpPr>
            <p:cNvPr id="10881" name="Google Shape;10881;p64"/>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4"/>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4"/>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4"/>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64"/>
          <p:cNvGrpSpPr/>
          <p:nvPr/>
        </p:nvGrpSpPr>
        <p:grpSpPr>
          <a:xfrm>
            <a:off x="850092" y="3178684"/>
            <a:ext cx="369517" cy="375660"/>
            <a:chOff x="850092" y="3352934"/>
            <a:chExt cx="369517" cy="375660"/>
          </a:xfrm>
        </p:grpSpPr>
        <p:sp>
          <p:nvSpPr>
            <p:cNvPr id="10886" name="Google Shape;10886;p64"/>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4"/>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64"/>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4"/>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4"/>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1" name="Google Shape;10891;p64"/>
          <p:cNvGrpSpPr/>
          <p:nvPr/>
        </p:nvGrpSpPr>
        <p:grpSpPr>
          <a:xfrm>
            <a:off x="2611458" y="3642124"/>
            <a:ext cx="426329" cy="332375"/>
            <a:chOff x="2611458" y="3816374"/>
            <a:chExt cx="426329" cy="332375"/>
          </a:xfrm>
        </p:grpSpPr>
        <p:sp>
          <p:nvSpPr>
            <p:cNvPr id="10892" name="Google Shape;10892;p64"/>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4"/>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4"/>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4"/>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4"/>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4"/>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4"/>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4"/>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4"/>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4"/>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02" name="Google Shape;10902;p64"/>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03" name="Google Shape;10903;p64"/>
          <p:cNvGrpSpPr/>
          <p:nvPr/>
        </p:nvGrpSpPr>
        <p:grpSpPr>
          <a:xfrm>
            <a:off x="4019984" y="3631143"/>
            <a:ext cx="293704" cy="353954"/>
            <a:chOff x="4019984" y="3805393"/>
            <a:chExt cx="293704" cy="353954"/>
          </a:xfrm>
        </p:grpSpPr>
        <p:sp>
          <p:nvSpPr>
            <p:cNvPr id="10904" name="Google Shape;10904;p64"/>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4"/>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6" name="Google Shape;10906;p64"/>
          <p:cNvGrpSpPr/>
          <p:nvPr/>
        </p:nvGrpSpPr>
        <p:grpSpPr>
          <a:xfrm>
            <a:off x="8006505" y="3215794"/>
            <a:ext cx="323654" cy="303189"/>
            <a:chOff x="8006505" y="3390044"/>
            <a:chExt cx="323654" cy="303189"/>
          </a:xfrm>
        </p:grpSpPr>
        <p:sp>
          <p:nvSpPr>
            <p:cNvPr id="10907" name="Google Shape;10907;p64"/>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4"/>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4"/>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4"/>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4"/>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4"/>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3" name="Google Shape;10913;p64"/>
          <p:cNvGrpSpPr/>
          <p:nvPr/>
        </p:nvGrpSpPr>
        <p:grpSpPr>
          <a:xfrm>
            <a:off x="1299146" y="3632257"/>
            <a:ext cx="367990" cy="351312"/>
            <a:chOff x="1299146" y="3806507"/>
            <a:chExt cx="367990" cy="351312"/>
          </a:xfrm>
        </p:grpSpPr>
        <p:sp>
          <p:nvSpPr>
            <p:cNvPr id="10914" name="Google Shape;10914;p64"/>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4"/>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6" name="Google Shape;10916;p64"/>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7" name="Google Shape;10917;p64"/>
          <p:cNvGrpSpPr/>
          <p:nvPr/>
        </p:nvGrpSpPr>
        <p:grpSpPr>
          <a:xfrm>
            <a:off x="3095745" y="3631143"/>
            <a:ext cx="352840" cy="354717"/>
            <a:chOff x="3095745" y="3805393"/>
            <a:chExt cx="352840" cy="354717"/>
          </a:xfrm>
        </p:grpSpPr>
        <p:sp>
          <p:nvSpPr>
            <p:cNvPr id="10918" name="Google Shape;10918;p64"/>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4"/>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4"/>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4"/>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4"/>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4"/>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64"/>
          <p:cNvGrpSpPr/>
          <p:nvPr/>
        </p:nvGrpSpPr>
        <p:grpSpPr>
          <a:xfrm>
            <a:off x="7550258" y="3658420"/>
            <a:ext cx="371395" cy="301279"/>
            <a:chOff x="7550258" y="3832670"/>
            <a:chExt cx="371395" cy="301279"/>
          </a:xfrm>
        </p:grpSpPr>
        <p:sp>
          <p:nvSpPr>
            <p:cNvPr id="10925" name="Google Shape;10925;p64"/>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4"/>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4"/>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4"/>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4"/>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4"/>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64"/>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4"/>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4"/>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4"/>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4"/>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4"/>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4"/>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4"/>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4"/>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4"/>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4"/>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4"/>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3" name="Google Shape;10943;p64"/>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4" name="Google Shape;10944;p64"/>
          <p:cNvGrpSpPr/>
          <p:nvPr/>
        </p:nvGrpSpPr>
        <p:grpSpPr>
          <a:xfrm>
            <a:off x="6659725" y="3633785"/>
            <a:ext cx="367608" cy="350548"/>
            <a:chOff x="6659725" y="3808035"/>
            <a:chExt cx="367608" cy="350548"/>
          </a:xfrm>
        </p:grpSpPr>
        <p:sp>
          <p:nvSpPr>
            <p:cNvPr id="10945" name="Google Shape;10945;p64"/>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4"/>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7" name="Google Shape;10947;p64"/>
          <p:cNvGrpSpPr/>
          <p:nvPr/>
        </p:nvGrpSpPr>
        <p:grpSpPr>
          <a:xfrm>
            <a:off x="6219391" y="3642506"/>
            <a:ext cx="356627" cy="334252"/>
            <a:chOff x="6219391" y="3816756"/>
            <a:chExt cx="356627" cy="334252"/>
          </a:xfrm>
        </p:grpSpPr>
        <p:sp>
          <p:nvSpPr>
            <p:cNvPr id="10948" name="Google Shape;10948;p64"/>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4"/>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4"/>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4"/>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2" name="Google Shape;10952;p64"/>
          <p:cNvGrpSpPr/>
          <p:nvPr/>
        </p:nvGrpSpPr>
        <p:grpSpPr>
          <a:xfrm>
            <a:off x="5778676" y="3652722"/>
            <a:ext cx="349052" cy="313055"/>
            <a:chOff x="5778676" y="3826972"/>
            <a:chExt cx="349052" cy="313055"/>
          </a:xfrm>
        </p:grpSpPr>
        <p:sp>
          <p:nvSpPr>
            <p:cNvPr id="10953" name="Google Shape;10953;p64"/>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4"/>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4"/>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4"/>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4"/>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8" name="Google Shape;10958;p64"/>
          <p:cNvGrpSpPr/>
          <p:nvPr/>
        </p:nvGrpSpPr>
        <p:grpSpPr>
          <a:xfrm>
            <a:off x="5355784" y="3660297"/>
            <a:ext cx="299019" cy="297905"/>
            <a:chOff x="5355784" y="3834547"/>
            <a:chExt cx="299019" cy="297905"/>
          </a:xfrm>
        </p:grpSpPr>
        <p:sp>
          <p:nvSpPr>
            <p:cNvPr id="10959" name="Google Shape;10959;p64"/>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4"/>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4"/>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4"/>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3" name="Google Shape;10963;p64"/>
          <p:cNvGrpSpPr/>
          <p:nvPr/>
        </p:nvGrpSpPr>
        <p:grpSpPr>
          <a:xfrm>
            <a:off x="8036455" y="3633021"/>
            <a:ext cx="292176" cy="353985"/>
            <a:chOff x="8036455" y="3807271"/>
            <a:chExt cx="292176" cy="353985"/>
          </a:xfrm>
        </p:grpSpPr>
        <p:sp>
          <p:nvSpPr>
            <p:cNvPr id="10964" name="Google Shape;10964;p64"/>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4"/>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6" name="Google Shape;10966;p64"/>
          <p:cNvSpPr txBox="1"/>
          <p:nvPr/>
        </p:nvSpPr>
        <p:spPr>
          <a:xfrm>
            <a:off x="849675"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967" name="Google Shape;10967;p64"/>
          <p:cNvSpPr txBox="1"/>
          <p:nvPr/>
        </p:nvSpPr>
        <p:spPr>
          <a:xfrm>
            <a:off x="4858400"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968" name="Google Shape;10968;p64"/>
          <p:cNvGrpSpPr/>
          <p:nvPr/>
        </p:nvGrpSpPr>
        <p:grpSpPr>
          <a:xfrm>
            <a:off x="4874902" y="3634549"/>
            <a:ext cx="345615" cy="350835"/>
            <a:chOff x="4874902" y="3808799"/>
            <a:chExt cx="345615" cy="350835"/>
          </a:xfrm>
        </p:grpSpPr>
        <p:sp>
          <p:nvSpPr>
            <p:cNvPr id="10969" name="Google Shape;10969;p64"/>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4"/>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4"/>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4"/>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4"/>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4"/>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4"/>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4"/>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4"/>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4"/>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4"/>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4"/>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64"/>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4"/>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4"/>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4"/>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4"/>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989"/>
        <p:cNvGrpSpPr/>
        <p:nvPr/>
      </p:nvGrpSpPr>
      <p:grpSpPr>
        <a:xfrm>
          <a:off x="0" y="0"/>
          <a:ext cx="0" cy="0"/>
          <a:chOff x="0" y="0"/>
          <a:chExt cx="0" cy="0"/>
        </a:xfrm>
      </p:grpSpPr>
      <p:grpSp>
        <p:nvGrpSpPr>
          <p:cNvPr id="10990" name="Google Shape;10990;p65"/>
          <p:cNvGrpSpPr/>
          <p:nvPr/>
        </p:nvGrpSpPr>
        <p:grpSpPr>
          <a:xfrm>
            <a:off x="2704005" y="4083381"/>
            <a:ext cx="342144" cy="362704"/>
            <a:chOff x="2704005" y="4258781"/>
            <a:chExt cx="342144" cy="362704"/>
          </a:xfrm>
        </p:grpSpPr>
        <p:sp>
          <p:nvSpPr>
            <p:cNvPr id="10991" name="Google Shape;10991;p65"/>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5"/>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5"/>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5"/>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5"/>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5"/>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5"/>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8" name="Google Shape;10998;p65"/>
          <p:cNvGrpSpPr/>
          <p:nvPr/>
        </p:nvGrpSpPr>
        <p:grpSpPr>
          <a:xfrm>
            <a:off x="2157462" y="4083096"/>
            <a:ext cx="347435" cy="363370"/>
            <a:chOff x="2157462" y="4258496"/>
            <a:chExt cx="347435" cy="363370"/>
          </a:xfrm>
        </p:grpSpPr>
        <p:sp>
          <p:nvSpPr>
            <p:cNvPr id="10999" name="Google Shape;10999;p65"/>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5"/>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5"/>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2" name="Google Shape;11002;p65"/>
          <p:cNvGrpSpPr/>
          <p:nvPr/>
        </p:nvGrpSpPr>
        <p:grpSpPr>
          <a:xfrm>
            <a:off x="4010963" y="3588381"/>
            <a:ext cx="343665" cy="363211"/>
            <a:chOff x="4010963" y="3763781"/>
            <a:chExt cx="343665" cy="363211"/>
          </a:xfrm>
        </p:grpSpPr>
        <p:sp>
          <p:nvSpPr>
            <p:cNvPr id="11003" name="Google Shape;11003;p65"/>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65"/>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5"/>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5"/>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5"/>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65"/>
          <p:cNvGrpSpPr/>
          <p:nvPr/>
        </p:nvGrpSpPr>
        <p:grpSpPr>
          <a:xfrm>
            <a:off x="2214042" y="3635109"/>
            <a:ext cx="368153" cy="311193"/>
            <a:chOff x="2214042" y="3810509"/>
            <a:chExt cx="368153" cy="311193"/>
          </a:xfrm>
        </p:grpSpPr>
        <p:sp>
          <p:nvSpPr>
            <p:cNvPr id="11009" name="Google Shape;11009;p65"/>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5"/>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1" name="Google Shape;11011;p65"/>
          <p:cNvGrpSpPr/>
          <p:nvPr/>
        </p:nvGrpSpPr>
        <p:grpSpPr>
          <a:xfrm>
            <a:off x="1768938" y="3606819"/>
            <a:ext cx="367805" cy="367773"/>
            <a:chOff x="1768938" y="3782219"/>
            <a:chExt cx="367805" cy="367773"/>
          </a:xfrm>
        </p:grpSpPr>
        <p:sp>
          <p:nvSpPr>
            <p:cNvPr id="11012" name="Google Shape;11012;p65"/>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5"/>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5"/>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5"/>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5"/>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7" name="Google Shape;11017;p65"/>
          <p:cNvGrpSpPr/>
          <p:nvPr/>
        </p:nvGrpSpPr>
        <p:grpSpPr>
          <a:xfrm>
            <a:off x="2681385" y="3623039"/>
            <a:ext cx="325544" cy="327413"/>
            <a:chOff x="2681385" y="3798439"/>
            <a:chExt cx="325544" cy="327413"/>
          </a:xfrm>
        </p:grpSpPr>
        <p:sp>
          <p:nvSpPr>
            <p:cNvPr id="11018" name="Google Shape;11018;p65"/>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5"/>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5"/>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5"/>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5"/>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5"/>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5"/>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5" name="Google Shape;11025;p65"/>
          <p:cNvGrpSpPr/>
          <p:nvPr/>
        </p:nvGrpSpPr>
        <p:grpSpPr>
          <a:xfrm>
            <a:off x="6243928" y="4088102"/>
            <a:ext cx="274254" cy="350824"/>
            <a:chOff x="6243928" y="4263502"/>
            <a:chExt cx="274254" cy="350824"/>
          </a:xfrm>
        </p:grpSpPr>
        <p:sp>
          <p:nvSpPr>
            <p:cNvPr id="11026" name="Google Shape;11026;p65"/>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5"/>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5"/>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5"/>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5"/>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5"/>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5"/>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5"/>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4" name="Google Shape;11034;p65"/>
          <p:cNvGrpSpPr/>
          <p:nvPr/>
        </p:nvGrpSpPr>
        <p:grpSpPr>
          <a:xfrm>
            <a:off x="3560600" y="3587938"/>
            <a:ext cx="352345" cy="363655"/>
            <a:chOff x="3560600" y="3763338"/>
            <a:chExt cx="352345" cy="363655"/>
          </a:xfrm>
        </p:grpSpPr>
        <p:sp>
          <p:nvSpPr>
            <p:cNvPr id="11035" name="Google Shape;11035;p65"/>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5"/>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5"/>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8" name="Google Shape;11038;p65"/>
          <p:cNvGrpSpPr/>
          <p:nvPr/>
        </p:nvGrpSpPr>
        <p:grpSpPr>
          <a:xfrm>
            <a:off x="5790556" y="4085852"/>
            <a:ext cx="279513" cy="356083"/>
            <a:chOff x="5790556" y="4261252"/>
            <a:chExt cx="279513" cy="356083"/>
          </a:xfrm>
        </p:grpSpPr>
        <p:sp>
          <p:nvSpPr>
            <p:cNvPr id="11039" name="Google Shape;11039;p65"/>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5"/>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5"/>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5"/>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5"/>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5"/>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5"/>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65"/>
          <p:cNvGrpSpPr/>
          <p:nvPr/>
        </p:nvGrpSpPr>
        <p:grpSpPr>
          <a:xfrm>
            <a:off x="5341333" y="4085852"/>
            <a:ext cx="278752" cy="356463"/>
            <a:chOff x="5341333" y="4261252"/>
            <a:chExt cx="278752" cy="356463"/>
          </a:xfrm>
        </p:grpSpPr>
        <p:sp>
          <p:nvSpPr>
            <p:cNvPr id="11047" name="Google Shape;11047;p65"/>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5"/>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5"/>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5"/>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5"/>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5"/>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5"/>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4" name="Google Shape;11054;p65"/>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5" name="Google Shape;11055;p65"/>
          <p:cNvGrpSpPr/>
          <p:nvPr/>
        </p:nvGrpSpPr>
        <p:grpSpPr>
          <a:xfrm>
            <a:off x="3103646" y="3590676"/>
            <a:ext cx="360233" cy="362451"/>
            <a:chOff x="3107608" y="3763401"/>
            <a:chExt cx="360233" cy="362451"/>
          </a:xfrm>
        </p:grpSpPr>
        <p:sp>
          <p:nvSpPr>
            <p:cNvPr id="11056" name="Google Shape;11056;p65"/>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5"/>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5"/>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9" name="Google Shape;11059;p65"/>
          <p:cNvGrpSpPr/>
          <p:nvPr/>
        </p:nvGrpSpPr>
        <p:grpSpPr>
          <a:xfrm>
            <a:off x="889343" y="3625827"/>
            <a:ext cx="351585" cy="339705"/>
            <a:chOff x="889343" y="3801227"/>
            <a:chExt cx="351585" cy="339705"/>
          </a:xfrm>
        </p:grpSpPr>
        <p:sp>
          <p:nvSpPr>
            <p:cNvPr id="11060" name="Google Shape;11060;p65"/>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5"/>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5"/>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5"/>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5"/>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65"/>
          <p:cNvGrpSpPr/>
          <p:nvPr/>
        </p:nvGrpSpPr>
        <p:grpSpPr>
          <a:xfrm>
            <a:off x="4896609" y="4085472"/>
            <a:ext cx="278784" cy="355323"/>
            <a:chOff x="4896609" y="4260872"/>
            <a:chExt cx="278784" cy="355323"/>
          </a:xfrm>
        </p:grpSpPr>
        <p:sp>
          <p:nvSpPr>
            <p:cNvPr id="11066" name="Google Shape;11066;p65"/>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5"/>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5"/>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5"/>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5"/>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5"/>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2" name="Google Shape;11072;p65"/>
          <p:cNvGrpSpPr/>
          <p:nvPr/>
        </p:nvGrpSpPr>
        <p:grpSpPr>
          <a:xfrm>
            <a:off x="7598438" y="4090731"/>
            <a:ext cx="260283" cy="345914"/>
            <a:chOff x="7598438" y="4266131"/>
            <a:chExt cx="260283" cy="345914"/>
          </a:xfrm>
        </p:grpSpPr>
        <p:sp>
          <p:nvSpPr>
            <p:cNvPr id="11073" name="Google Shape;11073;p65"/>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5"/>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5"/>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5"/>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5"/>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5"/>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5"/>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0" name="Google Shape;11080;p65"/>
          <p:cNvGrpSpPr/>
          <p:nvPr/>
        </p:nvGrpSpPr>
        <p:grpSpPr>
          <a:xfrm>
            <a:off x="1767069" y="3184746"/>
            <a:ext cx="286324" cy="348163"/>
            <a:chOff x="1767069" y="3360146"/>
            <a:chExt cx="286324" cy="348163"/>
          </a:xfrm>
        </p:grpSpPr>
        <p:sp>
          <p:nvSpPr>
            <p:cNvPr id="11081" name="Google Shape;11081;p65"/>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5"/>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5"/>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5"/>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5"/>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5"/>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5"/>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8" name="Google Shape;11088;p65"/>
          <p:cNvGrpSpPr/>
          <p:nvPr/>
        </p:nvGrpSpPr>
        <p:grpSpPr>
          <a:xfrm>
            <a:off x="7149944" y="4090731"/>
            <a:ext cx="260283" cy="345914"/>
            <a:chOff x="7149944" y="4266131"/>
            <a:chExt cx="260283" cy="345914"/>
          </a:xfrm>
        </p:grpSpPr>
        <p:sp>
          <p:nvSpPr>
            <p:cNvPr id="11089" name="Google Shape;11089;p65"/>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5"/>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5"/>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65"/>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5"/>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5"/>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5" name="Google Shape;11095;p65"/>
          <p:cNvGrpSpPr/>
          <p:nvPr/>
        </p:nvGrpSpPr>
        <p:grpSpPr>
          <a:xfrm>
            <a:off x="6695051" y="4083951"/>
            <a:ext cx="270104" cy="360233"/>
            <a:chOff x="6695051" y="4259351"/>
            <a:chExt cx="270104" cy="360233"/>
          </a:xfrm>
        </p:grpSpPr>
        <p:sp>
          <p:nvSpPr>
            <p:cNvPr id="11096" name="Google Shape;11096;p65"/>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5"/>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5"/>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5"/>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0" name="Google Shape;11100;p65"/>
          <p:cNvGrpSpPr/>
          <p:nvPr/>
        </p:nvGrpSpPr>
        <p:grpSpPr>
          <a:xfrm>
            <a:off x="8047661" y="4082051"/>
            <a:ext cx="277263" cy="362514"/>
            <a:chOff x="8047661" y="4257451"/>
            <a:chExt cx="277263" cy="362514"/>
          </a:xfrm>
        </p:grpSpPr>
        <p:sp>
          <p:nvSpPr>
            <p:cNvPr id="11101" name="Google Shape;11101;p65"/>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5"/>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5"/>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5"/>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5" name="Google Shape;11105;p65"/>
          <p:cNvGrpSpPr/>
          <p:nvPr/>
        </p:nvGrpSpPr>
        <p:grpSpPr>
          <a:xfrm>
            <a:off x="6248078" y="3609068"/>
            <a:ext cx="277263" cy="356115"/>
            <a:chOff x="6248078" y="3784468"/>
            <a:chExt cx="277263" cy="356115"/>
          </a:xfrm>
        </p:grpSpPr>
        <p:sp>
          <p:nvSpPr>
            <p:cNvPr id="11106" name="Google Shape;11106;p65"/>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5"/>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5"/>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5"/>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5"/>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5"/>
          <p:cNvGrpSpPr/>
          <p:nvPr/>
        </p:nvGrpSpPr>
        <p:grpSpPr>
          <a:xfrm>
            <a:off x="5800725" y="3610589"/>
            <a:ext cx="277644" cy="354594"/>
            <a:chOff x="5800725" y="3785989"/>
            <a:chExt cx="277644" cy="354594"/>
          </a:xfrm>
        </p:grpSpPr>
        <p:sp>
          <p:nvSpPr>
            <p:cNvPr id="11112" name="Google Shape;11112;p65"/>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5"/>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5"/>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5"/>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5"/>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5"/>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5"/>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9" name="Google Shape;11119;p65"/>
          <p:cNvGrpSpPr/>
          <p:nvPr/>
        </p:nvGrpSpPr>
        <p:grpSpPr>
          <a:xfrm>
            <a:off x="2206122" y="3185348"/>
            <a:ext cx="308183" cy="347561"/>
            <a:chOff x="2206122" y="3360748"/>
            <a:chExt cx="308183" cy="347561"/>
          </a:xfrm>
        </p:grpSpPr>
        <p:sp>
          <p:nvSpPr>
            <p:cNvPr id="11120" name="Google Shape;11120;p65"/>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5"/>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5"/>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5"/>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5"/>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5" name="Google Shape;11125;p65"/>
          <p:cNvGrpSpPr/>
          <p:nvPr/>
        </p:nvGrpSpPr>
        <p:grpSpPr>
          <a:xfrm>
            <a:off x="5353403" y="3610209"/>
            <a:ext cx="277992" cy="354974"/>
            <a:chOff x="5353403" y="3785609"/>
            <a:chExt cx="277992" cy="354974"/>
          </a:xfrm>
        </p:grpSpPr>
        <p:sp>
          <p:nvSpPr>
            <p:cNvPr id="11126" name="Google Shape;11126;p65"/>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5"/>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5"/>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5"/>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5"/>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5"/>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65"/>
          <p:cNvGrpSpPr/>
          <p:nvPr/>
        </p:nvGrpSpPr>
        <p:grpSpPr>
          <a:xfrm>
            <a:off x="4896229" y="3610589"/>
            <a:ext cx="278784" cy="354594"/>
            <a:chOff x="4896229" y="3785989"/>
            <a:chExt cx="278784" cy="354594"/>
          </a:xfrm>
        </p:grpSpPr>
        <p:sp>
          <p:nvSpPr>
            <p:cNvPr id="11133" name="Google Shape;11133;p65"/>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5"/>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5"/>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5"/>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5"/>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5"/>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9" name="Google Shape;11139;p65"/>
          <p:cNvGrpSpPr/>
          <p:nvPr/>
        </p:nvGrpSpPr>
        <p:grpSpPr>
          <a:xfrm>
            <a:off x="7592387" y="3612458"/>
            <a:ext cx="273874" cy="351204"/>
            <a:chOff x="7592387" y="3787858"/>
            <a:chExt cx="273874" cy="351204"/>
          </a:xfrm>
        </p:grpSpPr>
        <p:sp>
          <p:nvSpPr>
            <p:cNvPr id="11140" name="Google Shape;11140;p65"/>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5"/>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5"/>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5"/>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4" name="Google Shape;11144;p65"/>
          <p:cNvGrpSpPr/>
          <p:nvPr/>
        </p:nvGrpSpPr>
        <p:grpSpPr>
          <a:xfrm>
            <a:off x="7145794" y="3612458"/>
            <a:ext cx="274254" cy="350444"/>
            <a:chOff x="7145794" y="3787858"/>
            <a:chExt cx="274254" cy="350444"/>
          </a:xfrm>
        </p:grpSpPr>
        <p:sp>
          <p:nvSpPr>
            <p:cNvPr id="11145" name="Google Shape;11145;p65"/>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5"/>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5"/>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5"/>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5"/>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5"/>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1" name="Google Shape;11151;p65"/>
          <p:cNvGrpSpPr/>
          <p:nvPr/>
        </p:nvGrpSpPr>
        <p:grpSpPr>
          <a:xfrm>
            <a:off x="8054060" y="3611698"/>
            <a:ext cx="266334" cy="353834"/>
            <a:chOff x="8054060" y="3787098"/>
            <a:chExt cx="266334" cy="353834"/>
          </a:xfrm>
        </p:grpSpPr>
        <p:sp>
          <p:nvSpPr>
            <p:cNvPr id="11152" name="Google Shape;11152;p65"/>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5"/>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5"/>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65"/>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6" name="Google Shape;11156;p65"/>
          <p:cNvGrpSpPr/>
          <p:nvPr/>
        </p:nvGrpSpPr>
        <p:grpSpPr>
          <a:xfrm>
            <a:off x="6702211" y="3607199"/>
            <a:ext cx="270104" cy="361754"/>
            <a:chOff x="6702211" y="3782599"/>
            <a:chExt cx="270104" cy="361754"/>
          </a:xfrm>
        </p:grpSpPr>
        <p:sp>
          <p:nvSpPr>
            <p:cNvPr id="11157" name="Google Shape;11157;p65"/>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5"/>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5"/>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5"/>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5"/>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65"/>
          <p:cNvGrpSpPr/>
          <p:nvPr/>
        </p:nvGrpSpPr>
        <p:grpSpPr>
          <a:xfrm>
            <a:off x="3516886" y="3263327"/>
            <a:ext cx="391854" cy="269922"/>
            <a:chOff x="3516850" y="3406526"/>
            <a:chExt cx="369674" cy="254644"/>
          </a:xfrm>
        </p:grpSpPr>
        <p:sp>
          <p:nvSpPr>
            <p:cNvPr id="11163" name="Google Shape;11163;p65"/>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5"/>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5"/>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5"/>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7" name="Google Shape;11167;p65"/>
          <p:cNvGrpSpPr/>
          <p:nvPr/>
        </p:nvGrpSpPr>
        <p:grpSpPr>
          <a:xfrm>
            <a:off x="1310655" y="3185127"/>
            <a:ext cx="306314" cy="347403"/>
            <a:chOff x="1310655" y="3360527"/>
            <a:chExt cx="306314" cy="347403"/>
          </a:xfrm>
        </p:grpSpPr>
        <p:sp>
          <p:nvSpPr>
            <p:cNvPr id="11168" name="Google Shape;11168;p65"/>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5"/>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5"/>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5"/>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5"/>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65"/>
          <p:cNvGrpSpPr/>
          <p:nvPr/>
        </p:nvGrpSpPr>
        <p:grpSpPr>
          <a:xfrm>
            <a:off x="3119678" y="3184746"/>
            <a:ext cx="269343" cy="348543"/>
            <a:chOff x="3119678" y="3360146"/>
            <a:chExt cx="269343" cy="348543"/>
          </a:xfrm>
        </p:grpSpPr>
        <p:sp>
          <p:nvSpPr>
            <p:cNvPr id="11174" name="Google Shape;11174;p65"/>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65"/>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5"/>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5"/>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5"/>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5"/>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5"/>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1" name="Google Shape;11181;p65"/>
          <p:cNvGrpSpPr/>
          <p:nvPr/>
        </p:nvGrpSpPr>
        <p:grpSpPr>
          <a:xfrm>
            <a:off x="3967213" y="3181547"/>
            <a:ext cx="368185" cy="354753"/>
            <a:chOff x="3967213" y="3356947"/>
            <a:chExt cx="368185" cy="354753"/>
          </a:xfrm>
        </p:grpSpPr>
        <p:sp>
          <p:nvSpPr>
            <p:cNvPr id="11182" name="Google Shape;11182;p65"/>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5"/>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5"/>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5"/>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5"/>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5"/>
          <p:cNvGrpSpPr/>
          <p:nvPr/>
        </p:nvGrpSpPr>
        <p:grpSpPr>
          <a:xfrm>
            <a:off x="871254" y="3184746"/>
            <a:ext cx="285183" cy="347023"/>
            <a:chOff x="871254" y="3360146"/>
            <a:chExt cx="285183" cy="347023"/>
          </a:xfrm>
        </p:grpSpPr>
        <p:sp>
          <p:nvSpPr>
            <p:cNvPr id="11188" name="Google Shape;11188;p65"/>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5"/>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5"/>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5"/>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65"/>
          <p:cNvGrpSpPr/>
          <p:nvPr/>
        </p:nvGrpSpPr>
        <p:grpSpPr>
          <a:xfrm>
            <a:off x="2665165" y="3184746"/>
            <a:ext cx="281794" cy="349684"/>
            <a:chOff x="2665165" y="3360146"/>
            <a:chExt cx="281794" cy="349684"/>
          </a:xfrm>
        </p:grpSpPr>
        <p:sp>
          <p:nvSpPr>
            <p:cNvPr id="11193" name="Google Shape;11193;p65"/>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5"/>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5"/>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5"/>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5"/>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5"/>
          <p:cNvGrpSpPr/>
          <p:nvPr/>
        </p:nvGrpSpPr>
        <p:grpSpPr>
          <a:xfrm>
            <a:off x="7156344" y="3172296"/>
            <a:ext cx="264465" cy="353074"/>
            <a:chOff x="7156344" y="3347696"/>
            <a:chExt cx="264465" cy="353074"/>
          </a:xfrm>
        </p:grpSpPr>
        <p:sp>
          <p:nvSpPr>
            <p:cNvPr id="11199" name="Google Shape;11199;p65"/>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5"/>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5"/>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5"/>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5"/>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4" name="Google Shape;11204;p65"/>
          <p:cNvGrpSpPr/>
          <p:nvPr/>
        </p:nvGrpSpPr>
        <p:grpSpPr>
          <a:xfrm>
            <a:off x="6703732" y="3171536"/>
            <a:ext cx="264813" cy="352693"/>
            <a:chOff x="6703732" y="3346936"/>
            <a:chExt cx="264813" cy="352693"/>
          </a:xfrm>
        </p:grpSpPr>
        <p:sp>
          <p:nvSpPr>
            <p:cNvPr id="11205" name="Google Shape;11205;p65"/>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5"/>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5"/>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5"/>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5"/>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65"/>
          <p:cNvGrpSpPr/>
          <p:nvPr/>
        </p:nvGrpSpPr>
        <p:grpSpPr>
          <a:xfrm>
            <a:off x="6252228" y="3171536"/>
            <a:ext cx="265193" cy="352693"/>
            <a:chOff x="6252228" y="3346936"/>
            <a:chExt cx="265193" cy="352693"/>
          </a:xfrm>
        </p:grpSpPr>
        <p:sp>
          <p:nvSpPr>
            <p:cNvPr id="11211" name="Google Shape;11211;p65"/>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5"/>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5"/>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4" name="Google Shape;11214;p65"/>
          <p:cNvGrpSpPr/>
          <p:nvPr/>
        </p:nvGrpSpPr>
        <p:grpSpPr>
          <a:xfrm>
            <a:off x="5801105" y="3172296"/>
            <a:ext cx="264813" cy="351933"/>
            <a:chOff x="5801105" y="3347696"/>
            <a:chExt cx="264813" cy="351933"/>
          </a:xfrm>
        </p:grpSpPr>
        <p:sp>
          <p:nvSpPr>
            <p:cNvPr id="11215" name="Google Shape;11215;p65"/>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5"/>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5"/>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5"/>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9" name="Google Shape;11219;p65"/>
          <p:cNvGrpSpPr/>
          <p:nvPr/>
        </p:nvGrpSpPr>
        <p:grpSpPr>
          <a:xfrm>
            <a:off x="5349253" y="3171536"/>
            <a:ext cx="265922" cy="352693"/>
            <a:chOff x="5349253" y="3346936"/>
            <a:chExt cx="265922" cy="352693"/>
          </a:xfrm>
        </p:grpSpPr>
        <p:sp>
          <p:nvSpPr>
            <p:cNvPr id="11220" name="Google Shape;11220;p65"/>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5"/>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5"/>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5"/>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5"/>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5"/>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5"/>
          <p:cNvGrpSpPr/>
          <p:nvPr/>
        </p:nvGrpSpPr>
        <p:grpSpPr>
          <a:xfrm>
            <a:off x="4907159" y="3171536"/>
            <a:ext cx="264845" cy="354214"/>
            <a:chOff x="4907159" y="3346936"/>
            <a:chExt cx="264845" cy="354214"/>
          </a:xfrm>
        </p:grpSpPr>
        <p:sp>
          <p:nvSpPr>
            <p:cNvPr id="11227" name="Google Shape;11227;p65"/>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5"/>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9" name="Google Shape;11229;p65"/>
          <p:cNvGrpSpPr/>
          <p:nvPr/>
        </p:nvGrpSpPr>
        <p:grpSpPr>
          <a:xfrm>
            <a:off x="8048421" y="3159086"/>
            <a:ext cx="276503" cy="369674"/>
            <a:chOff x="8048421" y="3334486"/>
            <a:chExt cx="276503" cy="369674"/>
          </a:xfrm>
        </p:grpSpPr>
        <p:sp>
          <p:nvSpPr>
            <p:cNvPr id="11230" name="Google Shape;11230;p65"/>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5"/>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5"/>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5"/>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5"/>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5"/>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6" name="Google Shape;11236;p65"/>
          <p:cNvGrpSpPr/>
          <p:nvPr/>
        </p:nvGrpSpPr>
        <p:grpSpPr>
          <a:xfrm>
            <a:off x="7575787" y="3154555"/>
            <a:ext cx="295384" cy="376834"/>
            <a:chOff x="7575787" y="3329955"/>
            <a:chExt cx="295384" cy="376834"/>
          </a:xfrm>
        </p:grpSpPr>
        <p:sp>
          <p:nvSpPr>
            <p:cNvPr id="11237" name="Google Shape;11237;p65"/>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5"/>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5"/>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5"/>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5"/>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5"/>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65"/>
          <p:cNvGrpSpPr/>
          <p:nvPr/>
        </p:nvGrpSpPr>
        <p:grpSpPr>
          <a:xfrm>
            <a:off x="864062" y="2709103"/>
            <a:ext cx="264084" cy="347783"/>
            <a:chOff x="864062" y="2884503"/>
            <a:chExt cx="264084" cy="347783"/>
          </a:xfrm>
        </p:grpSpPr>
        <p:sp>
          <p:nvSpPr>
            <p:cNvPr id="11244" name="Google Shape;11244;p65"/>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5"/>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5"/>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5"/>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5"/>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5"/>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5"/>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5"/>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5"/>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5"/>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4" name="Google Shape;11254;p65"/>
          <p:cNvGrpSpPr/>
          <p:nvPr/>
        </p:nvGrpSpPr>
        <p:grpSpPr>
          <a:xfrm>
            <a:off x="3978523" y="2709261"/>
            <a:ext cx="348955" cy="346516"/>
            <a:chOff x="3978523" y="2884661"/>
            <a:chExt cx="348955" cy="346516"/>
          </a:xfrm>
        </p:grpSpPr>
        <p:sp>
          <p:nvSpPr>
            <p:cNvPr id="11255" name="Google Shape;11255;p65"/>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5"/>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5"/>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5"/>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5"/>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5"/>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5"/>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5"/>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65"/>
          <p:cNvGrpSpPr/>
          <p:nvPr/>
        </p:nvGrpSpPr>
        <p:grpSpPr>
          <a:xfrm>
            <a:off x="3527780" y="2709863"/>
            <a:ext cx="347435" cy="345534"/>
            <a:chOff x="3527780" y="2885263"/>
            <a:chExt cx="347435" cy="345534"/>
          </a:xfrm>
        </p:grpSpPr>
        <p:sp>
          <p:nvSpPr>
            <p:cNvPr id="11264" name="Google Shape;11264;p65"/>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5"/>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5"/>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5"/>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5"/>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5"/>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5"/>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5"/>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5"/>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5"/>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65"/>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5"/>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5"/>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5"/>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5"/>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5"/>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5"/>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5"/>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5"/>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5"/>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5"/>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5"/>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5"/>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7" name="Google Shape;11287;p65"/>
          <p:cNvGrpSpPr/>
          <p:nvPr/>
        </p:nvGrpSpPr>
        <p:grpSpPr>
          <a:xfrm>
            <a:off x="2239671" y="2709103"/>
            <a:ext cx="218053" cy="348543"/>
            <a:chOff x="2239671" y="2884503"/>
            <a:chExt cx="218053" cy="348543"/>
          </a:xfrm>
        </p:grpSpPr>
        <p:sp>
          <p:nvSpPr>
            <p:cNvPr id="11288" name="Google Shape;11288;p65"/>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5"/>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5"/>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5"/>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5"/>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3" name="Google Shape;11293;p65"/>
          <p:cNvGrpSpPr/>
          <p:nvPr/>
        </p:nvGrpSpPr>
        <p:grpSpPr>
          <a:xfrm>
            <a:off x="2691555" y="2709103"/>
            <a:ext cx="215044" cy="348924"/>
            <a:chOff x="2691555" y="2884503"/>
            <a:chExt cx="215044" cy="348924"/>
          </a:xfrm>
        </p:grpSpPr>
        <p:sp>
          <p:nvSpPr>
            <p:cNvPr id="11294" name="Google Shape;11294;p65"/>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5"/>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5"/>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7" name="Google Shape;11297;p65"/>
          <p:cNvGrpSpPr/>
          <p:nvPr/>
        </p:nvGrpSpPr>
        <p:grpSpPr>
          <a:xfrm>
            <a:off x="1770459" y="2709103"/>
            <a:ext cx="254644" cy="348828"/>
            <a:chOff x="1770459" y="2884503"/>
            <a:chExt cx="254644" cy="348828"/>
          </a:xfrm>
        </p:grpSpPr>
        <p:sp>
          <p:nvSpPr>
            <p:cNvPr id="11298" name="Google Shape;11298;p65"/>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5"/>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5"/>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5"/>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5"/>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5"/>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5"/>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5"/>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6" name="Google Shape;11306;p65"/>
          <p:cNvGrpSpPr/>
          <p:nvPr/>
        </p:nvGrpSpPr>
        <p:grpSpPr>
          <a:xfrm>
            <a:off x="1317466" y="2709483"/>
            <a:ext cx="258382" cy="348543"/>
            <a:chOff x="1317466" y="2884883"/>
            <a:chExt cx="258382" cy="348543"/>
          </a:xfrm>
        </p:grpSpPr>
        <p:sp>
          <p:nvSpPr>
            <p:cNvPr id="11307" name="Google Shape;11307;p65"/>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5"/>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5"/>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5"/>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5"/>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5"/>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5"/>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5"/>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5"/>
          <p:cNvGrpSpPr/>
          <p:nvPr/>
        </p:nvGrpSpPr>
        <p:grpSpPr>
          <a:xfrm>
            <a:off x="3121167" y="2709483"/>
            <a:ext cx="258414" cy="348543"/>
            <a:chOff x="3121167" y="2884883"/>
            <a:chExt cx="258414" cy="348543"/>
          </a:xfrm>
        </p:grpSpPr>
        <p:sp>
          <p:nvSpPr>
            <p:cNvPr id="11316" name="Google Shape;11316;p65"/>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5"/>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5"/>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5"/>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5"/>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5"/>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5"/>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5"/>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4" name="Google Shape;11324;p65"/>
          <p:cNvGrpSpPr/>
          <p:nvPr/>
        </p:nvGrpSpPr>
        <p:grpSpPr>
          <a:xfrm>
            <a:off x="4899999" y="2706695"/>
            <a:ext cx="271244" cy="346801"/>
            <a:chOff x="4899999" y="2882095"/>
            <a:chExt cx="271244" cy="346801"/>
          </a:xfrm>
        </p:grpSpPr>
        <p:sp>
          <p:nvSpPr>
            <p:cNvPr id="11325" name="Google Shape;11325;p65"/>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5"/>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5"/>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5"/>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5"/>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5"/>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5"/>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5"/>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5"/>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5"/>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5" name="Google Shape;11335;p65"/>
          <p:cNvGrpSpPr/>
          <p:nvPr/>
        </p:nvGrpSpPr>
        <p:grpSpPr>
          <a:xfrm>
            <a:off x="7162775" y="2705713"/>
            <a:ext cx="259523" cy="346294"/>
            <a:chOff x="7162775" y="2881113"/>
            <a:chExt cx="259523" cy="346294"/>
          </a:xfrm>
        </p:grpSpPr>
        <p:sp>
          <p:nvSpPr>
            <p:cNvPr id="11336" name="Google Shape;11336;p65"/>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5"/>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5"/>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5"/>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5"/>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5"/>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65"/>
          <p:cNvGrpSpPr/>
          <p:nvPr/>
        </p:nvGrpSpPr>
        <p:grpSpPr>
          <a:xfrm>
            <a:off x="6709751" y="2706442"/>
            <a:ext cx="261075" cy="347815"/>
            <a:chOff x="6709751" y="2881842"/>
            <a:chExt cx="261075" cy="347815"/>
          </a:xfrm>
        </p:grpSpPr>
        <p:sp>
          <p:nvSpPr>
            <p:cNvPr id="11343" name="Google Shape;11343;p65"/>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5"/>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5"/>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5"/>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5"/>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5"/>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9" name="Google Shape;11349;p65"/>
          <p:cNvGrpSpPr/>
          <p:nvPr/>
        </p:nvGrpSpPr>
        <p:grpSpPr>
          <a:xfrm>
            <a:off x="5807156" y="2705713"/>
            <a:ext cx="261043" cy="348163"/>
            <a:chOff x="5807156" y="2881113"/>
            <a:chExt cx="261043" cy="348163"/>
          </a:xfrm>
        </p:grpSpPr>
        <p:sp>
          <p:nvSpPr>
            <p:cNvPr id="11350" name="Google Shape;11350;p65"/>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5"/>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5"/>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5"/>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5"/>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5" name="Google Shape;11355;p65"/>
          <p:cNvGrpSpPr/>
          <p:nvPr/>
        </p:nvGrpSpPr>
        <p:grpSpPr>
          <a:xfrm>
            <a:off x="5355653" y="2706093"/>
            <a:ext cx="262184" cy="346643"/>
            <a:chOff x="5355653" y="2881493"/>
            <a:chExt cx="262184" cy="346643"/>
          </a:xfrm>
        </p:grpSpPr>
        <p:sp>
          <p:nvSpPr>
            <p:cNvPr id="11356" name="Google Shape;11356;p65"/>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5"/>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5"/>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5"/>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5"/>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1" name="Google Shape;11361;p65"/>
          <p:cNvGrpSpPr/>
          <p:nvPr/>
        </p:nvGrpSpPr>
        <p:grpSpPr>
          <a:xfrm>
            <a:off x="8055961" y="2706442"/>
            <a:ext cx="260283" cy="345914"/>
            <a:chOff x="8055961" y="2881842"/>
            <a:chExt cx="260283" cy="345914"/>
          </a:xfrm>
        </p:grpSpPr>
        <p:sp>
          <p:nvSpPr>
            <p:cNvPr id="11362" name="Google Shape;11362;p65"/>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5"/>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5"/>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5"/>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6" name="Google Shape;11366;p65"/>
          <p:cNvGrpSpPr/>
          <p:nvPr/>
        </p:nvGrpSpPr>
        <p:grpSpPr>
          <a:xfrm>
            <a:off x="7609368" y="2718512"/>
            <a:ext cx="264813" cy="353105"/>
            <a:chOff x="7609368" y="2893912"/>
            <a:chExt cx="264813" cy="353105"/>
          </a:xfrm>
        </p:grpSpPr>
        <p:sp>
          <p:nvSpPr>
            <p:cNvPr id="11367" name="Google Shape;11367;p65"/>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5"/>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5"/>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5"/>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5"/>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5"/>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65"/>
          <p:cNvGrpSpPr/>
          <p:nvPr/>
        </p:nvGrpSpPr>
        <p:grpSpPr>
          <a:xfrm>
            <a:off x="6248458" y="2694372"/>
            <a:ext cx="270864" cy="360645"/>
            <a:chOff x="6248458" y="2869772"/>
            <a:chExt cx="270864" cy="360645"/>
          </a:xfrm>
        </p:grpSpPr>
        <p:sp>
          <p:nvSpPr>
            <p:cNvPr id="11374" name="Google Shape;11374;p65"/>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5"/>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5"/>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5"/>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5"/>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65"/>
          <p:cNvGrpSpPr/>
          <p:nvPr/>
        </p:nvGrpSpPr>
        <p:grpSpPr>
          <a:xfrm>
            <a:off x="3075928" y="2270398"/>
            <a:ext cx="363243" cy="300675"/>
            <a:chOff x="3075928" y="2445798"/>
            <a:chExt cx="363243" cy="300675"/>
          </a:xfrm>
        </p:grpSpPr>
        <p:sp>
          <p:nvSpPr>
            <p:cNvPr id="11380" name="Google Shape;11380;p65"/>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5"/>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5"/>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5"/>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5"/>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5"/>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5"/>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5"/>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5"/>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5"/>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65"/>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1" name="Google Shape;11391;p65"/>
          <p:cNvGrpSpPr/>
          <p:nvPr/>
        </p:nvGrpSpPr>
        <p:grpSpPr>
          <a:xfrm>
            <a:off x="2633105" y="2256459"/>
            <a:ext cx="363243" cy="328585"/>
            <a:chOff x="2633105" y="2431859"/>
            <a:chExt cx="363243" cy="328585"/>
          </a:xfrm>
        </p:grpSpPr>
        <p:sp>
          <p:nvSpPr>
            <p:cNvPr id="11392" name="Google Shape;11392;p65"/>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5"/>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5"/>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5"/>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5"/>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5"/>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5"/>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5"/>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0" name="Google Shape;11400;p65"/>
          <p:cNvGrpSpPr/>
          <p:nvPr/>
        </p:nvGrpSpPr>
        <p:grpSpPr>
          <a:xfrm>
            <a:off x="2189142" y="2245910"/>
            <a:ext cx="365904" cy="350064"/>
            <a:chOff x="2189142" y="2421310"/>
            <a:chExt cx="365904" cy="350064"/>
          </a:xfrm>
        </p:grpSpPr>
        <p:sp>
          <p:nvSpPr>
            <p:cNvPr id="11401" name="Google Shape;11401;p65"/>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5"/>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5"/>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5"/>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5"/>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5"/>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5"/>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5"/>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5"/>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0" name="Google Shape;11410;p65"/>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1" name="Google Shape;11411;p65"/>
          <p:cNvGrpSpPr/>
          <p:nvPr/>
        </p:nvGrpSpPr>
        <p:grpSpPr>
          <a:xfrm>
            <a:off x="3961923" y="2310917"/>
            <a:ext cx="364415" cy="220936"/>
            <a:chOff x="3961923" y="2486317"/>
            <a:chExt cx="364415" cy="220936"/>
          </a:xfrm>
        </p:grpSpPr>
        <p:sp>
          <p:nvSpPr>
            <p:cNvPr id="11412" name="Google Shape;11412;p65"/>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5"/>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5"/>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5"/>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6" name="Google Shape;11416;p65"/>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7" name="Google Shape;11417;p65"/>
          <p:cNvGrpSpPr/>
          <p:nvPr/>
        </p:nvGrpSpPr>
        <p:grpSpPr>
          <a:xfrm>
            <a:off x="1303876" y="2243977"/>
            <a:ext cx="363275" cy="354626"/>
            <a:chOff x="1303876" y="2419377"/>
            <a:chExt cx="363275" cy="354626"/>
          </a:xfrm>
        </p:grpSpPr>
        <p:sp>
          <p:nvSpPr>
            <p:cNvPr id="11418" name="Google Shape;11418;p65"/>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5"/>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5"/>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5"/>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5"/>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5"/>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5"/>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5"/>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65"/>
          <p:cNvGrpSpPr/>
          <p:nvPr/>
        </p:nvGrpSpPr>
        <p:grpSpPr>
          <a:xfrm>
            <a:off x="861053" y="2239510"/>
            <a:ext cx="362134" cy="363623"/>
            <a:chOff x="861053" y="2414910"/>
            <a:chExt cx="362134" cy="363623"/>
          </a:xfrm>
        </p:grpSpPr>
        <p:sp>
          <p:nvSpPr>
            <p:cNvPr id="11427" name="Google Shape;11427;p65"/>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5"/>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5"/>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5"/>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5"/>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2" name="Google Shape;11432;p65"/>
          <p:cNvGrpSpPr/>
          <p:nvPr/>
        </p:nvGrpSpPr>
        <p:grpSpPr>
          <a:xfrm>
            <a:off x="7594288" y="2239859"/>
            <a:ext cx="279513" cy="355735"/>
            <a:chOff x="7594288" y="2415259"/>
            <a:chExt cx="279513" cy="355735"/>
          </a:xfrm>
        </p:grpSpPr>
        <p:sp>
          <p:nvSpPr>
            <p:cNvPr id="11433" name="Google Shape;11433;p65"/>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5"/>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5"/>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5"/>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5"/>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5"/>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9" name="Google Shape;11439;p65"/>
          <p:cNvGrpSpPr/>
          <p:nvPr/>
        </p:nvGrpSpPr>
        <p:grpSpPr>
          <a:xfrm>
            <a:off x="7145794" y="2240239"/>
            <a:ext cx="278784" cy="355735"/>
            <a:chOff x="7145794" y="2415639"/>
            <a:chExt cx="278784" cy="355735"/>
          </a:xfrm>
        </p:grpSpPr>
        <p:sp>
          <p:nvSpPr>
            <p:cNvPr id="11440" name="Google Shape;11440;p65"/>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5"/>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5"/>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5"/>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5"/>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5"/>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5"/>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5"/>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5"/>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5"/>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0" name="Google Shape;11450;p65"/>
          <p:cNvGrpSpPr/>
          <p:nvPr/>
        </p:nvGrpSpPr>
        <p:grpSpPr>
          <a:xfrm>
            <a:off x="6698441" y="2239130"/>
            <a:ext cx="277644" cy="357984"/>
            <a:chOff x="6698441" y="2414530"/>
            <a:chExt cx="277644" cy="357984"/>
          </a:xfrm>
        </p:grpSpPr>
        <p:sp>
          <p:nvSpPr>
            <p:cNvPr id="11451" name="Google Shape;11451;p65"/>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5"/>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65"/>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5"/>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5"/>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5"/>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7" name="Google Shape;11457;p65"/>
          <p:cNvGrpSpPr/>
          <p:nvPr/>
        </p:nvGrpSpPr>
        <p:grpSpPr>
          <a:xfrm>
            <a:off x="4897750" y="2240239"/>
            <a:ext cx="279513" cy="357255"/>
            <a:chOff x="4897750" y="2415639"/>
            <a:chExt cx="279513" cy="357255"/>
          </a:xfrm>
        </p:grpSpPr>
        <p:sp>
          <p:nvSpPr>
            <p:cNvPr id="11458" name="Google Shape;11458;p65"/>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5"/>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5"/>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5"/>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5"/>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5"/>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5"/>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5"/>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65"/>
          <p:cNvGrpSpPr/>
          <p:nvPr/>
        </p:nvGrpSpPr>
        <p:grpSpPr>
          <a:xfrm>
            <a:off x="5812066" y="2240619"/>
            <a:ext cx="264813" cy="353454"/>
            <a:chOff x="5812066" y="2416019"/>
            <a:chExt cx="264813" cy="353454"/>
          </a:xfrm>
        </p:grpSpPr>
        <p:sp>
          <p:nvSpPr>
            <p:cNvPr id="11467" name="Google Shape;11467;p65"/>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5"/>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5"/>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5"/>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5"/>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5"/>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5"/>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4" name="Google Shape;11474;p65"/>
          <p:cNvGrpSpPr/>
          <p:nvPr/>
        </p:nvGrpSpPr>
        <p:grpSpPr>
          <a:xfrm>
            <a:off x="8054820" y="2240999"/>
            <a:ext cx="264433" cy="353454"/>
            <a:chOff x="8054820" y="2416399"/>
            <a:chExt cx="264433" cy="353454"/>
          </a:xfrm>
        </p:grpSpPr>
        <p:sp>
          <p:nvSpPr>
            <p:cNvPr id="11475" name="Google Shape;11475;p65"/>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5"/>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5"/>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5"/>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5"/>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5"/>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65"/>
          <p:cNvGrpSpPr/>
          <p:nvPr/>
        </p:nvGrpSpPr>
        <p:grpSpPr>
          <a:xfrm>
            <a:off x="5356413" y="2237990"/>
            <a:ext cx="271212" cy="361374"/>
            <a:chOff x="5356413" y="2413390"/>
            <a:chExt cx="271212" cy="361374"/>
          </a:xfrm>
        </p:grpSpPr>
        <p:sp>
          <p:nvSpPr>
            <p:cNvPr id="11482" name="Google Shape;11482;p65"/>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5"/>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5"/>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5"/>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5"/>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5"/>
          <p:cNvGrpSpPr/>
          <p:nvPr/>
        </p:nvGrpSpPr>
        <p:grpSpPr>
          <a:xfrm>
            <a:off x="6255238" y="2236849"/>
            <a:ext cx="271244" cy="360994"/>
            <a:chOff x="6255238" y="2412249"/>
            <a:chExt cx="271244" cy="360994"/>
          </a:xfrm>
        </p:grpSpPr>
        <p:sp>
          <p:nvSpPr>
            <p:cNvPr id="11488" name="Google Shape;11488;p65"/>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5"/>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5"/>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5"/>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5"/>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5"/>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4" name="Google Shape;11494;p65"/>
          <p:cNvGrpSpPr/>
          <p:nvPr/>
        </p:nvGrpSpPr>
        <p:grpSpPr>
          <a:xfrm>
            <a:off x="2185372" y="1782399"/>
            <a:ext cx="366664" cy="366981"/>
            <a:chOff x="2185372" y="1957799"/>
            <a:chExt cx="366664" cy="366981"/>
          </a:xfrm>
        </p:grpSpPr>
        <p:sp>
          <p:nvSpPr>
            <p:cNvPr id="11495" name="Google Shape;11495;p65"/>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5"/>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5"/>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5"/>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5"/>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5"/>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5"/>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5"/>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3" name="Google Shape;11503;p65"/>
          <p:cNvGrpSpPr/>
          <p:nvPr/>
        </p:nvGrpSpPr>
        <p:grpSpPr>
          <a:xfrm>
            <a:off x="1737258" y="1812971"/>
            <a:ext cx="370814" cy="307359"/>
            <a:chOff x="1737258" y="1988371"/>
            <a:chExt cx="370814" cy="307359"/>
          </a:xfrm>
        </p:grpSpPr>
        <p:sp>
          <p:nvSpPr>
            <p:cNvPr id="11504" name="Google Shape;11504;p65"/>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5"/>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5"/>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5"/>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8" name="Google Shape;11508;p65"/>
          <p:cNvGrpSpPr/>
          <p:nvPr/>
        </p:nvGrpSpPr>
        <p:grpSpPr>
          <a:xfrm>
            <a:off x="848983" y="1814111"/>
            <a:ext cx="369294" cy="304350"/>
            <a:chOff x="848983" y="1989511"/>
            <a:chExt cx="369294" cy="304350"/>
          </a:xfrm>
        </p:grpSpPr>
        <p:sp>
          <p:nvSpPr>
            <p:cNvPr id="11509" name="Google Shape;11509;p65"/>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5"/>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5"/>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5"/>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5"/>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4" name="Google Shape;11514;p65"/>
          <p:cNvGrpSpPr/>
          <p:nvPr/>
        </p:nvGrpSpPr>
        <p:grpSpPr>
          <a:xfrm>
            <a:off x="3074027" y="1808377"/>
            <a:ext cx="380604" cy="313854"/>
            <a:chOff x="3074027" y="1983777"/>
            <a:chExt cx="380604" cy="313854"/>
          </a:xfrm>
        </p:grpSpPr>
        <p:sp>
          <p:nvSpPr>
            <p:cNvPr id="11515" name="Google Shape;11515;p65"/>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5"/>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5"/>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5"/>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65"/>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0" name="Google Shape;11520;p65"/>
          <p:cNvGrpSpPr/>
          <p:nvPr/>
        </p:nvGrpSpPr>
        <p:grpSpPr>
          <a:xfrm>
            <a:off x="3522521" y="1800457"/>
            <a:ext cx="367013" cy="331278"/>
            <a:chOff x="3522521" y="1975857"/>
            <a:chExt cx="367013" cy="331278"/>
          </a:xfrm>
        </p:grpSpPr>
        <p:sp>
          <p:nvSpPr>
            <p:cNvPr id="11521" name="Google Shape;11521;p65"/>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5"/>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5"/>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5"/>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5"/>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5"/>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5"/>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65"/>
          <p:cNvGrpSpPr/>
          <p:nvPr/>
        </p:nvGrpSpPr>
        <p:grpSpPr>
          <a:xfrm>
            <a:off x="2630824" y="1801566"/>
            <a:ext cx="368185" cy="330454"/>
            <a:chOff x="2630824" y="1976966"/>
            <a:chExt cx="368185" cy="330454"/>
          </a:xfrm>
        </p:grpSpPr>
        <p:sp>
          <p:nvSpPr>
            <p:cNvPr id="11529" name="Google Shape;11529;p65"/>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5"/>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5"/>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5"/>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5"/>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5"/>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5"/>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5"/>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7" name="Google Shape;11537;p65"/>
          <p:cNvGrpSpPr/>
          <p:nvPr/>
        </p:nvGrpSpPr>
        <p:grpSpPr>
          <a:xfrm>
            <a:off x="1293706" y="1791016"/>
            <a:ext cx="369294" cy="350444"/>
            <a:chOff x="1293706" y="1966416"/>
            <a:chExt cx="369294" cy="350444"/>
          </a:xfrm>
        </p:grpSpPr>
        <p:sp>
          <p:nvSpPr>
            <p:cNvPr id="11538" name="Google Shape;11538;p65"/>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65"/>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65"/>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5"/>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5"/>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5"/>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5"/>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5"/>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65"/>
          <p:cNvGrpSpPr/>
          <p:nvPr/>
        </p:nvGrpSpPr>
        <p:grpSpPr>
          <a:xfrm>
            <a:off x="3967213" y="1800077"/>
            <a:ext cx="368185" cy="331816"/>
            <a:chOff x="3967213" y="1975477"/>
            <a:chExt cx="368185" cy="331816"/>
          </a:xfrm>
        </p:grpSpPr>
        <p:sp>
          <p:nvSpPr>
            <p:cNvPr id="11547" name="Google Shape;11547;p65"/>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5"/>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5"/>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65"/>
          <p:cNvGrpSpPr/>
          <p:nvPr/>
        </p:nvGrpSpPr>
        <p:grpSpPr>
          <a:xfrm>
            <a:off x="8047661" y="1793646"/>
            <a:ext cx="279132" cy="356875"/>
            <a:chOff x="8047661" y="1969046"/>
            <a:chExt cx="279132" cy="356875"/>
          </a:xfrm>
        </p:grpSpPr>
        <p:sp>
          <p:nvSpPr>
            <p:cNvPr id="11551" name="Google Shape;11551;p65"/>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5"/>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65"/>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5"/>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5" name="Google Shape;11555;p65"/>
          <p:cNvGrpSpPr/>
          <p:nvPr/>
        </p:nvGrpSpPr>
        <p:grpSpPr>
          <a:xfrm>
            <a:off x="7596157" y="1792759"/>
            <a:ext cx="279544" cy="358142"/>
            <a:chOff x="7596157" y="1968159"/>
            <a:chExt cx="279544" cy="358142"/>
          </a:xfrm>
        </p:grpSpPr>
        <p:sp>
          <p:nvSpPr>
            <p:cNvPr id="11556" name="Google Shape;11556;p65"/>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5"/>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5"/>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5"/>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5"/>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5"/>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2" name="Google Shape;11562;p65"/>
          <p:cNvGrpSpPr/>
          <p:nvPr/>
        </p:nvGrpSpPr>
        <p:grpSpPr>
          <a:xfrm>
            <a:off x="7147315" y="1793646"/>
            <a:ext cx="279513" cy="357636"/>
            <a:chOff x="7147315" y="1969046"/>
            <a:chExt cx="279513" cy="357636"/>
          </a:xfrm>
        </p:grpSpPr>
        <p:sp>
          <p:nvSpPr>
            <p:cNvPr id="11563" name="Google Shape;11563;p65"/>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5"/>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5"/>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5"/>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5"/>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5"/>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5"/>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0" name="Google Shape;11570;p65"/>
          <p:cNvGrpSpPr/>
          <p:nvPr/>
        </p:nvGrpSpPr>
        <p:grpSpPr>
          <a:xfrm>
            <a:off x="6697681" y="1792917"/>
            <a:ext cx="280305" cy="359093"/>
            <a:chOff x="6697681" y="1968317"/>
            <a:chExt cx="280305" cy="359093"/>
          </a:xfrm>
        </p:grpSpPr>
        <p:sp>
          <p:nvSpPr>
            <p:cNvPr id="11571" name="Google Shape;11571;p65"/>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5"/>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65"/>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5"/>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5"/>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5"/>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5"/>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65"/>
          <p:cNvGrpSpPr/>
          <p:nvPr/>
        </p:nvGrpSpPr>
        <p:grpSpPr>
          <a:xfrm>
            <a:off x="6248839" y="1792537"/>
            <a:ext cx="280273" cy="358744"/>
            <a:chOff x="6248839" y="1967937"/>
            <a:chExt cx="280273" cy="358744"/>
          </a:xfrm>
        </p:grpSpPr>
        <p:sp>
          <p:nvSpPr>
            <p:cNvPr id="11579" name="Google Shape;11579;p65"/>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5"/>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5"/>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5"/>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5"/>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5"/>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5" name="Google Shape;11585;p65"/>
          <p:cNvGrpSpPr/>
          <p:nvPr/>
        </p:nvGrpSpPr>
        <p:grpSpPr>
          <a:xfrm>
            <a:off x="5801485" y="1793646"/>
            <a:ext cx="279164" cy="357794"/>
            <a:chOff x="5801485" y="1969046"/>
            <a:chExt cx="279164" cy="357794"/>
          </a:xfrm>
        </p:grpSpPr>
        <p:sp>
          <p:nvSpPr>
            <p:cNvPr id="11586" name="Google Shape;11586;p65"/>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65"/>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5"/>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5"/>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5"/>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5"/>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5"/>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5"/>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5"/>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5"/>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5"/>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5"/>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5"/>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9" name="Google Shape;11599;p65"/>
          <p:cNvGrpSpPr/>
          <p:nvPr/>
        </p:nvGrpSpPr>
        <p:grpSpPr>
          <a:xfrm>
            <a:off x="5352643" y="1793646"/>
            <a:ext cx="278404" cy="358364"/>
            <a:chOff x="5352643" y="1969046"/>
            <a:chExt cx="278404" cy="358364"/>
          </a:xfrm>
        </p:grpSpPr>
        <p:sp>
          <p:nvSpPr>
            <p:cNvPr id="11600" name="Google Shape;11600;p65"/>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5"/>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5"/>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5"/>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4" name="Google Shape;11604;p65"/>
          <p:cNvGrpSpPr/>
          <p:nvPr/>
        </p:nvGrpSpPr>
        <p:grpSpPr>
          <a:xfrm>
            <a:off x="4897750" y="1792917"/>
            <a:ext cx="279132" cy="358364"/>
            <a:chOff x="4897750" y="1968317"/>
            <a:chExt cx="279132" cy="358364"/>
          </a:xfrm>
        </p:grpSpPr>
        <p:sp>
          <p:nvSpPr>
            <p:cNvPr id="11605" name="Google Shape;11605;p65"/>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5"/>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5"/>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5"/>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5"/>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5"/>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5"/>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5"/>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5"/>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5"/>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5"/>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5"/>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5"/>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18" name="Google Shape;11618;p65"/>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19" name="Google Shape;11619;p65"/>
          <p:cNvGrpSpPr/>
          <p:nvPr/>
        </p:nvGrpSpPr>
        <p:grpSpPr>
          <a:xfrm>
            <a:off x="1767449" y="1337644"/>
            <a:ext cx="324403" cy="347783"/>
            <a:chOff x="1767449" y="1513044"/>
            <a:chExt cx="324403" cy="347783"/>
          </a:xfrm>
        </p:grpSpPr>
        <p:sp>
          <p:nvSpPr>
            <p:cNvPr id="11620" name="Google Shape;11620;p65"/>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65"/>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65"/>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5"/>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5"/>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5"/>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5"/>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5"/>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5"/>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9" name="Google Shape;11629;p65"/>
          <p:cNvGrpSpPr/>
          <p:nvPr/>
        </p:nvGrpSpPr>
        <p:grpSpPr>
          <a:xfrm>
            <a:off x="4007193" y="1337327"/>
            <a:ext cx="320633" cy="348100"/>
            <a:chOff x="4007193" y="1512727"/>
            <a:chExt cx="320633" cy="348100"/>
          </a:xfrm>
        </p:grpSpPr>
        <p:sp>
          <p:nvSpPr>
            <p:cNvPr id="11630" name="Google Shape;11630;p65"/>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5"/>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5"/>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5"/>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5"/>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5" name="Google Shape;11635;p65"/>
          <p:cNvGrpSpPr/>
          <p:nvPr/>
        </p:nvGrpSpPr>
        <p:grpSpPr>
          <a:xfrm>
            <a:off x="3530425" y="1333347"/>
            <a:ext cx="368175" cy="344594"/>
            <a:chOff x="3530425" y="1508747"/>
            <a:chExt cx="368175" cy="344594"/>
          </a:xfrm>
        </p:grpSpPr>
        <p:sp>
          <p:nvSpPr>
            <p:cNvPr id="11636" name="Google Shape;11636;p65"/>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5"/>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5"/>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5"/>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0" name="Google Shape;11640;p65"/>
          <p:cNvGrpSpPr/>
          <p:nvPr/>
        </p:nvGrpSpPr>
        <p:grpSpPr>
          <a:xfrm>
            <a:off x="3127598" y="1337834"/>
            <a:ext cx="289714" cy="347593"/>
            <a:chOff x="3127598" y="1513234"/>
            <a:chExt cx="289714" cy="347593"/>
          </a:xfrm>
        </p:grpSpPr>
        <p:sp>
          <p:nvSpPr>
            <p:cNvPr id="11641" name="Google Shape;11641;p65"/>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5"/>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5"/>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5"/>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5"/>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6" name="Google Shape;11646;p65"/>
          <p:cNvGrpSpPr/>
          <p:nvPr/>
        </p:nvGrpSpPr>
        <p:grpSpPr>
          <a:xfrm>
            <a:off x="2662884" y="1337644"/>
            <a:ext cx="322914" cy="348543"/>
            <a:chOff x="2662884" y="1513044"/>
            <a:chExt cx="322914" cy="348543"/>
          </a:xfrm>
        </p:grpSpPr>
        <p:sp>
          <p:nvSpPr>
            <p:cNvPr id="11647" name="Google Shape;11647;p65"/>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5"/>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5"/>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65"/>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5"/>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5"/>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5"/>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5"/>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5"/>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5"/>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65"/>
          <p:cNvGrpSpPr/>
          <p:nvPr/>
        </p:nvGrpSpPr>
        <p:grpSpPr>
          <a:xfrm>
            <a:off x="2232511" y="1337359"/>
            <a:ext cx="299534" cy="348068"/>
            <a:chOff x="2232511" y="1512759"/>
            <a:chExt cx="299534" cy="348068"/>
          </a:xfrm>
        </p:grpSpPr>
        <p:sp>
          <p:nvSpPr>
            <p:cNvPr id="11658" name="Google Shape;11658;p65"/>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5"/>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65"/>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5"/>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5"/>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5"/>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5"/>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5"/>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5"/>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5"/>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5"/>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9" name="Google Shape;11669;p65"/>
          <p:cNvGrpSpPr/>
          <p:nvPr/>
        </p:nvGrpSpPr>
        <p:grpSpPr>
          <a:xfrm>
            <a:off x="1331406" y="1337961"/>
            <a:ext cx="301784" cy="348607"/>
            <a:chOff x="1331406" y="1513361"/>
            <a:chExt cx="301784" cy="348607"/>
          </a:xfrm>
        </p:grpSpPr>
        <p:sp>
          <p:nvSpPr>
            <p:cNvPr id="11670" name="Google Shape;11670;p65"/>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5"/>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5"/>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5"/>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5"/>
          <p:cNvGrpSpPr/>
          <p:nvPr/>
        </p:nvGrpSpPr>
        <p:grpSpPr>
          <a:xfrm>
            <a:off x="7144274" y="1324814"/>
            <a:ext cx="282174" cy="355735"/>
            <a:chOff x="7144274" y="1500214"/>
            <a:chExt cx="282174" cy="355735"/>
          </a:xfrm>
        </p:grpSpPr>
        <p:sp>
          <p:nvSpPr>
            <p:cNvPr id="11675" name="Google Shape;11675;p65"/>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5"/>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5"/>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5"/>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5"/>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5"/>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1" name="Google Shape;11681;p65"/>
          <p:cNvGrpSpPr/>
          <p:nvPr/>
        </p:nvGrpSpPr>
        <p:grpSpPr>
          <a:xfrm>
            <a:off x="6685262" y="1324814"/>
            <a:ext cx="289682" cy="354594"/>
            <a:chOff x="6685262" y="1500214"/>
            <a:chExt cx="289682" cy="354594"/>
          </a:xfrm>
        </p:grpSpPr>
        <p:sp>
          <p:nvSpPr>
            <p:cNvPr id="11682" name="Google Shape;11682;p65"/>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5"/>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5"/>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5"/>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6" name="Google Shape;11686;p65"/>
          <p:cNvGrpSpPr/>
          <p:nvPr/>
        </p:nvGrpSpPr>
        <p:grpSpPr>
          <a:xfrm>
            <a:off x="6200938" y="1325194"/>
            <a:ext cx="322154" cy="355355"/>
            <a:chOff x="6200938" y="1500594"/>
            <a:chExt cx="322154" cy="355355"/>
          </a:xfrm>
        </p:grpSpPr>
        <p:sp>
          <p:nvSpPr>
            <p:cNvPr id="11687" name="Google Shape;11687;p65"/>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5"/>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5"/>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65"/>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5"/>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2" name="Google Shape;11692;p65"/>
          <p:cNvGrpSpPr/>
          <p:nvPr/>
        </p:nvGrpSpPr>
        <p:grpSpPr>
          <a:xfrm>
            <a:off x="5289631" y="1324814"/>
            <a:ext cx="332355" cy="354974"/>
            <a:chOff x="5289631" y="1500214"/>
            <a:chExt cx="332355" cy="354974"/>
          </a:xfrm>
        </p:grpSpPr>
        <p:sp>
          <p:nvSpPr>
            <p:cNvPr id="11693" name="Google Shape;11693;p65"/>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5"/>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5"/>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5"/>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5"/>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5"/>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9" name="Google Shape;11699;p65"/>
          <p:cNvGrpSpPr/>
          <p:nvPr/>
        </p:nvGrpSpPr>
        <p:grpSpPr>
          <a:xfrm>
            <a:off x="5748295" y="1324433"/>
            <a:ext cx="323294" cy="356115"/>
            <a:chOff x="5748295" y="1499833"/>
            <a:chExt cx="323294" cy="356115"/>
          </a:xfrm>
        </p:grpSpPr>
        <p:sp>
          <p:nvSpPr>
            <p:cNvPr id="11700" name="Google Shape;11700;p65"/>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5"/>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5"/>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5"/>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5"/>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5"/>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5"/>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65"/>
          <p:cNvGrpSpPr/>
          <p:nvPr/>
        </p:nvGrpSpPr>
        <p:grpSpPr>
          <a:xfrm>
            <a:off x="8047661" y="1325637"/>
            <a:ext cx="278404" cy="355260"/>
            <a:chOff x="8047661" y="1501037"/>
            <a:chExt cx="278404" cy="355260"/>
          </a:xfrm>
        </p:grpSpPr>
        <p:sp>
          <p:nvSpPr>
            <p:cNvPr id="11708" name="Google Shape;11708;p65"/>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5"/>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5"/>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5"/>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2" name="Google Shape;11712;p65"/>
          <p:cNvGrpSpPr/>
          <p:nvPr/>
        </p:nvGrpSpPr>
        <p:grpSpPr>
          <a:xfrm>
            <a:off x="4903389" y="1324814"/>
            <a:ext cx="267854" cy="355735"/>
            <a:chOff x="4903389" y="1500214"/>
            <a:chExt cx="267854" cy="355735"/>
          </a:xfrm>
        </p:grpSpPr>
        <p:sp>
          <p:nvSpPr>
            <p:cNvPr id="11713" name="Google Shape;11713;p65"/>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5"/>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5"/>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5"/>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5"/>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8" name="Google Shape;11718;p65"/>
          <p:cNvGrpSpPr/>
          <p:nvPr/>
        </p:nvGrpSpPr>
        <p:grpSpPr>
          <a:xfrm>
            <a:off x="7613518" y="1325954"/>
            <a:ext cx="264433" cy="353074"/>
            <a:chOff x="7613518" y="1501354"/>
            <a:chExt cx="264433" cy="353074"/>
          </a:xfrm>
        </p:grpSpPr>
        <p:sp>
          <p:nvSpPr>
            <p:cNvPr id="11719" name="Google Shape;11719;p65"/>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5"/>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5"/>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5"/>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65"/>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65"/>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25" name="Google Shape;11725;p65"/>
          <p:cNvSpPr txBox="1"/>
          <p:nvPr/>
        </p:nvSpPr>
        <p:spPr>
          <a:xfrm>
            <a:off x="849675"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1726" name="Google Shape;11726;p65"/>
          <p:cNvSpPr txBox="1"/>
          <p:nvPr/>
        </p:nvSpPr>
        <p:spPr>
          <a:xfrm>
            <a:off x="4858400"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730"/>
        <p:cNvGrpSpPr/>
        <p:nvPr/>
      </p:nvGrpSpPr>
      <p:grpSpPr>
        <a:xfrm>
          <a:off x="0" y="0"/>
          <a:ext cx="0" cy="0"/>
          <a:chOff x="0" y="0"/>
          <a:chExt cx="0" cy="0"/>
        </a:xfrm>
      </p:grpSpPr>
      <p:grpSp>
        <p:nvGrpSpPr>
          <p:cNvPr id="11731" name="Google Shape;11731;p66"/>
          <p:cNvGrpSpPr/>
          <p:nvPr/>
        </p:nvGrpSpPr>
        <p:grpSpPr>
          <a:xfrm>
            <a:off x="1757085" y="1325225"/>
            <a:ext cx="371069" cy="359396"/>
            <a:chOff x="1757085" y="1500675"/>
            <a:chExt cx="371069" cy="359396"/>
          </a:xfrm>
        </p:grpSpPr>
        <p:sp>
          <p:nvSpPr>
            <p:cNvPr id="11732" name="Google Shape;11732;p66"/>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6"/>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6"/>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6"/>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6"/>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6"/>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6"/>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6"/>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6"/>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6"/>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6"/>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66"/>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66"/>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6"/>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6"/>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6"/>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6"/>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1" name="Google Shape;11761;p66"/>
          <p:cNvGrpSpPr/>
          <p:nvPr/>
        </p:nvGrpSpPr>
        <p:grpSpPr>
          <a:xfrm>
            <a:off x="2774209" y="1779241"/>
            <a:ext cx="116693" cy="374186"/>
            <a:chOff x="2774209" y="1954691"/>
            <a:chExt cx="116693" cy="374186"/>
          </a:xfrm>
        </p:grpSpPr>
        <p:sp>
          <p:nvSpPr>
            <p:cNvPr id="11762" name="Google Shape;11762;p66"/>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6"/>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66"/>
          <p:cNvGrpSpPr/>
          <p:nvPr/>
        </p:nvGrpSpPr>
        <p:grpSpPr>
          <a:xfrm>
            <a:off x="4017435" y="1324462"/>
            <a:ext cx="315092" cy="359397"/>
            <a:chOff x="4017435" y="1499912"/>
            <a:chExt cx="315092" cy="359397"/>
          </a:xfrm>
        </p:grpSpPr>
        <p:sp>
          <p:nvSpPr>
            <p:cNvPr id="11765" name="Google Shape;11765;p66"/>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6"/>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7" name="Google Shape;11767;p66"/>
          <p:cNvGrpSpPr/>
          <p:nvPr/>
        </p:nvGrpSpPr>
        <p:grpSpPr>
          <a:xfrm>
            <a:off x="3963652" y="1824309"/>
            <a:ext cx="374154" cy="284050"/>
            <a:chOff x="3963652" y="1999759"/>
            <a:chExt cx="374154" cy="284050"/>
          </a:xfrm>
        </p:grpSpPr>
        <p:sp>
          <p:nvSpPr>
            <p:cNvPr id="11768" name="Google Shape;11768;p66"/>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6"/>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6"/>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1" name="Google Shape;11771;p66"/>
          <p:cNvGrpSpPr/>
          <p:nvPr/>
        </p:nvGrpSpPr>
        <p:grpSpPr>
          <a:xfrm>
            <a:off x="1777536" y="1839416"/>
            <a:ext cx="376444" cy="253772"/>
            <a:chOff x="1777536" y="2014866"/>
            <a:chExt cx="376444" cy="253772"/>
          </a:xfrm>
        </p:grpSpPr>
        <p:sp>
          <p:nvSpPr>
            <p:cNvPr id="11772" name="Google Shape;11772;p66"/>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6"/>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6"/>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6"/>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6"/>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66"/>
          <p:cNvGrpSpPr/>
          <p:nvPr/>
        </p:nvGrpSpPr>
        <p:grpSpPr>
          <a:xfrm>
            <a:off x="1309875" y="1881876"/>
            <a:ext cx="374154" cy="169680"/>
            <a:chOff x="1309875" y="2057326"/>
            <a:chExt cx="374154" cy="169680"/>
          </a:xfrm>
        </p:grpSpPr>
        <p:sp>
          <p:nvSpPr>
            <p:cNvPr id="11778" name="Google Shape;11778;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6"/>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6"/>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6"/>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6"/>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6"/>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6"/>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9" name="Google Shape;11789;p66"/>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0" name="Google Shape;11790;p66"/>
          <p:cNvGrpSpPr/>
          <p:nvPr/>
        </p:nvGrpSpPr>
        <p:grpSpPr>
          <a:xfrm>
            <a:off x="2347450" y="1779114"/>
            <a:ext cx="113639" cy="373168"/>
            <a:chOff x="2347450" y="1954564"/>
            <a:chExt cx="113639" cy="373168"/>
          </a:xfrm>
        </p:grpSpPr>
        <p:sp>
          <p:nvSpPr>
            <p:cNvPr id="11791" name="Google Shape;11791;p66"/>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6"/>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3" name="Google Shape;11793;p66"/>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4" name="Google Shape;11794;p66"/>
          <p:cNvGrpSpPr/>
          <p:nvPr/>
        </p:nvGrpSpPr>
        <p:grpSpPr>
          <a:xfrm>
            <a:off x="3110102" y="1324430"/>
            <a:ext cx="330613" cy="358379"/>
            <a:chOff x="3110102" y="1499880"/>
            <a:chExt cx="330613" cy="358379"/>
          </a:xfrm>
        </p:grpSpPr>
        <p:sp>
          <p:nvSpPr>
            <p:cNvPr id="11795" name="Google Shape;11795;p66"/>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6"/>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6"/>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6"/>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6"/>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6"/>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6"/>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2" name="Google Shape;11802;p66"/>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3" name="Google Shape;11803;p66"/>
          <p:cNvGrpSpPr/>
          <p:nvPr/>
        </p:nvGrpSpPr>
        <p:grpSpPr>
          <a:xfrm>
            <a:off x="3485575" y="1824309"/>
            <a:ext cx="373772" cy="284050"/>
            <a:chOff x="3531200" y="1999759"/>
            <a:chExt cx="373772" cy="284050"/>
          </a:xfrm>
        </p:grpSpPr>
        <p:sp>
          <p:nvSpPr>
            <p:cNvPr id="11804" name="Google Shape;11804;p66"/>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6"/>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6"/>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6"/>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8" name="Google Shape;11808;p66"/>
          <p:cNvGrpSpPr/>
          <p:nvPr/>
        </p:nvGrpSpPr>
        <p:grpSpPr>
          <a:xfrm>
            <a:off x="2667058" y="1324843"/>
            <a:ext cx="330231" cy="359015"/>
            <a:chOff x="2667058" y="1500293"/>
            <a:chExt cx="330231" cy="359015"/>
          </a:xfrm>
        </p:grpSpPr>
        <p:sp>
          <p:nvSpPr>
            <p:cNvPr id="11809" name="Google Shape;11809;p66"/>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6"/>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6"/>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6"/>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6"/>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6"/>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6"/>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6"/>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6"/>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6"/>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6"/>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6"/>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7" name="Google Shape;11827;p66"/>
          <p:cNvGrpSpPr/>
          <p:nvPr/>
        </p:nvGrpSpPr>
        <p:grpSpPr>
          <a:xfrm>
            <a:off x="3567553" y="1324462"/>
            <a:ext cx="320022" cy="359778"/>
            <a:chOff x="3567553" y="1499912"/>
            <a:chExt cx="320022" cy="359778"/>
          </a:xfrm>
        </p:grpSpPr>
        <p:sp>
          <p:nvSpPr>
            <p:cNvPr id="11828" name="Google Shape;11828;p66"/>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6"/>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6"/>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6"/>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6"/>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6"/>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4" name="Google Shape;11834;p66"/>
          <p:cNvGrpSpPr/>
          <p:nvPr/>
        </p:nvGrpSpPr>
        <p:grpSpPr>
          <a:xfrm>
            <a:off x="1309875" y="1324462"/>
            <a:ext cx="359015" cy="358633"/>
            <a:chOff x="1309875" y="1499912"/>
            <a:chExt cx="359015" cy="358633"/>
          </a:xfrm>
        </p:grpSpPr>
        <p:sp>
          <p:nvSpPr>
            <p:cNvPr id="11835" name="Google Shape;11835;p66"/>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66"/>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6"/>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6"/>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6"/>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6"/>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6"/>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6"/>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6"/>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4" name="Google Shape;11844;p66"/>
          <p:cNvGrpSpPr/>
          <p:nvPr/>
        </p:nvGrpSpPr>
        <p:grpSpPr>
          <a:xfrm>
            <a:off x="2219466" y="1324843"/>
            <a:ext cx="330613" cy="359015"/>
            <a:chOff x="2219466" y="1500293"/>
            <a:chExt cx="330613" cy="359015"/>
          </a:xfrm>
        </p:grpSpPr>
        <p:sp>
          <p:nvSpPr>
            <p:cNvPr id="11845" name="Google Shape;11845;p66"/>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6"/>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66"/>
          <p:cNvGrpSpPr/>
          <p:nvPr/>
        </p:nvGrpSpPr>
        <p:grpSpPr>
          <a:xfrm>
            <a:off x="5343544" y="1333908"/>
            <a:ext cx="244676" cy="351095"/>
            <a:chOff x="5343544" y="1509358"/>
            <a:chExt cx="244676" cy="351095"/>
          </a:xfrm>
        </p:grpSpPr>
        <p:sp>
          <p:nvSpPr>
            <p:cNvPr id="11848" name="Google Shape;11848;p66"/>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6"/>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6"/>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66"/>
          <p:cNvGrpSpPr/>
          <p:nvPr/>
        </p:nvGrpSpPr>
        <p:grpSpPr>
          <a:xfrm>
            <a:off x="4882340" y="1333908"/>
            <a:ext cx="246171" cy="351095"/>
            <a:chOff x="4882340" y="1509358"/>
            <a:chExt cx="246171" cy="351095"/>
          </a:xfrm>
        </p:grpSpPr>
        <p:sp>
          <p:nvSpPr>
            <p:cNvPr id="11852" name="Google Shape;11852;p66"/>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6"/>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6"/>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6"/>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6"/>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7" name="Google Shape;11857;p66"/>
          <p:cNvGrpSpPr/>
          <p:nvPr/>
        </p:nvGrpSpPr>
        <p:grpSpPr>
          <a:xfrm>
            <a:off x="6273204" y="1333558"/>
            <a:ext cx="236343" cy="351445"/>
            <a:chOff x="6273204" y="1509008"/>
            <a:chExt cx="236343" cy="351445"/>
          </a:xfrm>
        </p:grpSpPr>
        <p:sp>
          <p:nvSpPr>
            <p:cNvPr id="11858" name="Google Shape;11858;p66"/>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6"/>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0" name="Google Shape;11860;p66"/>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1" name="Google Shape;11861;p66"/>
          <p:cNvGrpSpPr/>
          <p:nvPr/>
        </p:nvGrpSpPr>
        <p:grpSpPr>
          <a:xfrm>
            <a:off x="7219530" y="1332794"/>
            <a:ext cx="191625" cy="352209"/>
            <a:chOff x="7219530" y="1508244"/>
            <a:chExt cx="191625" cy="352209"/>
          </a:xfrm>
        </p:grpSpPr>
        <p:sp>
          <p:nvSpPr>
            <p:cNvPr id="11862" name="Google Shape;11862;p66"/>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6"/>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4" name="Google Shape;11864;p66"/>
          <p:cNvGrpSpPr/>
          <p:nvPr/>
        </p:nvGrpSpPr>
        <p:grpSpPr>
          <a:xfrm>
            <a:off x="7699309" y="1333176"/>
            <a:ext cx="154922" cy="351827"/>
            <a:chOff x="7699309" y="1508626"/>
            <a:chExt cx="154922" cy="351827"/>
          </a:xfrm>
        </p:grpSpPr>
        <p:sp>
          <p:nvSpPr>
            <p:cNvPr id="11865" name="Google Shape;11865;p66"/>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6"/>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6"/>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6"/>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6"/>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6"/>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6"/>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2" name="Google Shape;11872;p66"/>
          <p:cNvGrpSpPr/>
          <p:nvPr/>
        </p:nvGrpSpPr>
        <p:grpSpPr>
          <a:xfrm>
            <a:off x="8161690" y="1333558"/>
            <a:ext cx="153396" cy="351064"/>
            <a:chOff x="8161690" y="1509008"/>
            <a:chExt cx="153396" cy="351064"/>
          </a:xfrm>
        </p:grpSpPr>
        <p:sp>
          <p:nvSpPr>
            <p:cNvPr id="11873" name="Google Shape;11873;p66"/>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6"/>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6"/>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6"/>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66"/>
          <p:cNvGrpSpPr/>
          <p:nvPr/>
        </p:nvGrpSpPr>
        <p:grpSpPr>
          <a:xfrm>
            <a:off x="6746940" y="1333431"/>
            <a:ext cx="213221" cy="352304"/>
            <a:chOff x="6746940" y="1508881"/>
            <a:chExt cx="213221" cy="352304"/>
          </a:xfrm>
        </p:grpSpPr>
        <p:sp>
          <p:nvSpPr>
            <p:cNvPr id="11878" name="Google Shape;11878;p66"/>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6"/>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6"/>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6"/>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2" name="Google Shape;11882;p66"/>
          <p:cNvGrpSpPr/>
          <p:nvPr/>
        </p:nvGrpSpPr>
        <p:grpSpPr>
          <a:xfrm>
            <a:off x="5770336" y="1832165"/>
            <a:ext cx="350682" cy="292097"/>
            <a:chOff x="5770336" y="2007615"/>
            <a:chExt cx="350682" cy="292097"/>
          </a:xfrm>
        </p:grpSpPr>
        <p:sp>
          <p:nvSpPr>
            <p:cNvPr id="11883" name="Google Shape;11883;p66"/>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6"/>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6"/>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6"/>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7" name="Google Shape;11887;p66"/>
          <p:cNvGrpSpPr/>
          <p:nvPr/>
        </p:nvGrpSpPr>
        <p:grpSpPr>
          <a:xfrm>
            <a:off x="5326878" y="1804908"/>
            <a:ext cx="350332" cy="346229"/>
            <a:chOff x="5326878" y="1980358"/>
            <a:chExt cx="350332" cy="346229"/>
          </a:xfrm>
        </p:grpSpPr>
        <p:sp>
          <p:nvSpPr>
            <p:cNvPr id="11888" name="Google Shape;11888;p66"/>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6"/>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6"/>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6"/>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92" name="Google Shape;11892;p66"/>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93" name="Google Shape;11893;p66"/>
          <p:cNvGrpSpPr/>
          <p:nvPr/>
        </p:nvGrpSpPr>
        <p:grpSpPr>
          <a:xfrm>
            <a:off x="4883835" y="1817121"/>
            <a:ext cx="350300" cy="323043"/>
            <a:chOff x="4883835" y="1992571"/>
            <a:chExt cx="350300" cy="323043"/>
          </a:xfrm>
        </p:grpSpPr>
        <p:sp>
          <p:nvSpPr>
            <p:cNvPr id="11894" name="Google Shape;11894;p66"/>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6"/>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6"/>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6"/>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6"/>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6"/>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66"/>
          <p:cNvGrpSpPr/>
          <p:nvPr/>
        </p:nvGrpSpPr>
        <p:grpSpPr>
          <a:xfrm>
            <a:off x="7548967" y="1803477"/>
            <a:ext cx="333285" cy="349950"/>
            <a:chOff x="7548967" y="1978927"/>
            <a:chExt cx="333285" cy="349950"/>
          </a:xfrm>
        </p:grpSpPr>
        <p:sp>
          <p:nvSpPr>
            <p:cNvPr id="11901" name="Google Shape;11901;p66"/>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6"/>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6"/>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6"/>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6"/>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6"/>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6"/>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8" name="Google Shape;11908;p66"/>
          <p:cNvGrpSpPr/>
          <p:nvPr/>
        </p:nvGrpSpPr>
        <p:grpSpPr>
          <a:xfrm>
            <a:off x="6214142" y="1803477"/>
            <a:ext cx="346515" cy="350300"/>
            <a:chOff x="6214142" y="1978927"/>
            <a:chExt cx="346515" cy="350300"/>
          </a:xfrm>
        </p:grpSpPr>
        <p:sp>
          <p:nvSpPr>
            <p:cNvPr id="11909" name="Google Shape;11909;p66"/>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6"/>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1" name="Google Shape;11911;p66"/>
          <p:cNvGrpSpPr/>
          <p:nvPr/>
        </p:nvGrpSpPr>
        <p:grpSpPr>
          <a:xfrm>
            <a:off x="7105923" y="1803095"/>
            <a:ext cx="333285" cy="350682"/>
            <a:chOff x="7105923" y="1978545"/>
            <a:chExt cx="333285" cy="350682"/>
          </a:xfrm>
        </p:grpSpPr>
        <p:sp>
          <p:nvSpPr>
            <p:cNvPr id="11912" name="Google Shape;11912;p66"/>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6"/>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6"/>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6"/>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6"/>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6"/>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6"/>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9" name="Google Shape;11919;p66"/>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6"/>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21" name="Google Shape;11921;p66"/>
          <p:cNvGrpSpPr/>
          <p:nvPr/>
        </p:nvGrpSpPr>
        <p:grpSpPr>
          <a:xfrm>
            <a:off x="3616406" y="2246902"/>
            <a:ext cx="203393" cy="351827"/>
            <a:chOff x="3616406" y="2422352"/>
            <a:chExt cx="203393" cy="351827"/>
          </a:xfrm>
        </p:grpSpPr>
        <p:sp>
          <p:nvSpPr>
            <p:cNvPr id="11922" name="Google Shape;11922;p66"/>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6"/>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4" name="Google Shape;11924;p66"/>
          <p:cNvGrpSpPr/>
          <p:nvPr/>
        </p:nvGrpSpPr>
        <p:grpSpPr>
          <a:xfrm>
            <a:off x="878187" y="2246520"/>
            <a:ext cx="272696" cy="351827"/>
            <a:chOff x="913012" y="2421970"/>
            <a:chExt cx="272696" cy="351827"/>
          </a:xfrm>
        </p:grpSpPr>
        <p:sp>
          <p:nvSpPr>
            <p:cNvPr id="11925" name="Google Shape;11925;p66"/>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6"/>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6"/>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6"/>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9" name="Google Shape;11929;p66"/>
          <p:cNvGrpSpPr/>
          <p:nvPr/>
        </p:nvGrpSpPr>
        <p:grpSpPr>
          <a:xfrm>
            <a:off x="2274743" y="2246902"/>
            <a:ext cx="255649" cy="351445"/>
            <a:chOff x="2274743" y="2422352"/>
            <a:chExt cx="255649" cy="351445"/>
          </a:xfrm>
        </p:grpSpPr>
        <p:sp>
          <p:nvSpPr>
            <p:cNvPr id="11930" name="Google Shape;11930;p66"/>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6"/>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6"/>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3" name="Google Shape;11933;p66"/>
          <p:cNvGrpSpPr/>
          <p:nvPr/>
        </p:nvGrpSpPr>
        <p:grpSpPr>
          <a:xfrm>
            <a:off x="2708723" y="2245789"/>
            <a:ext cx="246552" cy="352558"/>
            <a:chOff x="2708723" y="2421239"/>
            <a:chExt cx="246552" cy="352558"/>
          </a:xfrm>
        </p:grpSpPr>
        <p:sp>
          <p:nvSpPr>
            <p:cNvPr id="11934" name="Google Shape;11934;p66"/>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6"/>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6" name="Google Shape;11936;p66"/>
          <p:cNvGrpSpPr/>
          <p:nvPr/>
        </p:nvGrpSpPr>
        <p:grpSpPr>
          <a:xfrm>
            <a:off x="1835485" y="2246902"/>
            <a:ext cx="259433" cy="350714"/>
            <a:chOff x="1835485" y="2422352"/>
            <a:chExt cx="259433" cy="350714"/>
          </a:xfrm>
        </p:grpSpPr>
        <p:sp>
          <p:nvSpPr>
            <p:cNvPr id="11937" name="Google Shape;11937;p66"/>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6"/>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6"/>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6"/>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6"/>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6"/>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66"/>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4" name="Google Shape;11944;p66"/>
          <p:cNvGrpSpPr/>
          <p:nvPr/>
        </p:nvGrpSpPr>
        <p:grpSpPr>
          <a:xfrm>
            <a:off x="3150240" y="2246902"/>
            <a:ext cx="212489" cy="351445"/>
            <a:chOff x="3150240" y="2422352"/>
            <a:chExt cx="212489" cy="351445"/>
          </a:xfrm>
        </p:grpSpPr>
        <p:sp>
          <p:nvSpPr>
            <p:cNvPr id="11945" name="Google Shape;11945;p66"/>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6"/>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66"/>
          <p:cNvGrpSpPr/>
          <p:nvPr/>
        </p:nvGrpSpPr>
        <p:grpSpPr>
          <a:xfrm>
            <a:off x="1367060" y="2246679"/>
            <a:ext cx="269261" cy="352050"/>
            <a:chOff x="1367060" y="2422129"/>
            <a:chExt cx="269261" cy="352050"/>
          </a:xfrm>
        </p:grpSpPr>
        <p:sp>
          <p:nvSpPr>
            <p:cNvPr id="11948" name="Google Shape;11948;p66"/>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6"/>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6"/>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6"/>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6"/>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6"/>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6"/>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6"/>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6"/>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6"/>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6"/>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6"/>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6"/>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6"/>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66"/>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66"/>
          <p:cNvGrpSpPr/>
          <p:nvPr/>
        </p:nvGrpSpPr>
        <p:grpSpPr>
          <a:xfrm>
            <a:off x="4882690" y="2249955"/>
            <a:ext cx="274573" cy="350682"/>
            <a:chOff x="4882690" y="2425405"/>
            <a:chExt cx="274573" cy="350682"/>
          </a:xfrm>
        </p:grpSpPr>
        <p:sp>
          <p:nvSpPr>
            <p:cNvPr id="11964" name="Google Shape;11964;p66"/>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6"/>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66"/>
          <p:cNvGrpSpPr/>
          <p:nvPr/>
        </p:nvGrpSpPr>
        <p:grpSpPr>
          <a:xfrm>
            <a:off x="6627639" y="2268434"/>
            <a:ext cx="355993" cy="313247"/>
            <a:chOff x="6627639" y="2443884"/>
            <a:chExt cx="355993" cy="313247"/>
          </a:xfrm>
        </p:grpSpPr>
        <p:sp>
          <p:nvSpPr>
            <p:cNvPr id="11967" name="Google Shape;11967;p66"/>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6"/>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6"/>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66"/>
          <p:cNvGrpSpPr/>
          <p:nvPr/>
        </p:nvGrpSpPr>
        <p:grpSpPr>
          <a:xfrm>
            <a:off x="6183451" y="2286690"/>
            <a:ext cx="351445" cy="277976"/>
            <a:chOff x="6183451" y="2462140"/>
            <a:chExt cx="351445" cy="277976"/>
          </a:xfrm>
        </p:grpSpPr>
        <p:sp>
          <p:nvSpPr>
            <p:cNvPr id="11971" name="Google Shape;11971;p66"/>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6"/>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6"/>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6"/>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6"/>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6"/>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6"/>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8" name="Google Shape;11978;p66"/>
          <p:cNvGrpSpPr/>
          <p:nvPr/>
        </p:nvGrpSpPr>
        <p:grpSpPr>
          <a:xfrm>
            <a:off x="5735477" y="2254408"/>
            <a:ext cx="353354" cy="341299"/>
            <a:chOff x="5735477" y="2429858"/>
            <a:chExt cx="353354" cy="341299"/>
          </a:xfrm>
        </p:grpSpPr>
        <p:sp>
          <p:nvSpPr>
            <p:cNvPr id="11979" name="Google Shape;11979;p66"/>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6"/>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6"/>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6"/>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6"/>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6"/>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5" name="Google Shape;11985;p66"/>
          <p:cNvGrpSpPr/>
          <p:nvPr/>
        </p:nvGrpSpPr>
        <p:grpSpPr>
          <a:xfrm>
            <a:off x="5243735" y="2271523"/>
            <a:ext cx="405255" cy="275499"/>
            <a:chOff x="5283337" y="2478774"/>
            <a:chExt cx="358633" cy="243913"/>
          </a:xfrm>
        </p:grpSpPr>
        <p:sp>
          <p:nvSpPr>
            <p:cNvPr id="11986" name="Google Shape;11986;p66"/>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6"/>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6"/>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6"/>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6"/>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6"/>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6"/>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6"/>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6"/>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6"/>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6"/>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6"/>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6"/>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6"/>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6"/>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6"/>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6"/>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3" name="Google Shape;12003;p66"/>
          <p:cNvGrpSpPr/>
          <p:nvPr/>
        </p:nvGrpSpPr>
        <p:grpSpPr>
          <a:xfrm>
            <a:off x="7964753" y="2295373"/>
            <a:ext cx="362068" cy="258670"/>
            <a:chOff x="7964753" y="2470823"/>
            <a:chExt cx="362068" cy="258670"/>
          </a:xfrm>
        </p:grpSpPr>
        <p:sp>
          <p:nvSpPr>
            <p:cNvPr id="12004" name="Google Shape;12004;p66"/>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6"/>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6"/>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6"/>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6"/>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66"/>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6"/>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6"/>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6"/>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3" name="Google Shape;12013;p66"/>
          <p:cNvGrpSpPr/>
          <p:nvPr/>
        </p:nvGrpSpPr>
        <p:grpSpPr>
          <a:xfrm>
            <a:off x="7524349" y="2280997"/>
            <a:ext cx="350332" cy="288948"/>
            <a:chOff x="7524349" y="2456447"/>
            <a:chExt cx="350332" cy="288948"/>
          </a:xfrm>
        </p:grpSpPr>
        <p:sp>
          <p:nvSpPr>
            <p:cNvPr id="12014" name="Google Shape;12014;p66"/>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6"/>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6"/>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6"/>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6"/>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9" name="Google Shape;12019;p66"/>
          <p:cNvGrpSpPr/>
          <p:nvPr/>
        </p:nvGrpSpPr>
        <p:grpSpPr>
          <a:xfrm>
            <a:off x="3972749" y="2718761"/>
            <a:ext cx="355230" cy="356725"/>
            <a:chOff x="3972749" y="2894211"/>
            <a:chExt cx="355230" cy="356725"/>
          </a:xfrm>
        </p:grpSpPr>
        <p:sp>
          <p:nvSpPr>
            <p:cNvPr id="12020" name="Google Shape;12020;p66"/>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6"/>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6"/>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6"/>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6"/>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5" name="Google Shape;12025;p66"/>
          <p:cNvGrpSpPr/>
          <p:nvPr/>
        </p:nvGrpSpPr>
        <p:grpSpPr>
          <a:xfrm>
            <a:off x="3527797" y="2743346"/>
            <a:ext cx="355993" cy="307904"/>
            <a:chOff x="3527797" y="2918796"/>
            <a:chExt cx="355993" cy="307904"/>
          </a:xfrm>
        </p:grpSpPr>
        <p:sp>
          <p:nvSpPr>
            <p:cNvPr id="12026" name="Google Shape;12026;p66"/>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6"/>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6"/>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6"/>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6"/>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6"/>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6"/>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6"/>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6"/>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6"/>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66"/>
          <p:cNvGrpSpPr/>
          <p:nvPr/>
        </p:nvGrpSpPr>
        <p:grpSpPr>
          <a:xfrm>
            <a:off x="3082845" y="2745509"/>
            <a:ext cx="356375" cy="302338"/>
            <a:chOff x="3082845" y="2920959"/>
            <a:chExt cx="356375" cy="302338"/>
          </a:xfrm>
        </p:grpSpPr>
        <p:sp>
          <p:nvSpPr>
            <p:cNvPr id="12037" name="Google Shape;12037;p66"/>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6"/>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9" name="Google Shape;12039;p66"/>
          <p:cNvGrpSpPr/>
          <p:nvPr/>
        </p:nvGrpSpPr>
        <p:grpSpPr>
          <a:xfrm>
            <a:off x="2639038" y="2719492"/>
            <a:ext cx="355612" cy="355612"/>
            <a:chOff x="2639038" y="2894942"/>
            <a:chExt cx="355612" cy="355612"/>
          </a:xfrm>
        </p:grpSpPr>
        <p:sp>
          <p:nvSpPr>
            <p:cNvPr id="12040" name="Google Shape;12040;p66"/>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6"/>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2" name="Google Shape;12042;p66"/>
          <p:cNvGrpSpPr/>
          <p:nvPr/>
        </p:nvGrpSpPr>
        <p:grpSpPr>
          <a:xfrm>
            <a:off x="2194468" y="2763415"/>
            <a:ext cx="355993" cy="267766"/>
            <a:chOff x="2194468" y="2938865"/>
            <a:chExt cx="355993" cy="267766"/>
          </a:xfrm>
        </p:grpSpPr>
        <p:sp>
          <p:nvSpPr>
            <p:cNvPr id="12043" name="Google Shape;12043;p66"/>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6"/>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6"/>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6"/>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6"/>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6"/>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6"/>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6"/>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66"/>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66"/>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6"/>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6"/>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6"/>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6"/>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6"/>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6"/>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6"/>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6"/>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6"/>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6"/>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66"/>
          <p:cNvGrpSpPr/>
          <p:nvPr/>
        </p:nvGrpSpPr>
        <p:grpSpPr>
          <a:xfrm>
            <a:off x="1749897" y="2719111"/>
            <a:ext cx="355993" cy="355612"/>
            <a:chOff x="1749897" y="2894561"/>
            <a:chExt cx="355993" cy="355612"/>
          </a:xfrm>
        </p:grpSpPr>
        <p:sp>
          <p:nvSpPr>
            <p:cNvPr id="12064" name="Google Shape;12064;p66"/>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6"/>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6"/>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6"/>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6"/>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6"/>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6"/>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6"/>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6"/>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6"/>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6"/>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5" name="Google Shape;12075;p66"/>
          <p:cNvGrpSpPr/>
          <p:nvPr/>
        </p:nvGrpSpPr>
        <p:grpSpPr>
          <a:xfrm>
            <a:off x="1305327" y="2718761"/>
            <a:ext cx="357520" cy="357488"/>
            <a:chOff x="1305327" y="2894211"/>
            <a:chExt cx="357520" cy="357488"/>
          </a:xfrm>
        </p:grpSpPr>
        <p:sp>
          <p:nvSpPr>
            <p:cNvPr id="12076" name="Google Shape;12076;p66"/>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6"/>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6"/>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6"/>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6"/>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1" name="Google Shape;12081;p66"/>
          <p:cNvGrpSpPr/>
          <p:nvPr/>
        </p:nvGrpSpPr>
        <p:grpSpPr>
          <a:xfrm>
            <a:off x="853950" y="2719270"/>
            <a:ext cx="364104" cy="353290"/>
            <a:chOff x="853950" y="2894720"/>
            <a:chExt cx="364104" cy="353290"/>
          </a:xfrm>
        </p:grpSpPr>
        <p:sp>
          <p:nvSpPr>
            <p:cNvPr id="12082" name="Google Shape;12082;p66"/>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6"/>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6"/>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6"/>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6"/>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6"/>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6"/>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9" name="Google Shape;12089;p66"/>
          <p:cNvGrpSpPr/>
          <p:nvPr/>
        </p:nvGrpSpPr>
        <p:grpSpPr>
          <a:xfrm>
            <a:off x="7066548" y="2737144"/>
            <a:ext cx="352209" cy="334938"/>
            <a:chOff x="7066548" y="2912594"/>
            <a:chExt cx="352209" cy="334938"/>
          </a:xfrm>
        </p:grpSpPr>
        <p:sp>
          <p:nvSpPr>
            <p:cNvPr id="12090" name="Google Shape;12090;p66"/>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6"/>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6"/>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6"/>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6"/>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6"/>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96" name="Google Shape;12096;p66"/>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6"/>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98" name="Google Shape;12098;p66"/>
          <p:cNvGrpSpPr/>
          <p:nvPr/>
        </p:nvGrpSpPr>
        <p:grpSpPr>
          <a:xfrm>
            <a:off x="7541397" y="2729352"/>
            <a:ext cx="318495" cy="352209"/>
            <a:chOff x="7541397" y="2904802"/>
            <a:chExt cx="318495" cy="352209"/>
          </a:xfrm>
        </p:grpSpPr>
        <p:sp>
          <p:nvSpPr>
            <p:cNvPr id="12099" name="Google Shape;12099;p66"/>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6"/>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66"/>
          <p:cNvGrpSpPr/>
          <p:nvPr/>
        </p:nvGrpSpPr>
        <p:grpSpPr>
          <a:xfrm>
            <a:off x="8003015" y="2728589"/>
            <a:ext cx="306759" cy="351445"/>
            <a:chOff x="8003015" y="2904039"/>
            <a:chExt cx="306759" cy="351445"/>
          </a:xfrm>
        </p:grpSpPr>
        <p:sp>
          <p:nvSpPr>
            <p:cNvPr id="12102" name="Google Shape;12102;p66"/>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6"/>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6"/>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6"/>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6"/>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6"/>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8" name="Google Shape;12108;p66"/>
          <p:cNvGrpSpPr/>
          <p:nvPr/>
        </p:nvGrpSpPr>
        <p:grpSpPr>
          <a:xfrm>
            <a:off x="5687770" y="2710046"/>
            <a:ext cx="369638" cy="369606"/>
            <a:chOff x="5687770" y="2885496"/>
            <a:chExt cx="369638" cy="369606"/>
          </a:xfrm>
        </p:grpSpPr>
        <p:sp>
          <p:nvSpPr>
            <p:cNvPr id="12109" name="Google Shape;12109;p66"/>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6"/>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6"/>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6"/>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6"/>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6"/>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6"/>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6"/>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6"/>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6"/>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9" name="Google Shape;12119;p66"/>
          <p:cNvGrpSpPr/>
          <p:nvPr/>
        </p:nvGrpSpPr>
        <p:grpSpPr>
          <a:xfrm>
            <a:off x="4881958" y="2729352"/>
            <a:ext cx="156417" cy="349537"/>
            <a:chOff x="4881958" y="2904802"/>
            <a:chExt cx="156417" cy="349537"/>
          </a:xfrm>
        </p:grpSpPr>
        <p:sp>
          <p:nvSpPr>
            <p:cNvPr id="12120" name="Google Shape;12120;p66"/>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6"/>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6"/>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6"/>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6"/>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6"/>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6"/>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6"/>
          <p:cNvGrpSpPr/>
          <p:nvPr/>
        </p:nvGrpSpPr>
        <p:grpSpPr>
          <a:xfrm>
            <a:off x="5230318" y="2711064"/>
            <a:ext cx="371133" cy="367443"/>
            <a:chOff x="5230318" y="2886514"/>
            <a:chExt cx="371133" cy="367443"/>
          </a:xfrm>
        </p:grpSpPr>
        <p:sp>
          <p:nvSpPr>
            <p:cNvPr id="12128" name="Google Shape;12128;p66"/>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6"/>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6"/>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6"/>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6"/>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6"/>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6"/>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6"/>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6"/>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7" name="Google Shape;12137;p66"/>
          <p:cNvGrpSpPr/>
          <p:nvPr/>
        </p:nvGrpSpPr>
        <p:grpSpPr>
          <a:xfrm>
            <a:off x="5748358" y="3259128"/>
            <a:ext cx="352590" cy="182561"/>
            <a:chOff x="5748358" y="3434578"/>
            <a:chExt cx="352590" cy="182561"/>
          </a:xfrm>
        </p:grpSpPr>
        <p:sp>
          <p:nvSpPr>
            <p:cNvPr id="12138" name="Google Shape;12138;p66"/>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6"/>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6"/>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6"/>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6"/>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66"/>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4" name="Google Shape;12144;p66"/>
          <p:cNvGrpSpPr/>
          <p:nvPr/>
        </p:nvGrpSpPr>
        <p:grpSpPr>
          <a:xfrm>
            <a:off x="862283" y="4099321"/>
            <a:ext cx="341204" cy="359301"/>
            <a:chOff x="862283" y="4274771"/>
            <a:chExt cx="341204" cy="359301"/>
          </a:xfrm>
        </p:grpSpPr>
        <p:sp>
          <p:nvSpPr>
            <p:cNvPr id="12145" name="Google Shape;12145;p66"/>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6"/>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6"/>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8" name="Google Shape;12148;p66"/>
          <p:cNvGrpSpPr/>
          <p:nvPr/>
        </p:nvGrpSpPr>
        <p:grpSpPr>
          <a:xfrm>
            <a:off x="1396957" y="4111915"/>
            <a:ext cx="301861" cy="332871"/>
            <a:chOff x="1396957" y="4287365"/>
            <a:chExt cx="301861" cy="332871"/>
          </a:xfrm>
        </p:grpSpPr>
        <p:sp>
          <p:nvSpPr>
            <p:cNvPr id="12149" name="Google Shape;12149;p66"/>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6"/>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6"/>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6"/>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6"/>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6"/>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6"/>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6"/>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6"/>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6"/>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6"/>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6"/>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6"/>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6"/>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6"/>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4" name="Google Shape;12164;p66"/>
          <p:cNvGrpSpPr/>
          <p:nvPr/>
        </p:nvGrpSpPr>
        <p:grpSpPr>
          <a:xfrm>
            <a:off x="1865381" y="4102056"/>
            <a:ext cx="396131" cy="355612"/>
            <a:chOff x="1865381" y="4277506"/>
            <a:chExt cx="396131" cy="355612"/>
          </a:xfrm>
        </p:grpSpPr>
        <p:sp>
          <p:nvSpPr>
            <p:cNvPr id="12165" name="Google Shape;12165;p66"/>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6"/>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6"/>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6"/>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6"/>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6"/>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1" name="Google Shape;12171;p66"/>
          <p:cNvGrpSpPr/>
          <p:nvPr/>
        </p:nvGrpSpPr>
        <p:grpSpPr>
          <a:xfrm>
            <a:off x="2411823" y="4128549"/>
            <a:ext cx="334398" cy="299953"/>
            <a:chOff x="2411823" y="4303999"/>
            <a:chExt cx="334398" cy="299953"/>
          </a:xfrm>
        </p:grpSpPr>
        <p:sp>
          <p:nvSpPr>
            <p:cNvPr id="12172" name="Google Shape;12172;p66"/>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6"/>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6"/>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6"/>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6"/>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6"/>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6"/>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9" name="Google Shape;12179;p66"/>
          <p:cNvGrpSpPr/>
          <p:nvPr/>
        </p:nvGrpSpPr>
        <p:grpSpPr>
          <a:xfrm>
            <a:off x="2903337" y="4103582"/>
            <a:ext cx="382519" cy="350682"/>
            <a:chOff x="2903337" y="4279032"/>
            <a:chExt cx="382519" cy="350682"/>
          </a:xfrm>
        </p:grpSpPr>
        <p:sp>
          <p:nvSpPr>
            <p:cNvPr id="12180" name="Google Shape;12180;p66"/>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6"/>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6"/>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6"/>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6"/>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6"/>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6"/>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6"/>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6"/>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6"/>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6"/>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6"/>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6"/>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6"/>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6"/>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5" name="Google Shape;12195;p66"/>
          <p:cNvGrpSpPr/>
          <p:nvPr/>
        </p:nvGrpSpPr>
        <p:grpSpPr>
          <a:xfrm>
            <a:off x="3933342" y="4140317"/>
            <a:ext cx="383632" cy="276449"/>
            <a:chOff x="3933342" y="4315767"/>
            <a:chExt cx="383632" cy="276449"/>
          </a:xfrm>
        </p:grpSpPr>
        <p:sp>
          <p:nvSpPr>
            <p:cNvPr id="12196" name="Google Shape;12196;p66"/>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6"/>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6"/>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6"/>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6"/>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6"/>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2" name="Google Shape;12202;p66"/>
          <p:cNvGrpSpPr/>
          <p:nvPr/>
        </p:nvGrpSpPr>
        <p:grpSpPr>
          <a:xfrm>
            <a:off x="3441065" y="4127055"/>
            <a:ext cx="337069" cy="302593"/>
            <a:chOff x="3441065" y="4302505"/>
            <a:chExt cx="337069" cy="302593"/>
          </a:xfrm>
        </p:grpSpPr>
        <p:sp>
          <p:nvSpPr>
            <p:cNvPr id="12203" name="Google Shape;12203;p66"/>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6"/>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6"/>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6"/>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6"/>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6"/>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6"/>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6"/>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6"/>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6"/>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6"/>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6"/>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6"/>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6"/>
          <p:cNvGrpSpPr/>
          <p:nvPr/>
        </p:nvGrpSpPr>
        <p:grpSpPr>
          <a:xfrm>
            <a:off x="3532345" y="3187185"/>
            <a:ext cx="339328" cy="336274"/>
            <a:chOff x="3532345" y="3362635"/>
            <a:chExt cx="339328" cy="336274"/>
          </a:xfrm>
        </p:grpSpPr>
        <p:sp>
          <p:nvSpPr>
            <p:cNvPr id="12217" name="Google Shape;12217;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6"/>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6"/>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6"/>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22" name="Google Shape;12222;p66"/>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23" name="Google Shape;12223;p66"/>
          <p:cNvGrpSpPr/>
          <p:nvPr/>
        </p:nvGrpSpPr>
        <p:grpSpPr>
          <a:xfrm>
            <a:off x="1883955" y="3633250"/>
            <a:ext cx="162873" cy="351445"/>
            <a:chOff x="1883955" y="3808700"/>
            <a:chExt cx="162873" cy="351445"/>
          </a:xfrm>
        </p:grpSpPr>
        <p:sp>
          <p:nvSpPr>
            <p:cNvPr id="12224" name="Google Shape;12224;p66"/>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6"/>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6" name="Google Shape;12226;p66"/>
          <p:cNvGrpSpPr/>
          <p:nvPr/>
        </p:nvGrpSpPr>
        <p:grpSpPr>
          <a:xfrm>
            <a:off x="939156" y="3633759"/>
            <a:ext cx="192007" cy="351318"/>
            <a:chOff x="939156" y="3809209"/>
            <a:chExt cx="192007" cy="351318"/>
          </a:xfrm>
        </p:grpSpPr>
        <p:sp>
          <p:nvSpPr>
            <p:cNvPr id="12227" name="Google Shape;12227;p66"/>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6"/>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9" name="Google Shape;12229;p66"/>
          <p:cNvGrpSpPr/>
          <p:nvPr/>
        </p:nvGrpSpPr>
        <p:grpSpPr>
          <a:xfrm>
            <a:off x="2306167" y="3634395"/>
            <a:ext cx="193915" cy="349155"/>
            <a:chOff x="2306167" y="3809845"/>
            <a:chExt cx="193915" cy="349155"/>
          </a:xfrm>
        </p:grpSpPr>
        <p:sp>
          <p:nvSpPr>
            <p:cNvPr id="12230" name="Google Shape;12230;p66"/>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6"/>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6"/>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6"/>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6"/>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6"/>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6"/>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66"/>
          <p:cNvGrpSpPr/>
          <p:nvPr/>
        </p:nvGrpSpPr>
        <p:grpSpPr>
          <a:xfrm>
            <a:off x="1323901" y="3631723"/>
            <a:ext cx="356343" cy="356757"/>
            <a:chOff x="1323901" y="3807173"/>
            <a:chExt cx="356343" cy="356757"/>
          </a:xfrm>
        </p:grpSpPr>
        <p:sp>
          <p:nvSpPr>
            <p:cNvPr id="12238" name="Google Shape;12238;p66"/>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66"/>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66"/>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6"/>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6"/>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6"/>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6"/>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6"/>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6"/>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6"/>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6"/>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6"/>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6"/>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6"/>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6"/>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6"/>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6"/>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6"/>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6"/>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6"/>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6"/>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6"/>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6"/>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6"/>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2" name="Google Shape;12262;p66"/>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3" name="Google Shape;12263;p66"/>
          <p:cNvGrpSpPr/>
          <p:nvPr/>
        </p:nvGrpSpPr>
        <p:grpSpPr>
          <a:xfrm>
            <a:off x="859262" y="3178470"/>
            <a:ext cx="306759" cy="351445"/>
            <a:chOff x="859262" y="3353920"/>
            <a:chExt cx="306759" cy="351445"/>
          </a:xfrm>
        </p:grpSpPr>
        <p:sp>
          <p:nvSpPr>
            <p:cNvPr id="12264" name="Google Shape;12264;p66"/>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6"/>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6"/>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6"/>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6"/>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9" name="Google Shape;12269;p66"/>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0" name="Google Shape;12270;p66"/>
          <p:cNvGrpSpPr/>
          <p:nvPr/>
        </p:nvGrpSpPr>
        <p:grpSpPr>
          <a:xfrm>
            <a:off x="3967437" y="3661652"/>
            <a:ext cx="364708" cy="295405"/>
            <a:chOff x="3967437" y="3837102"/>
            <a:chExt cx="364708" cy="295405"/>
          </a:xfrm>
        </p:grpSpPr>
        <p:sp>
          <p:nvSpPr>
            <p:cNvPr id="12271" name="Google Shape;12271;p66"/>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6"/>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6"/>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6"/>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6"/>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6" name="Google Shape;12276;p66"/>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6"/>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6"/>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9" name="Google Shape;12279;p66"/>
          <p:cNvGrpSpPr/>
          <p:nvPr/>
        </p:nvGrpSpPr>
        <p:grpSpPr>
          <a:xfrm>
            <a:off x="5811827" y="3631001"/>
            <a:ext cx="283743" cy="308444"/>
            <a:chOff x="5964227" y="3858701"/>
            <a:chExt cx="283743" cy="308444"/>
          </a:xfrm>
        </p:grpSpPr>
        <p:sp>
          <p:nvSpPr>
            <p:cNvPr id="12280" name="Google Shape;12280;p66"/>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6"/>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6"/>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6"/>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4" name="Google Shape;12284;p66"/>
          <p:cNvGrpSpPr/>
          <p:nvPr/>
        </p:nvGrpSpPr>
        <p:grpSpPr>
          <a:xfrm>
            <a:off x="6243508" y="3697623"/>
            <a:ext cx="320372" cy="213602"/>
            <a:chOff x="6395908" y="3873073"/>
            <a:chExt cx="320372" cy="213602"/>
          </a:xfrm>
        </p:grpSpPr>
        <p:sp>
          <p:nvSpPr>
            <p:cNvPr id="12285" name="Google Shape;12285;p66"/>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6"/>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6"/>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6"/>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6"/>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6"/>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6"/>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6"/>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6"/>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6"/>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5" name="Google Shape;12295;p66"/>
          <p:cNvGrpSpPr/>
          <p:nvPr/>
        </p:nvGrpSpPr>
        <p:grpSpPr>
          <a:xfrm>
            <a:off x="7262890" y="3627366"/>
            <a:ext cx="357138" cy="352018"/>
            <a:chOff x="7415290" y="3802816"/>
            <a:chExt cx="357138" cy="352018"/>
          </a:xfrm>
        </p:grpSpPr>
        <p:sp>
          <p:nvSpPr>
            <p:cNvPr id="12296" name="Google Shape;12296;p66"/>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6"/>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6"/>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6"/>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6"/>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6"/>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6"/>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6"/>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4" name="Google Shape;12304;p66"/>
          <p:cNvGrpSpPr/>
          <p:nvPr/>
        </p:nvGrpSpPr>
        <p:grpSpPr>
          <a:xfrm>
            <a:off x="6737312" y="3657963"/>
            <a:ext cx="355230" cy="293401"/>
            <a:chOff x="6889712" y="3833413"/>
            <a:chExt cx="355230" cy="293401"/>
          </a:xfrm>
        </p:grpSpPr>
        <p:sp>
          <p:nvSpPr>
            <p:cNvPr id="12305" name="Google Shape;12305;p66"/>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6"/>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6"/>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6"/>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6"/>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66"/>
          <p:cNvGrpSpPr/>
          <p:nvPr/>
        </p:nvGrpSpPr>
        <p:grpSpPr>
          <a:xfrm>
            <a:off x="7707152" y="3660420"/>
            <a:ext cx="282318" cy="337168"/>
            <a:chOff x="1635875" y="237775"/>
            <a:chExt cx="4370250" cy="5219325"/>
          </a:xfrm>
        </p:grpSpPr>
        <p:sp>
          <p:nvSpPr>
            <p:cNvPr id="12311" name="Google Shape;12311;p66"/>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6"/>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3" name="Google Shape;12313;p66"/>
          <p:cNvGrpSpPr/>
          <p:nvPr/>
        </p:nvGrpSpPr>
        <p:grpSpPr>
          <a:xfrm>
            <a:off x="3103963" y="3185690"/>
            <a:ext cx="297886" cy="337578"/>
            <a:chOff x="3103963" y="3361140"/>
            <a:chExt cx="297886" cy="337578"/>
          </a:xfrm>
        </p:grpSpPr>
        <p:sp>
          <p:nvSpPr>
            <p:cNvPr id="12314" name="Google Shape;12314;p66"/>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6"/>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6"/>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6"/>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6"/>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6"/>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6"/>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6"/>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6"/>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6"/>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6"/>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6"/>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66"/>
          <p:cNvGrpSpPr/>
          <p:nvPr/>
        </p:nvGrpSpPr>
        <p:grpSpPr>
          <a:xfrm>
            <a:off x="2667821" y="3185658"/>
            <a:ext cx="273046" cy="337801"/>
            <a:chOff x="2667821" y="3361108"/>
            <a:chExt cx="273046" cy="337801"/>
          </a:xfrm>
        </p:grpSpPr>
        <p:sp>
          <p:nvSpPr>
            <p:cNvPr id="12339" name="Google Shape;12339;p66"/>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6"/>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6"/>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6"/>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6"/>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6"/>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6"/>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6"/>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6"/>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6"/>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6"/>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6"/>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6"/>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6"/>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6"/>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6"/>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6"/>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6"/>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6"/>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66"/>
          <p:cNvGrpSpPr/>
          <p:nvPr/>
        </p:nvGrpSpPr>
        <p:grpSpPr>
          <a:xfrm>
            <a:off x="2212469" y="3184863"/>
            <a:ext cx="282715" cy="338660"/>
            <a:chOff x="2212469" y="3360313"/>
            <a:chExt cx="282715" cy="338660"/>
          </a:xfrm>
        </p:grpSpPr>
        <p:sp>
          <p:nvSpPr>
            <p:cNvPr id="12359" name="Google Shape;12359;p66"/>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6"/>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6"/>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2" name="Google Shape;12362;p66"/>
          <p:cNvGrpSpPr/>
          <p:nvPr/>
        </p:nvGrpSpPr>
        <p:grpSpPr>
          <a:xfrm>
            <a:off x="1768821" y="3185658"/>
            <a:ext cx="278739" cy="339073"/>
            <a:chOff x="1768821" y="3361108"/>
            <a:chExt cx="278739" cy="339073"/>
          </a:xfrm>
        </p:grpSpPr>
        <p:sp>
          <p:nvSpPr>
            <p:cNvPr id="12363" name="Google Shape;12363;p66"/>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6"/>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6"/>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6"/>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6"/>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6"/>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6"/>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6"/>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6"/>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6"/>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6"/>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4" name="Google Shape;12374;p66"/>
          <p:cNvGrpSpPr/>
          <p:nvPr/>
        </p:nvGrpSpPr>
        <p:grpSpPr>
          <a:xfrm>
            <a:off x="5337883" y="3161423"/>
            <a:ext cx="307141" cy="376826"/>
            <a:chOff x="5337883" y="3336873"/>
            <a:chExt cx="307141" cy="376826"/>
          </a:xfrm>
        </p:grpSpPr>
        <p:sp>
          <p:nvSpPr>
            <p:cNvPr id="12375" name="Google Shape;12375;p66"/>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6"/>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7" name="Google Shape;12377;p66"/>
          <p:cNvGrpSpPr/>
          <p:nvPr/>
        </p:nvGrpSpPr>
        <p:grpSpPr>
          <a:xfrm>
            <a:off x="4883835" y="3161805"/>
            <a:ext cx="323425" cy="377557"/>
            <a:chOff x="4883835" y="3337255"/>
            <a:chExt cx="323425" cy="377557"/>
          </a:xfrm>
        </p:grpSpPr>
        <p:sp>
          <p:nvSpPr>
            <p:cNvPr id="12378" name="Google Shape;12378;p66"/>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6"/>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6"/>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6"/>
          <p:cNvGrpSpPr/>
          <p:nvPr/>
        </p:nvGrpSpPr>
        <p:grpSpPr>
          <a:xfrm>
            <a:off x="6193310" y="3231839"/>
            <a:ext cx="352590" cy="237488"/>
            <a:chOff x="6193310" y="3407289"/>
            <a:chExt cx="352590" cy="237488"/>
          </a:xfrm>
        </p:grpSpPr>
        <p:sp>
          <p:nvSpPr>
            <p:cNvPr id="12382" name="Google Shape;12382;p66"/>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6"/>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6"/>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6"/>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6"/>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66"/>
          <p:cNvGrpSpPr/>
          <p:nvPr/>
        </p:nvGrpSpPr>
        <p:grpSpPr>
          <a:xfrm>
            <a:off x="6637117" y="3222393"/>
            <a:ext cx="353735" cy="254504"/>
            <a:chOff x="6637117" y="3397843"/>
            <a:chExt cx="353735" cy="254504"/>
          </a:xfrm>
        </p:grpSpPr>
        <p:sp>
          <p:nvSpPr>
            <p:cNvPr id="12388" name="Google Shape;12388;p66"/>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6"/>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6"/>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6"/>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6"/>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6"/>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4" name="Google Shape;12394;p66"/>
          <p:cNvGrpSpPr/>
          <p:nvPr/>
        </p:nvGrpSpPr>
        <p:grpSpPr>
          <a:xfrm>
            <a:off x="7075994" y="3174081"/>
            <a:ext cx="360637" cy="352336"/>
            <a:chOff x="7075994" y="3349531"/>
            <a:chExt cx="360637" cy="352336"/>
          </a:xfrm>
        </p:grpSpPr>
        <p:sp>
          <p:nvSpPr>
            <p:cNvPr id="12395" name="Google Shape;12395;p66"/>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6"/>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6"/>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6"/>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6"/>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6"/>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6"/>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66"/>
          <p:cNvGrpSpPr/>
          <p:nvPr/>
        </p:nvGrpSpPr>
        <p:grpSpPr>
          <a:xfrm>
            <a:off x="7651983" y="3173731"/>
            <a:ext cx="107183" cy="352399"/>
            <a:chOff x="7651983" y="3349181"/>
            <a:chExt cx="107183" cy="352399"/>
          </a:xfrm>
        </p:grpSpPr>
        <p:sp>
          <p:nvSpPr>
            <p:cNvPr id="12403" name="Google Shape;12403;p66"/>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66"/>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5" name="Google Shape;12405;p66"/>
          <p:cNvGrpSpPr/>
          <p:nvPr/>
        </p:nvGrpSpPr>
        <p:grpSpPr>
          <a:xfrm>
            <a:off x="7973468" y="3206872"/>
            <a:ext cx="352590" cy="287072"/>
            <a:chOff x="7973468" y="3382322"/>
            <a:chExt cx="352590" cy="287072"/>
          </a:xfrm>
        </p:grpSpPr>
        <p:sp>
          <p:nvSpPr>
            <p:cNvPr id="12406" name="Google Shape;12406;p66"/>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6"/>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6"/>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6"/>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6"/>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6"/>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6"/>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6"/>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6"/>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6"/>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6"/>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6"/>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18" name="Google Shape;12418;p66"/>
          <p:cNvSpPr txBox="1"/>
          <p:nvPr/>
        </p:nvSpPr>
        <p:spPr>
          <a:xfrm>
            <a:off x="849675"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2419" name="Google Shape;12419;p66"/>
          <p:cNvSpPr txBox="1"/>
          <p:nvPr/>
        </p:nvSpPr>
        <p:spPr>
          <a:xfrm>
            <a:off x="4858400"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23"/>
        <p:cNvGrpSpPr/>
        <p:nvPr/>
      </p:nvGrpSpPr>
      <p:grpSpPr>
        <a:xfrm>
          <a:off x="0" y="0"/>
          <a:ext cx="0" cy="0"/>
          <a:chOff x="0" y="0"/>
          <a:chExt cx="0" cy="0"/>
        </a:xfrm>
      </p:grpSpPr>
      <p:grpSp>
        <p:nvGrpSpPr>
          <p:cNvPr id="12424" name="Google Shape;12424;p67"/>
          <p:cNvGrpSpPr/>
          <p:nvPr/>
        </p:nvGrpSpPr>
        <p:grpSpPr>
          <a:xfrm>
            <a:off x="849677" y="1576858"/>
            <a:ext cx="347872" cy="347488"/>
            <a:chOff x="849677" y="1500658"/>
            <a:chExt cx="347872" cy="347488"/>
          </a:xfrm>
        </p:grpSpPr>
        <p:sp>
          <p:nvSpPr>
            <p:cNvPr id="12425" name="Google Shape;12425;p67"/>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7"/>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7"/>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7"/>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7"/>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7"/>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67"/>
          <p:cNvGrpSpPr/>
          <p:nvPr/>
        </p:nvGrpSpPr>
        <p:grpSpPr>
          <a:xfrm>
            <a:off x="1415853" y="1576858"/>
            <a:ext cx="315872" cy="347488"/>
            <a:chOff x="1415853" y="1500658"/>
            <a:chExt cx="315872" cy="347488"/>
          </a:xfrm>
        </p:grpSpPr>
        <p:sp>
          <p:nvSpPr>
            <p:cNvPr id="12432" name="Google Shape;12432;p67"/>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7"/>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7"/>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7"/>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7"/>
          <p:cNvGrpSpPr/>
          <p:nvPr/>
        </p:nvGrpSpPr>
        <p:grpSpPr>
          <a:xfrm>
            <a:off x="4697389" y="1576858"/>
            <a:ext cx="347520" cy="347104"/>
            <a:chOff x="4697389" y="1500658"/>
            <a:chExt cx="347520" cy="347104"/>
          </a:xfrm>
        </p:grpSpPr>
        <p:sp>
          <p:nvSpPr>
            <p:cNvPr id="12437" name="Google Shape;12437;p67"/>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7"/>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7"/>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0" name="Google Shape;12440;p67"/>
          <p:cNvGrpSpPr/>
          <p:nvPr/>
        </p:nvGrpSpPr>
        <p:grpSpPr>
          <a:xfrm>
            <a:off x="3603533" y="2041146"/>
            <a:ext cx="347520" cy="353760"/>
            <a:chOff x="3603533" y="1964946"/>
            <a:chExt cx="347520" cy="353760"/>
          </a:xfrm>
        </p:grpSpPr>
        <p:sp>
          <p:nvSpPr>
            <p:cNvPr id="12441" name="Google Shape;12441;p67"/>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7"/>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7"/>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67"/>
          <p:cNvGrpSpPr/>
          <p:nvPr/>
        </p:nvGrpSpPr>
        <p:grpSpPr>
          <a:xfrm>
            <a:off x="1950765" y="2040538"/>
            <a:ext cx="357792" cy="352448"/>
            <a:chOff x="1950765" y="1964338"/>
            <a:chExt cx="357792" cy="352448"/>
          </a:xfrm>
        </p:grpSpPr>
        <p:sp>
          <p:nvSpPr>
            <p:cNvPr id="12445" name="Google Shape;12445;p67"/>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7"/>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7"/>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7"/>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9" name="Google Shape;12449;p67"/>
          <p:cNvGrpSpPr/>
          <p:nvPr/>
        </p:nvGrpSpPr>
        <p:grpSpPr>
          <a:xfrm>
            <a:off x="7435629" y="2040890"/>
            <a:ext cx="367712" cy="353248"/>
            <a:chOff x="7435629" y="1964690"/>
            <a:chExt cx="367712" cy="353248"/>
          </a:xfrm>
        </p:grpSpPr>
        <p:sp>
          <p:nvSpPr>
            <p:cNvPr id="12450" name="Google Shape;12450;p67"/>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7"/>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7"/>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7"/>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4" name="Google Shape;12454;p67"/>
          <p:cNvGrpSpPr/>
          <p:nvPr/>
        </p:nvGrpSpPr>
        <p:grpSpPr>
          <a:xfrm>
            <a:off x="2512749" y="2041242"/>
            <a:ext cx="333024" cy="352896"/>
            <a:chOff x="2512749" y="1965042"/>
            <a:chExt cx="333024" cy="352896"/>
          </a:xfrm>
        </p:grpSpPr>
        <p:sp>
          <p:nvSpPr>
            <p:cNvPr id="12455" name="Google Shape;12455;p67"/>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67"/>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7"/>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7"/>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7"/>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0" name="Google Shape;12460;p67"/>
          <p:cNvGrpSpPr/>
          <p:nvPr/>
        </p:nvGrpSpPr>
        <p:grpSpPr>
          <a:xfrm>
            <a:off x="1398317" y="2057978"/>
            <a:ext cx="365792" cy="335392"/>
            <a:chOff x="1398317" y="1981778"/>
            <a:chExt cx="365792" cy="335392"/>
          </a:xfrm>
        </p:grpSpPr>
        <p:sp>
          <p:nvSpPr>
            <p:cNvPr id="12461" name="Google Shape;12461;p67"/>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7"/>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7"/>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7"/>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7"/>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7"/>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7" name="Google Shape;12467;p67"/>
          <p:cNvGrpSpPr/>
          <p:nvPr/>
        </p:nvGrpSpPr>
        <p:grpSpPr>
          <a:xfrm>
            <a:off x="3052237" y="2079770"/>
            <a:ext cx="353600" cy="314752"/>
            <a:chOff x="3052237" y="2003570"/>
            <a:chExt cx="353600" cy="314752"/>
          </a:xfrm>
        </p:grpSpPr>
        <p:sp>
          <p:nvSpPr>
            <p:cNvPr id="12468" name="Google Shape;12468;p67"/>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7"/>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7"/>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1" name="Google Shape;12471;p67"/>
          <p:cNvGrpSpPr/>
          <p:nvPr/>
        </p:nvGrpSpPr>
        <p:grpSpPr>
          <a:xfrm>
            <a:off x="1404013" y="3034266"/>
            <a:ext cx="368096" cy="223968"/>
            <a:chOff x="1404013" y="2958066"/>
            <a:chExt cx="368096" cy="223968"/>
          </a:xfrm>
        </p:grpSpPr>
        <p:sp>
          <p:nvSpPr>
            <p:cNvPr id="12472" name="Google Shape;12472;p67"/>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67"/>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74" name="Google Shape;12474;p67"/>
          <p:cNvSpPr/>
          <p:nvPr/>
        </p:nvSpPr>
        <p:spPr>
          <a:xfrm>
            <a:off x="4147597"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7"/>
          <p:cNvSpPr/>
          <p:nvPr/>
        </p:nvSpPr>
        <p:spPr>
          <a:xfrm>
            <a:off x="880141"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76" name="Google Shape;12476;p67"/>
          <p:cNvGrpSpPr/>
          <p:nvPr/>
        </p:nvGrpSpPr>
        <p:grpSpPr>
          <a:xfrm>
            <a:off x="1951149" y="2961402"/>
            <a:ext cx="370368" cy="367328"/>
            <a:chOff x="1951149" y="2885202"/>
            <a:chExt cx="370368" cy="367328"/>
          </a:xfrm>
        </p:grpSpPr>
        <p:sp>
          <p:nvSpPr>
            <p:cNvPr id="12477" name="Google Shape;12477;p67"/>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7"/>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7"/>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67"/>
          <p:cNvGrpSpPr/>
          <p:nvPr/>
        </p:nvGrpSpPr>
        <p:grpSpPr>
          <a:xfrm>
            <a:off x="2501677" y="2982362"/>
            <a:ext cx="367328" cy="327296"/>
            <a:chOff x="2501677" y="2906162"/>
            <a:chExt cx="367328" cy="327296"/>
          </a:xfrm>
        </p:grpSpPr>
        <p:sp>
          <p:nvSpPr>
            <p:cNvPr id="12481" name="Google Shape;12481;p67"/>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7"/>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7"/>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4" name="Google Shape;12484;p67"/>
          <p:cNvSpPr/>
          <p:nvPr/>
        </p:nvSpPr>
        <p:spPr>
          <a:xfrm>
            <a:off x="3597837"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85" name="Google Shape;12485;p67"/>
          <p:cNvGrpSpPr/>
          <p:nvPr/>
        </p:nvGrpSpPr>
        <p:grpSpPr>
          <a:xfrm>
            <a:off x="3050317" y="2969914"/>
            <a:ext cx="367712" cy="354240"/>
            <a:chOff x="3050317" y="2893714"/>
            <a:chExt cx="367712" cy="354240"/>
          </a:xfrm>
        </p:grpSpPr>
        <p:sp>
          <p:nvSpPr>
            <p:cNvPr id="12486" name="Google Shape;12486;p67"/>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7"/>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8" name="Google Shape;12488;p67"/>
          <p:cNvSpPr/>
          <p:nvPr/>
        </p:nvSpPr>
        <p:spPr>
          <a:xfrm>
            <a:off x="4694733"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7"/>
          <p:cNvSpPr/>
          <p:nvPr/>
        </p:nvSpPr>
        <p:spPr>
          <a:xfrm>
            <a:off x="8046381"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0" name="Google Shape;12490;p67"/>
          <p:cNvGrpSpPr/>
          <p:nvPr/>
        </p:nvGrpSpPr>
        <p:grpSpPr>
          <a:xfrm>
            <a:off x="7531277" y="2962554"/>
            <a:ext cx="185184" cy="367296"/>
            <a:chOff x="7531277" y="2886354"/>
            <a:chExt cx="185184" cy="367296"/>
          </a:xfrm>
        </p:grpSpPr>
        <p:sp>
          <p:nvSpPr>
            <p:cNvPr id="12491" name="Google Shape;12491;p67"/>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67"/>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7"/>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4" name="Google Shape;12494;p67"/>
          <p:cNvGrpSpPr/>
          <p:nvPr/>
        </p:nvGrpSpPr>
        <p:grpSpPr>
          <a:xfrm>
            <a:off x="6926637" y="2962938"/>
            <a:ext cx="297184" cy="367296"/>
            <a:chOff x="6926637" y="2886738"/>
            <a:chExt cx="297184" cy="367296"/>
          </a:xfrm>
        </p:grpSpPr>
        <p:sp>
          <p:nvSpPr>
            <p:cNvPr id="12495" name="Google Shape;12495;p67"/>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7"/>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7"/>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8" name="Google Shape;12498;p67"/>
          <p:cNvSpPr/>
          <p:nvPr/>
        </p:nvSpPr>
        <p:spPr>
          <a:xfrm>
            <a:off x="5255565"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7"/>
          <p:cNvSpPr/>
          <p:nvPr/>
        </p:nvSpPr>
        <p:spPr>
          <a:xfrm>
            <a:off x="5834285"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00" name="Google Shape;12500;p67"/>
          <p:cNvGrpSpPr/>
          <p:nvPr/>
        </p:nvGrpSpPr>
        <p:grpSpPr>
          <a:xfrm>
            <a:off x="6340653" y="2962554"/>
            <a:ext cx="370368" cy="368064"/>
            <a:chOff x="6340653" y="2886354"/>
            <a:chExt cx="370368" cy="368064"/>
          </a:xfrm>
        </p:grpSpPr>
        <p:sp>
          <p:nvSpPr>
            <p:cNvPr id="12501" name="Google Shape;12501;p67"/>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7"/>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7"/>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7"/>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7"/>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7"/>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7" name="Google Shape;12507;p67"/>
          <p:cNvGrpSpPr/>
          <p:nvPr/>
        </p:nvGrpSpPr>
        <p:grpSpPr>
          <a:xfrm>
            <a:off x="5246797" y="2057626"/>
            <a:ext cx="354752" cy="336512"/>
            <a:chOff x="5246797" y="1981426"/>
            <a:chExt cx="354752" cy="336512"/>
          </a:xfrm>
        </p:grpSpPr>
        <p:sp>
          <p:nvSpPr>
            <p:cNvPr id="12508" name="Google Shape;12508;p67"/>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7"/>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7"/>
          <p:cNvGrpSpPr/>
          <p:nvPr/>
        </p:nvGrpSpPr>
        <p:grpSpPr>
          <a:xfrm>
            <a:off x="4148749" y="2178266"/>
            <a:ext cx="355136" cy="216256"/>
            <a:chOff x="4148749" y="2102066"/>
            <a:chExt cx="355136" cy="216256"/>
          </a:xfrm>
        </p:grpSpPr>
        <p:sp>
          <p:nvSpPr>
            <p:cNvPr id="12511" name="Google Shape;12511;p67"/>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7"/>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3" name="Google Shape;12513;p67"/>
          <p:cNvGrpSpPr/>
          <p:nvPr/>
        </p:nvGrpSpPr>
        <p:grpSpPr>
          <a:xfrm>
            <a:off x="5794669" y="2077626"/>
            <a:ext cx="354752" cy="315360"/>
            <a:chOff x="5794669" y="2001426"/>
            <a:chExt cx="354752" cy="315360"/>
          </a:xfrm>
        </p:grpSpPr>
        <p:sp>
          <p:nvSpPr>
            <p:cNvPr id="12514" name="Google Shape;12514;p67"/>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7"/>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6" name="Google Shape;12516;p67"/>
          <p:cNvGrpSpPr/>
          <p:nvPr/>
        </p:nvGrpSpPr>
        <p:grpSpPr>
          <a:xfrm>
            <a:off x="6345229" y="2106042"/>
            <a:ext cx="352832" cy="289216"/>
            <a:chOff x="6345229" y="2029842"/>
            <a:chExt cx="352832" cy="289216"/>
          </a:xfrm>
        </p:grpSpPr>
        <p:sp>
          <p:nvSpPr>
            <p:cNvPr id="12517" name="Google Shape;12517;p67"/>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7"/>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9" name="Google Shape;12519;p67"/>
          <p:cNvGrpSpPr/>
          <p:nvPr/>
        </p:nvGrpSpPr>
        <p:grpSpPr>
          <a:xfrm>
            <a:off x="4697389" y="2112538"/>
            <a:ext cx="354752" cy="281984"/>
            <a:chOff x="4697389" y="2036338"/>
            <a:chExt cx="354752" cy="281984"/>
          </a:xfrm>
        </p:grpSpPr>
        <p:sp>
          <p:nvSpPr>
            <p:cNvPr id="12520" name="Google Shape;12520;p67"/>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7"/>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2" name="Google Shape;12522;p67"/>
          <p:cNvGrpSpPr/>
          <p:nvPr/>
        </p:nvGrpSpPr>
        <p:grpSpPr>
          <a:xfrm>
            <a:off x="1404013" y="2500954"/>
            <a:ext cx="353600" cy="354944"/>
            <a:chOff x="1404013" y="2424754"/>
            <a:chExt cx="353600" cy="354944"/>
          </a:xfrm>
        </p:grpSpPr>
        <p:sp>
          <p:nvSpPr>
            <p:cNvPr id="12523" name="Google Shape;12523;p67"/>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7"/>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7"/>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7"/>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7"/>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8" name="Google Shape;12528;p67"/>
          <p:cNvGrpSpPr/>
          <p:nvPr/>
        </p:nvGrpSpPr>
        <p:grpSpPr>
          <a:xfrm>
            <a:off x="854253" y="2504474"/>
            <a:ext cx="355104" cy="351040"/>
            <a:chOff x="854253" y="2428274"/>
            <a:chExt cx="355104" cy="351040"/>
          </a:xfrm>
        </p:grpSpPr>
        <p:sp>
          <p:nvSpPr>
            <p:cNvPr id="12529" name="Google Shape;12529;p67"/>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7"/>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1" name="Google Shape;12531;p67"/>
          <p:cNvGrpSpPr/>
          <p:nvPr/>
        </p:nvGrpSpPr>
        <p:grpSpPr>
          <a:xfrm>
            <a:off x="6896909" y="2517146"/>
            <a:ext cx="354752" cy="275904"/>
            <a:chOff x="6896909" y="2440946"/>
            <a:chExt cx="354752" cy="275904"/>
          </a:xfrm>
        </p:grpSpPr>
        <p:sp>
          <p:nvSpPr>
            <p:cNvPr id="12532" name="Google Shape;12532;p67"/>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7"/>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34" name="Google Shape;12534;p67"/>
          <p:cNvSpPr/>
          <p:nvPr/>
        </p:nvSpPr>
        <p:spPr>
          <a:xfrm>
            <a:off x="6347501"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35" name="Google Shape;12535;p67"/>
          <p:cNvGrpSpPr/>
          <p:nvPr/>
        </p:nvGrpSpPr>
        <p:grpSpPr>
          <a:xfrm>
            <a:off x="5265069" y="2500954"/>
            <a:ext cx="321984" cy="354560"/>
            <a:chOff x="5265069" y="2424754"/>
            <a:chExt cx="321984" cy="354560"/>
          </a:xfrm>
        </p:grpSpPr>
        <p:sp>
          <p:nvSpPr>
            <p:cNvPr id="12536" name="Google Shape;12536;p67"/>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7"/>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8" name="Google Shape;12538;p67"/>
          <p:cNvGrpSpPr/>
          <p:nvPr/>
        </p:nvGrpSpPr>
        <p:grpSpPr>
          <a:xfrm>
            <a:off x="4150669" y="2542970"/>
            <a:ext cx="355104" cy="259584"/>
            <a:chOff x="4150669" y="2466770"/>
            <a:chExt cx="355104" cy="259584"/>
          </a:xfrm>
        </p:grpSpPr>
        <p:sp>
          <p:nvSpPr>
            <p:cNvPr id="12539" name="Google Shape;12539;p67"/>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7"/>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7"/>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7"/>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3" name="Google Shape;12543;p67"/>
          <p:cNvGrpSpPr/>
          <p:nvPr/>
        </p:nvGrpSpPr>
        <p:grpSpPr>
          <a:xfrm>
            <a:off x="4699693" y="2501146"/>
            <a:ext cx="354336" cy="353984"/>
            <a:chOff x="4699693" y="2424946"/>
            <a:chExt cx="354336" cy="353984"/>
          </a:xfrm>
        </p:grpSpPr>
        <p:sp>
          <p:nvSpPr>
            <p:cNvPr id="12544" name="Google Shape;12544;p67"/>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7"/>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46" name="Google Shape;12546;p67"/>
          <p:cNvSpPr/>
          <p:nvPr/>
        </p:nvSpPr>
        <p:spPr>
          <a:xfrm>
            <a:off x="5809901"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7"/>
          <p:cNvSpPr/>
          <p:nvPr/>
        </p:nvSpPr>
        <p:spPr>
          <a:xfrm>
            <a:off x="3051853"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8" name="Google Shape;12548;p67"/>
          <p:cNvGrpSpPr/>
          <p:nvPr/>
        </p:nvGrpSpPr>
        <p:grpSpPr>
          <a:xfrm>
            <a:off x="1953037" y="2628442"/>
            <a:ext cx="355136" cy="227072"/>
            <a:chOff x="1953037" y="2552242"/>
            <a:chExt cx="355136" cy="227072"/>
          </a:xfrm>
        </p:grpSpPr>
        <p:sp>
          <p:nvSpPr>
            <p:cNvPr id="12549" name="Google Shape;12549;p67"/>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7"/>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1" name="Google Shape;12551;p67"/>
          <p:cNvSpPr/>
          <p:nvPr/>
        </p:nvSpPr>
        <p:spPr>
          <a:xfrm>
            <a:off x="3603917"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2" name="Google Shape;12552;p67"/>
          <p:cNvGrpSpPr/>
          <p:nvPr/>
        </p:nvGrpSpPr>
        <p:grpSpPr>
          <a:xfrm>
            <a:off x="2500941" y="2603418"/>
            <a:ext cx="355104" cy="250944"/>
            <a:chOff x="2500941" y="2527218"/>
            <a:chExt cx="355104" cy="250944"/>
          </a:xfrm>
        </p:grpSpPr>
        <p:sp>
          <p:nvSpPr>
            <p:cNvPr id="12553" name="Google Shape;12553;p67"/>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67"/>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67"/>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7"/>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7"/>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8" name="Google Shape;12558;p67"/>
          <p:cNvSpPr/>
          <p:nvPr/>
        </p:nvSpPr>
        <p:spPr>
          <a:xfrm>
            <a:off x="7447437"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9" name="Google Shape;12559;p67"/>
          <p:cNvGrpSpPr/>
          <p:nvPr/>
        </p:nvGrpSpPr>
        <p:grpSpPr>
          <a:xfrm>
            <a:off x="7993805" y="2503322"/>
            <a:ext cx="356256" cy="351808"/>
            <a:chOff x="7993805" y="2427122"/>
            <a:chExt cx="356256" cy="351808"/>
          </a:xfrm>
        </p:grpSpPr>
        <p:sp>
          <p:nvSpPr>
            <p:cNvPr id="12560" name="Google Shape;12560;p67"/>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7"/>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7"/>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3" name="Google Shape;12563;p67"/>
          <p:cNvGrpSpPr/>
          <p:nvPr/>
        </p:nvGrpSpPr>
        <p:grpSpPr>
          <a:xfrm>
            <a:off x="878637" y="2041210"/>
            <a:ext cx="308640" cy="353312"/>
            <a:chOff x="878637" y="1965010"/>
            <a:chExt cx="308640" cy="353312"/>
          </a:xfrm>
        </p:grpSpPr>
        <p:sp>
          <p:nvSpPr>
            <p:cNvPr id="12564" name="Google Shape;12564;p67"/>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7"/>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7"/>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7" name="Google Shape;12567;p67"/>
          <p:cNvGrpSpPr/>
          <p:nvPr/>
        </p:nvGrpSpPr>
        <p:grpSpPr>
          <a:xfrm>
            <a:off x="6896141" y="2040922"/>
            <a:ext cx="348256" cy="352448"/>
            <a:chOff x="6896141" y="1964722"/>
            <a:chExt cx="348256" cy="352448"/>
          </a:xfrm>
        </p:grpSpPr>
        <p:sp>
          <p:nvSpPr>
            <p:cNvPr id="12568" name="Google Shape;12568;p67"/>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7"/>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67"/>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1" name="Google Shape;12571;p67"/>
          <p:cNvGrpSpPr/>
          <p:nvPr/>
        </p:nvGrpSpPr>
        <p:grpSpPr>
          <a:xfrm>
            <a:off x="7989997" y="2091578"/>
            <a:ext cx="355136" cy="303328"/>
            <a:chOff x="7989997" y="2015378"/>
            <a:chExt cx="355136" cy="303328"/>
          </a:xfrm>
        </p:grpSpPr>
        <p:sp>
          <p:nvSpPr>
            <p:cNvPr id="12572" name="Google Shape;12572;p67"/>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7"/>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7"/>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5" name="Google Shape;12575;p67"/>
          <p:cNvGrpSpPr/>
          <p:nvPr/>
        </p:nvGrpSpPr>
        <p:grpSpPr>
          <a:xfrm>
            <a:off x="3598221" y="1585562"/>
            <a:ext cx="348640" cy="330784"/>
            <a:chOff x="3598221" y="1509362"/>
            <a:chExt cx="348640" cy="330784"/>
          </a:xfrm>
        </p:grpSpPr>
        <p:sp>
          <p:nvSpPr>
            <p:cNvPr id="12576" name="Google Shape;12576;p67"/>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7"/>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7"/>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7"/>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0" name="Google Shape;12580;p67"/>
          <p:cNvGrpSpPr/>
          <p:nvPr/>
        </p:nvGrpSpPr>
        <p:grpSpPr>
          <a:xfrm>
            <a:off x="5246797" y="1576858"/>
            <a:ext cx="347872" cy="347488"/>
            <a:chOff x="5246797" y="1500658"/>
            <a:chExt cx="347872" cy="347488"/>
          </a:xfrm>
        </p:grpSpPr>
        <p:sp>
          <p:nvSpPr>
            <p:cNvPr id="12581" name="Google Shape;12581;p67"/>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7"/>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7"/>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7"/>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5" name="Google Shape;12585;p67"/>
          <p:cNvGrpSpPr/>
          <p:nvPr/>
        </p:nvGrpSpPr>
        <p:grpSpPr>
          <a:xfrm>
            <a:off x="5796589" y="1576858"/>
            <a:ext cx="349024" cy="346752"/>
            <a:chOff x="5796589" y="1500658"/>
            <a:chExt cx="349024" cy="346752"/>
          </a:xfrm>
        </p:grpSpPr>
        <p:sp>
          <p:nvSpPr>
            <p:cNvPr id="12586" name="Google Shape;12586;p67"/>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7" name="Google Shape;12587;p67"/>
            <p:cNvGrpSpPr/>
            <p:nvPr/>
          </p:nvGrpSpPr>
          <p:grpSpPr>
            <a:xfrm>
              <a:off x="5796589" y="1500658"/>
              <a:ext cx="349024" cy="346752"/>
              <a:chOff x="5796589" y="1500658"/>
              <a:chExt cx="349024" cy="346752"/>
            </a:xfrm>
          </p:grpSpPr>
          <p:sp>
            <p:nvSpPr>
              <p:cNvPr id="12588" name="Google Shape;12588;p67"/>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7"/>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67"/>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67"/>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592" name="Google Shape;12592;p67"/>
          <p:cNvGrpSpPr/>
          <p:nvPr/>
        </p:nvGrpSpPr>
        <p:grpSpPr>
          <a:xfrm>
            <a:off x="6895373" y="1578778"/>
            <a:ext cx="348640" cy="343296"/>
            <a:chOff x="6895373" y="1502578"/>
            <a:chExt cx="348640" cy="343296"/>
          </a:xfrm>
        </p:grpSpPr>
        <p:sp>
          <p:nvSpPr>
            <p:cNvPr id="12593" name="Google Shape;12593;p67"/>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7"/>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7"/>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6" name="Google Shape;12596;p67"/>
          <p:cNvGrpSpPr/>
          <p:nvPr/>
        </p:nvGrpSpPr>
        <p:grpSpPr>
          <a:xfrm>
            <a:off x="4147597" y="1581658"/>
            <a:ext cx="347904" cy="336992"/>
            <a:chOff x="4147597" y="1505458"/>
            <a:chExt cx="347904" cy="336992"/>
          </a:xfrm>
        </p:grpSpPr>
        <p:sp>
          <p:nvSpPr>
            <p:cNvPr id="12597" name="Google Shape;12597;p67"/>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7"/>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7"/>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7"/>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7"/>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7"/>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7"/>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67"/>
          <p:cNvGrpSpPr/>
          <p:nvPr/>
        </p:nvGrpSpPr>
        <p:grpSpPr>
          <a:xfrm>
            <a:off x="2499405" y="1576090"/>
            <a:ext cx="347488" cy="348256"/>
            <a:chOff x="2499405" y="1499890"/>
            <a:chExt cx="347488" cy="348256"/>
          </a:xfrm>
        </p:grpSpPr>
        <p:sp>
          <p:nvSpPr>
            <p:cNvPr id="12605" name="Google Shape;12605;p67"/>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7"/>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7"/>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67"/>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67"/>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0" name="Google Shape;12610;p67"/>
          <p:cNvGrpSpPr/>
          <p:nvPr/>
        </p:nvGrpSpPr>
        <p:grpSpPr>
          <a:xfrm>
            <a:off x="1956845" y="1576698"/>
            <a:ext cx="331520" cy="348032"/>
            <a:chOff x="1956845" y="1500498"/>
            <a:chExt cx="331520" cy="348032"/>
          </a:xfrm>
        </p:grpSpPr>
        <p:sp>
          <p:nvSpPr>
            <p:cNvPr id="12611" name="Google Shape;12611;p67"/>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7"/>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7"/>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7"/>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7"/>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7"/>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7"/>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7"/>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7"/>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7"/>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67"/>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67"/>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3" name="Google Shape;12623;p67"/>
          <p:cNvGrpSpPr/>
          <p:nvPr/>
        </p:nvGrpSpPr>
        <p:grpSpPr>
          <a:xfrm>
            <a:off x="6345613" y="1626074"/>
            <a:ext cx="348640" cy="250656"/>
            <a:chOff x="6345613" y="1549874"/>
            <a:chExt cx="348640" cy="250656"/>
          </a:xfrm>
        </p:grpSpPr>
        <p:sp>
          <p:nvSpPr>
            <p:cNvPr id="12624" name="Google Shape;12624;p67"/>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7"/>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7"/>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7"/>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7"/>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7"/>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0" name="Google Shape;12630;p67"/>
          <p:cNvGrpSpPr/>
          <p:nvPr/>
        </p:nvGrpSpPr>
        <p:grpSpPr>
          <a:xfrm>
            <a:off x="7444781" y="1583226"/>
            <a:ext cx="348640" cy="334272"/>
            <a:chOff x="7444781" y="1507026"/>
            <a:chExt cx="348640" cy="334272"/>
          </a:xfrm>
        </p:grpSpPr>
        <p:sp>
          <p:nvSpPr>
            <p:cNvPr id="12631" name="Google Shape;12631;p67"/>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7"/>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7"/>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7"/>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7"/>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6" name="Google Shape;12636;p67"/>
          <p:cNvGrpSpPr/>
          <p:nvPr/>
        </p:nvGrpSpPr>
        <p:grpSpPr>
          <a:xfrm>
            <a:off x="7995341" y="1582938"/>
            <a:ext cx="347872" cy="334944"/>
            <a:chOff x="7995341" y="1506738"/>
            <a:chExt cx="347872" cy="334944"/>
          </a:xfrm>
        </p:grpSpPr>
        <p:sp>
          <p:nvSpPr>
            <p:cNvPr id="12637" name="Google Shape;12637;p67"/>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7"/>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7"/>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7"/>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7"/>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7"/>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7"/>
          <p:cNvGrpSpPr/>
          <p:nvPr/>
        </p:nvGrpSpPr>
        <p:grpSpPr>
          <a:xfrm>
            <a:off x="3048045" y="1599130"/>
            <a:ext cx="347872" cy="303904"/>
            <a:chOff x="3048045" y="1522930"/>
            <a:chExt cx="347872" cy="303904"/>
          </a:xfrm>
        </p:grpSpPr>
        <p:sp>
          <p:nvSpPr>
            <p:cNvPr id="12644" name="Google Shape;12644;p67"/>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45" name="Google Shape;12645;p67"/>
            <p:cNvGrpSpPr/>
            <p:nvPr/>
          </p:nvGrpSpPr>
          <p:grpSpPr>
            <a:xfrm>
              <a:off x="3048045" y="1522930"/>
              <a:ext cx="347872" cy="303904"/>
              <a:chOff x="3048045" y="1522930"/>
              <a:chExt cx="347872" cy="303904"/>
            </a:xfrm>
          </p:grpSpPr>
          <p:sp>
            <p:nvSpPr>
              <p:cNvPr id="12646" name="Google Shape;12646;p67"/>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7"/>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48" name="Google Shape;12648;p67"/>
          <p:cNvGrpSpPr/>
          <p:nvPr/>
        </p:nvGrpSpPr>
        <p:grpSpPr>
          <a:xfrm>
            <a:off x="1133133" y="3428122"/>
            <a:ext cx="313984" cy="358560"/>
            <a:chOff x="1133133" y="3351922"/>
            <a:chExt cx="313984" cy="358560"/>
          </a:xfrm>
        </p:grpSpPr>
        <p:sp>
          <p:nvSpPr>
            <p:cNvPr id="12649" name="Google Shape;12649;p67"/>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7"/>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7"/>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7"/>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7"/>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7"/>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7"/>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7"/>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7"/>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7"/>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7"/>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7"/>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7"/>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7"/>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7"/>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7"/>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65" name="Google Shape;12665;p67"/>
          <p:cNvSpPr/>
          <p:nvPr/>
        </p:nvSpPr>
        <p:spPr>
          <a:xfrm>
            <a:off x="1709197"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66" name="Google Shape;12666;p67"/>
          <p:cNvGrpSpPr/>
          <p:nvPr/>
        </p:nvGrpSpPr>
        <p:grpSpPr>
          <a:xfrm>
            <a:off x="2795053" y="3428794"/>
            <a:ext cx="288448" cy="357120"/>
            <a:chOff x="2795053" y="3352594"/>
            <a:chExt cx="288448" cy="357120"/>
          </a:xfrm>
        </p:grpSpPr>
        <p:sp>
          <p:nvSpPr>
            <p:cNvPr id="12667" name="Google Shape;12667;p67"/>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7"/>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7"/>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7"/>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7"/>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67"/>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67"/>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67"/>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7"/>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6" name="Google Shape;12676;p67"/>
          <p:cNvGrpSpPr/>
          <p:nvPr/>
        </p:nvGrpSpPr>
        <p:grpSpPr>
          <a:xfrm>
            <a:off x="2236525" y="3429402"/>
            <a:ext cx="304832" cy="356512"/>
            <a:chOff x="2236525" y="3353202"/>
            <a:chExt cx="304832" cy="356512"/>
          </a:xfrm>
        </p:grpSpPr>
        <p:sp>
          <p:nvSpPr>
            <p:cNvPr id="12677" name="Google Shape;12677;p67"/>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7"/>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7"/>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0" name="Google Shape;12680;p67"/>
          <p:cNvGrpSpPr/>
          <p:nvPr/>
        </p:nvGrpSpPr>
        <p:grpSpPr>
          <a:xfrm>
            <a:off x="3910637" y="3428890"/>
            <a:ext cx="256800" cy="357024"/>
            <a:chOff x="3910637" y="3352690"/>
            <a:chExt cx="256800" cy="357024"/>
          </a:xfrm>
        </p:grpSpPr>
        <p:sp>
          <p:nvSpPr>
            <p:cNvPr id="12681" name="Google Shape;12681;p67"/>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7"/>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7"/>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4" name="Google Shape;12684;p67"/>
          <p:cNvGrpSpPr/>
          <p:nvPr/>
        </p:nvGrpSpPr>
        <p:grpSpPr>
          <a:xfrm>
            <a:off x="6056429" y="3428122"/>
            <a:ext cx="360064" cy="360096"/>
            <a:chOff x="6056429" y="3351922"/>
            <a:chExt cx="360064" cy="360096"/>
          </a:xfrm>
        </p:grpSpPr>
        <p:sp>
          <p:nvSpPr>
            <p:cNvPr id="12685" name="Google Shape;12685;p67"/>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7"/>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7"/>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8" name="Google Shape;12688;p67"/>
          <p:cNvGrpSpPr/>
          <p:nvPr/>
        </p:nvGrpSpPr>
        <p:grpSpPr>
          <a:xfrm>
            <a:off x="6608877" y="3429274"/>
            <a:ext cx="357408" cy="357408"/>
            <a:chOff x="6608877" y="3353074"/>
            <a:chExt cx="357408" cy="357408"/>
          </a:xfrm>
        </p:grpSpPr>
        <p:sp>
          <p:nvSpPr>
            <p:cNvPr id="12689" name="Google Shape;12689;p67"/>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7"/>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7"/>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7"/>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7"/>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7"/>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67"/>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96" name="Google Shape;12696;p67"/>
          <p:cNvSpPr/>
          <p:nvPr/>
        </p:nvSpPr>
        <p:spPr>
          <a:xfrm>
            <a:off x="7708045"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7"/>
          <p:cNvSpPr/>
          <p:nvPr/>
        </p:nvSpPr>
        <p:spPr>
          <a:xfrm>
            <a:off x="4423085"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98" name="Google Shape;12698;p67"/>
          <p:cNvGrpSpPr/>
          <p:nvPr/>
        </p:nvGrpSpPr>
        <p:grpSpPr>
          <a:xfrm>
            <a:off x="4959533" y="3446426"/>
            <a:ext cx="357408" cy="323488"/>
            <a:chOff x="4959533" y="3370226"/>
            <a:chExt cx="357408" cy="323488"/>
          </a:xfrm>
        </p:grpSpPr>
        <p:sp>
          <p:nvSpPr>
            <p:cNvPr id="12699" name="Google Shape;12699;p67"/>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7"/>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1" name="Google Shape;12701;p67"/>
          <p:cNvGrpSpPr/>
          <p:nvPr/>
        </p:nvGrpSpPr>
        <p:grpSpPr>
          <a:xfrm>
            <a:off x="7158637" y="3429274"/>
            <a:ext cx="357056" cy="357408"/>
            <a:chOff x="7158637" y="3353074"/>
            <a:chExt cx="357056" cy="357408"/>
          </a:xfrm>
        </p:grpSpPr>
        <p:sp>
          <p:nvSpPr>
            <p:cNvPr id="12702" name="Google Shape;12702;p67"/>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7"/>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7"/>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7"/>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6" name="Google Shape;12706;p67"/>
          <p:cNvGrpSpPr/>
          <p:nvPr/>
        </p:nvGrpSpPr>
        <p:grpSpPr>
          <a:xfrm>
            <a:off x="3316269" y="3428602"/>
            <a:ext cx="344832" cy="356544"/>
            <a:chOff x="3316269" y="3352402"/>
            <a:chExt cx="344832" cy="356544"/>
          </a:xfrm>
        </p:grpSpPr>
        <p:sp>
          <p:nvSpPr>
            <p:cNvPr id="12707" name="Google Shape;12707;p67"/>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7"/>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7"/>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0" name="Google Shape;12710;p67"/>
          <p:cNvGrpSpPr/>
          <p:nvPr/>
        </p:nvGrpSpPr>
        <p:grpSpPr>
          <a:xfrm>
            <a:off x="5508909" y="3447706"/>
            <a:ext cx="358560" cy="319552"/>
            <a:chOff x="5508909" y="3371506"/>
            <a:chExt cx="358560" cy="319552"/>
          </a:xfrm>
        </p:grpSpPr>
        <p:sp>
          <p:nvSpPr>
            <p:cNvPr id="12711" name="Google Shape;12711;p67"/>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7"/>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7"/>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7"/>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7"/>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7"/>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7"/>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7"/>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7"/>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7"/>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21" name="Google Shape;12721;p67"/>
          <p:cNvSpPr txBox="1"/>
          <p:nvPr/>
        </p:nvSpPr>
        <p:spPr>
          <a:xfrm>
            <a:off x="1048350" y="72102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725"/>
        <p:cNvGrpSpPr/>
        <p:nvPr/>
      </p:nvGrpSpPr>
      <p:grpSpPr>
        <a:xfrm>
          <a:off x="0" y="0"/>
          <a:ext cx="0" cy="0"/>
          <a:chOff x="0" y="0"/>
          <a:chExt cx="0" cy="0"/>
        </a:xfrm>
      </p:grpSpPr>
      <p:sp>
        <p:nvSpPr>
          <p:cNvPr id="12726" name="Google Shape;12726;p68"/>
          <p:cNvSpPr/>
          <p:nvPr/>
        </p:nvSpPr>
        <p:spPr>
          <a:xfrm>
            <a:off x="260185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27" name="Google Shape;12727;p68"/>
          <p:cNvGrpSpPr/>
          <p:nvPr/>
        </p:nvGrpSpPr>
        <p:grpSpPr>
          <a:xfrm>
            <a:off x="3051327" y="3893352"/>
            <a:ext cx="346056" cy="345674"/>
            <a:chOff x="3303268" y="3817349"/>
            <a:chExt cx="346056" cy="345674"/>
          </a:xfrm>
        </p:grpSpPr>
        <p:sp>
          <p:nvSpPr>
            <p:cNvPr id="12728" name="Google Shape;12728;p68"/>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8"/>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8"/>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8"/>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2" name="Google Shape;12732;p68"/>
          <p:cNvGrpSpPr/>
          <p:nvPr/>
        </p:nvGrpSpPr>
        <p:grpSpPr>
          <a:xfrm>
            <a:off x="3500416" y="3893352"/>
            <a:ext cx="346056" cy="345674"/>
            <a:chOff x="3752358" y="3817349"/>
            <a:chExt cx="346056" cy="345674"/>
          </a:xfrm>
        </p:grpSpPr>
        <p:sp>
          <p:nvSpPr>
            <p:cNvPr id="12733" name="Google Shape;12733;p68"/>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8"/>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8"/>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8"/>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7" name="Google Shape;12737;p68"/>
          <p:cNvGrpSpPr/>
          <p:nvPr/>
        </p:nvGrpSpPr>
        <p:grpSpPr>
          <a:xfrm>
            <a:off x="4848066" y="3893352"/>
            <a:ext cx="346024" cy="345674"/>
            <a:chOff x="5100008" y="3817349"/>
            <a:chExt cx="346024" cy="345674"/>
          </a:xfrm>
        </p:grpSpPr>
        <p:sp>
          <p:nvSpPr>
            <p:cNvPr id="12738" name="Google Shape;12738;p68"/>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8"/>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8"/>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1" name="Google Shape;12741;p68"/>
          <p:cNvGrpSpPr/>
          <p:nvPr/>
        </p:nvGrpSpPr>
        <p:grpSpPr>
          <a:xfrm>
            <a:off x="5746977" y="3893352"/>
            <a:ext cx="345674" cy="345674"/>
            <a:chOff x="5998919" y="3817349"/>
            <a:chExt cx="345674" cy="345674"/>
          </a:xfrm>
        </p:grpSpPr>
        <p:sp>
          <p:nvSpPr>
            <p:cNvPr id="12742" name="Google Shape;12742;p68"/>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68"/>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68"/>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5" name="Google Shape;12745;p68"/>
          <p:cNvGrpSpPr/>
          <p:nvPr/>
        </p:nvGrpSpPr>
        <p:grpSpPr>
          <a:xfrm>
            <a:off x="3949506" y="3893352"/>
            <a:ext cx="346024" cy="345674"/>
            <a:chOff x="4201447" y="3817349"/>
            <a:chExt cx="346024" cy="345674"/>
          </a:xfrm>
        </p:grpSpPr>
        <p:sp>
          <p:nvSpPr>
            <p:cNvPr id="12746" name="Google Shape;12746;p68"/>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8"/>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8" name="Google Shape;12748;p68"/>
          <p:cNvGrpSpPr/>
          <p:nvPr/>
        </p:nvGrpSpPr>
        <p:grpSpPr>
          <a:xfrm>
            <a:off x="4398977" y="3893352"/>
            <a:ext cx="346024" cy="345674"/>
            <a:chOff x="4650919" y="3817349"/>
            <a:chExt cx="346024" cy="345674"/>
          </a:xfrm>
        </p:grpSpPr>
        <p:sp>
          <p:nvSpPr>
            <p:cNvPr id="12749" name="Google Shape;12749;p68"/>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8"/>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8"/>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2" name="Google Shape;12752;p68"/>
          <p:cNvGrpSpPr/>
          <p:nvPr/>
        </p:nvGrpSpPr>
        <p:grpSpPr>
          <a:xfrm>
            <a:off x="5297920" y="3893352"/>
            <a:ext cx="345642" cy="345674"/>
            <a:chOff x="5549861" y="3817349"/>
            <a:chExt cx="345642" cy="345674"/>
          </a:xfrm>
        </p:grpSpPr>
        <p:sp>
          <p:nvSpPr>
            <p:cNvPr id="12753" name="Google Shape;12753;p68"/>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8"/>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8"/>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6" name="Google Shape;12756;p68"/>
          <p:cNvGrpSpPr/>
          <p:nvPr/>
        </p:nvGrpSpPr>
        <p:grpSpPr>
          <a:xfrm>
            <a:off x="1306445" y="3474029"/>
            <a:ext cx="367255" cy="269855"/>
            <a:chOff x="1306445" y="3397829"/>
            <a:chExt cx="367255" cy="269855"/>
          </a:xfrm>
        </p:grpSpPr>
        <p:sp>
          <p:nvSpPr>
            <p:cNvPr id="12757" name="Google Shape;12757;p68"/>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8"/>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8"/>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8"/>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8"/>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8"/>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3" name="Google Shape;12763;p68"/>
          <p:cNvGrpSpPr/>
          <p:nvPr/>
        </p:nvGrpSpPr>
        <p:grpSpPr>
          <a:xfrm>
            <a:off x="1781317" y="3467600"/>
            <a:ext cx="367255" cy="282364"/>
            <a:chOff x="1781317" y="3391400"/>
            <a:chExt cx="367255" cy="282364"/>
          </a:xfrm>
        </p:grpSpPr>
        <p:sp>
          <p:nvSpPr>
            <p:cNvPr id="12764" name="Google Shape;12764;p68"/>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8"/>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68"/>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68"/>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8"/>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8"/>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0" name="Google Shape;12770;p68"/>
          <p:cNvGrpSpPr/>
          <p:nvPr/>
        </p:nvGrpSpPr>
        <p:grpSpPr>
          <a:xfrm>
            <a:off x="3678830" y="3447133"/>
            <a:ext cx="369164" cy="323297"/>
            <a:chOff x="3678830" y="3370933"/>
            <a:chExt cx="369164" cy="323297"/>
          </a:xfrm>
        </p:grpSpPr>
        <p:sp>
          <p:nvSpPr>
            <p:cNvPr id="12771" name="Google Shape;12771;p68"/>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8"/>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8"/>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8"/>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8"/>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8"/>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8"/>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8"/>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8"/>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8"/>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8"/>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2" name="Google Shape;12782;p68"/>
          <p:cNvGrpSpPr/>
          <p:nvPr/>
        </p:nvGrpSpPr>
        <p:grpSpPr>
          <a:xfrm>
            <a:off x="859265" y="3424375"/>
            <a:ext cx="312316" cy="368400"/>
            <a:chOff x="859265" y="3348175"/>
            <a:chExt cx="312316" cy="368400"/>
          </a:xfrm>
        </p:grpSpPr>
        <p:sp>
          <p:nvSpPr>
            <p:cNvPr id="12783" name="Google Shape;12783;p68"/>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8"/>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8"/>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8"/>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8"/>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88" name="Google Shape;12788;p68"/>
          <p:cNvSpPr/>
          <p:nvPr/>
        </p:nvSpPr>
        <p:spPr>
          <a:xfrm>
            <a:off x="225692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89" name="Google Shape;12789;p68"/>
          <p:cNvGrpSpPr/>
          <p:nvPr/>
        </p:nvGrpSpPr>
        <p:grpSpPr>
          <a:xfrm>
            <a:off x="2766374" y="3437213"/>
            <a:ext cx="330110" cy="308908"/>
            <a:chOff x="2766264" y="3394042"/>
            <a:chExt cx="294873" cy="275934"/>
          </a:xfrm>
        </p:grpSpPr>
        <p:sp>
          <p:nvSpPr>
            <p:cNvPr id="12790" name="Google Shape;12790;p68"/>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8"/>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8"/>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8"/>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4" name="Google Shape;12794;p68"/>
          <p:cNvGrpSpPr/>
          <p:nvPr/>
        </p:nvGrpSpPr>
        <p:grpSpPr>
          <a:xfrm>
            <a:off x="3214972" y="3435388"/>
            <a:ext cx="346406" cy="347552"/>
            <a:chOff x="3214972" y="3359188"/>
            <a:chExt cx="346406" cy="347552"/>
          </a:xfrm>
        </p:grpSpPr>
        <p:sp>
          <p:nvSpPr>
            <p:cNvPr id="12795" name="Google Shape;12795;p68"/>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8"/>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8"/>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8"/>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8"/>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8"/>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8"/>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8"/>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8"/>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8"/>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68"/>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68"/>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8"/>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8"/>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9" name="Google Shape;12809;p68"/>
          <p:cNvGrpSpPr/>
          <p:nvPr/>
        </p:nvGrpSpPr>
        <p:grpSpPr>
          <a:xfrm>
            <a:off x="4629306" y="3485393"/>
            <a:ext cx="367255" cy="244486"/>
            <a:chOff x="4629306" y="3409193"/>
            <a:chExt cx="367255" cy="244486"/>
          </a:xfrm>
        </p:grpSpPr>
        <p:sp>
          <p:nvSpPr>
            <p:cNvPr id="12810" name="Google Shape;12810;p68"/>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8"/>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8"/>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8"/>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8"/>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8"/>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8"/>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8"/>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8"/>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8"/>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0" name="Google Shape;12820;p68"/>
          <p:cNvGrpSpPr/>
          <p:nvPr/>
        </p:nvGrpSpPr>
        <p:grpSpPr>
          <a:xfrm>
            <a:off x="4193490" y="3426284"/>
            <a:ext cx="289939" cy="334661"/>
            <a:chOff x="4193490" y="3350084"/>
            <a:chExt cx="289939" cy="334661"/>
          </a:xfrm>
        </p:grpSpPr>
        <p:sp>
          <p:nvSpPr>
            <p:cNvPr id="12821" name="Google Shape;12821;p68"/>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8"/>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8"/>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8"/>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8"/>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8"/>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68"/>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68"/>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8"/>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8"/>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1" name="Google Shape;12831;p68"/>
          <p:cNvGrpSpPr/>
          <p:nvPr/>
        </p:nvGrpSpPr>
        <p:grpSpPr>
          <a:xfrm>
            <a:off x="6533281" y="3427430"/>
            <a:ext cx="357037" cy="357005"/>
            <a:chOff x="6533281" y="3351230"/>
            <a:chExt cx="357037" cy="357005"/>
          </a:xfrm>
        </p:grpSpPr>
        <p:sp>
          <p:nvSpPr>
            <p:cNvPr id="12832" name="Google Shape;12832;p68"/>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8"/>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8"/>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68"/>
          <p:cNvGrpSpPr/>
          <p:nvPr/>
        </p:nvGrpSpPr>
        <p:grpSpPr>
          <a:xfrm>
            <a:off x="6058441" y="3427430"/>
            <a:ext cx="357387" cy="357005"/>
            <a:chOff x="6058441" y="3351230"/>
            <a:chExt cx="357387" cy="357005"/>
          </a:xfrm>
        </p:grpSpPr>
        <p:sp>
          <p:nvSpPr>
            <p:cNvPr id="12836" name="Google Shape;12836;p68"/>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8"/>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8" name="Google Shape;12838;p68"/>
          <p:cNvGrpSpPr/>
          <p:nvPr/>
        </p:nvGrpSpPr>
        <p:grpSpPr>
          <a:xfrm>
            <a:off x="7957483" y="3427048"/>
            <a:ext cx="357387" cy="357387"/>
            <a:chOff x="7957483" y="3350848"/>
            <a:chExt cx="357387" cy="357387"/>
          </a:xfrm>
        </p:grpSpPr>
        <p:sp>
          <p:nvSpPr>
            <p:cNvPr id="12839" name="Google Shape;12839;p68"/>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8"/>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8"/>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68"/>
          <p:cNvGrpSpPr/>
          <p:nvPr/>
        </p:nvGrpSpPr>
        <p:grpSpPr>
          <a:xfrm>
            <a:off x="7007771" y="3427430"/>
            <a:ext cx="357387" cy="357005"/>
            <a:chOff x="7007771" y="3351230"/>
            <a:chExt cx="357387" cy="357005"/>
          </a:xfrm>
        </p:grpSpPr>
        <p:sp>
          <p:nvSpPr>
            <p:cNvPr id="12843" name="Google Shape;12843;p68"/>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68"/>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68"/>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8"/>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8"/>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8" name="Google Shape;12848;p68"/>
          <p:cNvGrpSpPr/>
          <p:nvPr/>
        </p:nvGrpSpPr>
        <p:grpSpPr>
          <a:xfrm>
            <a:off x="5108729" y="3427430"/>
            <a:ext cx="357005" cy="357005"/>
            <a:chOff x="5108729" y="3351230"/>
            <a:chExt cx="357005" cy="357005"/>
          </a:xfrm>
        </p:grpSpPr>
        <p:sp>
          <p:nvSpPr>
            <p:cNvPr id="12849" name="Google Shape;12849;p68"/>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8"/>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68"/>
          <p:cNvGrpSpPr/>
          <p:nvPr/>
        </p:nvGrpSpPr>
        <p:grpSpPr>
          <a:xfrm>
            <a:off x="5583569" y="3427430"/>
            <a:ext cx="357419" cy="357005"/>
            <a:chOff x="5583569" y="3351230"/>
            <a:chExt cx="357419" cy="357005"/>
          </a:xfrm>
        </p:grpSpPr>
        <p:sp>
          <p:nvSpPr>
            <p:cNvPr id="12852" name="Google Shape;12852;p68"/>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8"/>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4" name="Google Shape;12854;p68"/>
          <p:cNvGrpSpPr/>
          <p:nvPr/>
        </p:nvGrpSpPr>
        <p:grpSpPr>
          <a:xfrm>
            <a:off x="7482229" y="3427430"/>
            <a:ext cx="357419" cy="357005"/>
            <a:chOff x="7482229" y="3351230"/>
            <a:chExt cx="357419" cy="357005"/>
          </a:xfrm>
        </p:grpSpPr>
        <p:sp>
          <p:nvSpPr>
            <p:cNvPr id="12855" name="Google Shape;12855;p68"/>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8"/>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8"/>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8"/>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8"/>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0" name="Google Shape;12860;p68"/>
          <p:cNvGrpSpPr/>
          <p:nvPr/>
        </p:nvGrpSpPr>
        <p:grpSpPr>
          <a:xfrm>
            <a:off x="3764485" y="2966882"/>
            <a:ext cx="222874" cy="345737"/>
            <a:chOff x="3764485" y="2890682"/>
            <a:chExt cx="222874" cy="345737"/>
          </a:xfrm>
        </p:grpSpPr>
        <p:sp>
          <p:nvSpPr>
            <p:cNvPr id="12861" name="Google Shape;12861;p68"/>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68"/>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8"/>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4" name="Google Shape;12864;p68"/>
          <p:cNvGrpSpPr/>
          <p:nvPr/>
        </p:nvGrpSpPr>
        <p:grpSpPr>
          <a:xfrm>
            <a:off x="2238616" y="2984331"/>
            <a:ext cx="422596" cy="310382"/>
            <a:chOff x="2278533" y="2937377"/>
            <a:chExt cx="346788" cy="254704"/>
          </a:xfrm>
        </p:grpSpPr>
        <p:sp>
          <p:nvSpPr>
            <p:cNvPr id="12865" name="Google Shape;12865;p68"/>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8"/>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67" name="Google Shape;12867;p68"/>
          <p:cNvSpPr/>
          <p:nvPr/>
        </p:nvSpPr>
        <p:spPr>
          <a:xfrm>
            <a:off x="322786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68" name="Google Shape;12868;p68"/>
          <p:cNvGrpSpPr/>
          <p:nvPr/>
        </p:nvGrpSpPr>
        <p:grpSpPr>
          <a:xfrm>
            <a:off x="1836637" y="2967710"/>
            <a:ext cx="286152" cy="346438"/>
            <a:chOff x="1836637" y="2891510"/>
            <a:chExt cx="286152" cy="346438"/>
          </a:xfrm>
        </p:grpSpPr>
        <p:sp>
          <p:nvSpPr>
            <p:cNvPr id="12869" name="Google Shape;12869;p68"/>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8"/>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8"/>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68"/>
          <p:cNvGrpSpPr/>
          <p:nvPr/>
        </p:nvGrpSpPr>
        <p:grpSpPr>
          <a:xfrm>
            <a:off x="5585861" y="2982129"/>
            <a:ext cx="379764" cy="337684"/>
            <a:chOff x="5585861" y="2905929"/>
            <a:chExt cx="379764" cy="337684"/>
          </a:xfrm>
        </p:grpSpPr>
        <p:sp>
          <p:nvSpPr>
            <p:cNvPr id="12873" name="Google Shape;12873;p68"/>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8"/>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8"/>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8"/>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7" name="Google Shape;12877;p68"/>
          <p:cNvGrpSpPr/>
          <p:nvPr/>
        </p:nvGrpSpPr>
        <p:grpSpPr>
          <a:xfrm>
            <a:off x="1327676" y="2986680"/>
            <a:ext cx="347934" cy="310024"/>
            <a:chOff x="1327676" y="2910480"/>
            <a:chExt cx="347934" cy="310024"/>
          </a:xfrm>
        </p:grpSpPr>
        <p:sp>
          <p:nvSpPr>
            <p:cNvPr id="12878" name="Google Shape;12878;p68"/>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8"/>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68"/>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68"/>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68"/>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3" name="Google Shape;12883;p68"/>
          <p:cNvSpPr/>
          <p:nvPr/>
        </p:nvSpPr>
        <p:spPr>
          <a:xfrm>
            <a:off x="278596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84" name="Google Shape;12884;p68"/>
          <p:cNvGrpSpPr/>
          <p:nvPr/>
        </p:nvGrpSpPr>
        <p:grpSpPr>
          <a:xfrm>
            <a:off x="2753401" y="2945764"/>
            <a:ext cx="382828" cy="358601"/>
            <a:chOff x="2753373" y="2902523"/>
            <a:chExt cx="347552" cy="325557"/>
          </a:xfrm>
        </p:grpSpPr>
        <p:sp>
          <p:nvSpPr>
            <p:cNvPr id="12885" name="Google Shape;12885;p68"/>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68"/>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68"/>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8"/>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8"/>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8"/>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1" name="Google Shape;12891;p68"/>
          <p:cNvGrpSpPr/>
          <p:nvPr/>
        </p:nvGrpSpPr>
        <p:grpSpPr>
          <a:xfrm>
            <a:off x="849016" y="2979455"/>
            <a:ext cx="356655" cy="335425"/>
            <a:chOff x="849016" y="2903255"/>
            <a:chExt cx="356655" cy="335425"/>
          </a:xfrm>
        </p:grpSpPr>
        <p:sp>
          <p:nvSpPr>
            <p:cNvPr id="12892" name="Google Shape;12892;p68"/>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8"/>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8"/>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8"/>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8"/>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8"/>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8"/>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8"/>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8"/>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68"/>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68"/>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3" name="Google Shape;12903;p68"/>
          <p:cNvGrpSpPr/>
          <p:nvPr/>
        </p:nvGrpSpPr>
        <p:grpSpPr>
          <a:xfrm>
            <a:off x="4210933" y="3002977"/>
            <a:ext cx="280072" cy="275520"/>
            <a:chOff x="4210933" y="2926777"/>
            <a:chExt cx="280072" cy="275520"/>
          </a:xfrm>
        </p:grpSpPr>
        <p:sp>
          <p:nvSpPr>
            <p:cNvPr id="12904" name="Google Shape;12904;p68"/>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8"/>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8"/>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8"/>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8"/>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8"/>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8"/>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8"/>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8"/>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8"/>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8"/>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8"/>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68"/>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7" name="Google Shape;12917;p68"/>
          <p:cNvGrpSpPr/>
          <p:nvPr/>
        </p:nvGrpSpPr>
        <p:grpSpPr>
          <a:xfrm>
            <a:off x="4667216" y="2991582"/>
            <a:ext cx="320273" cy="318395"/>
            <a:chOff x="4667216" y="2915382"/>
            <a:chExt cx="320273" cy="318395"/>
          </a:xfrm>
        </p:grpSpPr>
        <p:sp>
          <p:nvSpPr>
            <p:cNvPr id="12918" name="Google Shape;12918;p68"/>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8"/>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8"/>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8"/>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68"/>
          <p:cNvGrpSpPr/>
          <p:nvPr/>
        </p:nvGrpSpPr>
        <p:grpSpPr>
          <a:xfrm>
            <a:off x="5170480" y="3010839"/>
            <a:ext cx="261929" cy="280550"/>
            <a:chOff x="5170480" y="2934639"/>
            <a:chExt cx="261929" cy="280550"/>
          </a:xfrm>
        </p:grpSpPr>
        <p:sp>
          <p:nvSpPr>
            <p:cNvPr id="12923" name="Google Shape;12923;p68"/>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8"/>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8"/>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8"/>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68"/>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68"/>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8"/>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0" name="Google Shape;12930;p68"/>
          <p:cNvGrpSpPr/>
          <p:nvPr/>
        </p:nvGrpSpPr>
        <p:grpSpPr>
          <a:xfrm>
            <a:off x="6069423" y="2968091"/>
            <a:ext cx="362321" cy="364231"/>
            <a:chOff x="6069423" y="2891892"/>
            <a:chExt cx="362321" cy="364231"/>
          </a:xfrm>
        </p:grpSpPr>
        <p:sp>
          <p:nvSpPr>
            <p:cNvPr id="12931" name="Google Shape;12931;p68"/>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8"/>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8"/>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8"/>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8"/>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8"/>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68"/>
          <p:cNvGrpSpPr/>
          <p:nvPr/>
        </p:nvGrpSpPr>
        <p:grpSpPr>
          <a:xfrm>
            <a:off x="6571955" y="2995370"/>
            <a:ext cx="308878" cy="311170"/>
            <a:chOff x="6571955" y="2919170"/>
            <a:chExt cx="308878" cy="311170"/>
          </a:xfrm>
        </p:grpSpPr>
        <p:sp>
          <p:nvSpPr>
            <p:cNvPr id="12938" name="Google Shape;12938;p68"/>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8"/>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68"/>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68"/>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8"/>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8"/>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8"/>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8"/>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8"/>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8"/>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8" name="Google Shape;12948;p68"/>
          <p:cNvGrpSpPr/>
          <p:nvPr/>
        </p:nvGrpSpPr>
        <p:grpSpPr>
          <a:xfrm>
            <a:off x="7500054" y="3010935"/>
            <a:ext cx="350576" cy="280454"/>
            <a:chOff x="7500054" y="2934735"/>
            <a:chExt cx="350576" cy="280454"/>
          </a:xfrm>
        </p:grpSpPr>
        <p:sp>
          <p:nvSpPr>
            <p:cNvPr id="12949" name="Google Shape;12949;p68"/>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68"/>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8"/>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8"/>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8"/>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8"/>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8"/>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8"/>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7" name="Google Shape;12957;p68"/>
          <p:cNvGrpSpPr/>
          <p:nvPr/>
        </p:nvGrpSpPr>
        <p:grpSpPr>
          <a:xfrm>
            <a:off x="7024430" y="2950862"/>
            <a:ext cx="332012" cy="355454"/>
            <a:chOff x="7055134" y="2919170"/>
            <a:chExt cx="290321" cy="310820"/>
          </a:xfrm>
        </p:grpSpPr>
        <p:sp>
          <p:nvSpPr>
            <p:cNvPr id="12958" name="Google Shape;12958;p68"/>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8"/>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8"/>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8"/>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8"/>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8"/>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8"/>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8"/>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8"/>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8"/>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8"/>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8"/>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8"/>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8"/>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2" name="Google Shape;12972;p68"/>
          <p:cNvGrpSpPr/>
          <p:nvPr/>
        </p:nvGrpSpPr>
        <p:grpSpPr>
          <a:xfrm>
            <a:off x="7985143" y="2976813"/>
            <a:ext cx="330109" cy="347552"/>
            <a:chOff x="7985143" y="2900613"/>
            <a:chExt cx="330109" cy="347552"/>
          </a:xfrm>
        </p:grpSpPr>
        <p:sp>
          <p:nvSpPr>
            <p:cNvPr id="12973" name="Google Shape;12973;p68"/>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68"/>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68"/>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8"/>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8"/>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8"/>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8"/>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8"/>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1" name="Google Shape;12981;p68"/>
          <p:cNvGrpSpPr/>
          <p:nvPr/>
        </p:nvGrpSpPr>
        <p:grpSpPr>
          <a:xfrm>
            <a:off x="7990840" y="2511426"/>
            <a:ext cx="354363" cy="353631"/>
            <a:chOff x="7990840" y="2435226"/>
            <a:chExt cx="354363" cy="353631"/>
          </a:xfrm>
        </p:grpSpPr>
        <p:sp>
          <p:nvSpPr>
            <p:cNvPr id="12982" name="Google Shape;12982;p68"/>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68"/>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8"/>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68"/>
          <p:cNvGrpSpPr/>
          <p:nvPr/>
        </p:nvGrpSpPr>
        <p:grpSpPr>
          <a:xfrm>
            <a:off x="1817317" y="2556530"/>
            <a:ext cx="350958" cy="263043"/>
            <a:chOff x="1817317" y="2480330"/>
            <a:chExt cx="350958" cy="263043"/>
          </a:xfrm>
        </p:grpSpPr>
        <p:sp>
          <p:nvSpPr>
            <p:cNvPr id="12986" name="Google Shape;12986;p68"/>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8"/>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8"/>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8"/>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8"/>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1" name="Google Shape;12991;p68"/>
          <p:cNvGrpSpPr/>
          <p:nvPr/>
        </p:nvGrpSpPr>
        <p:grpSpPr>
          <a:xfrm>
            <a:off x="1341727" y="2559549"/>
            <a:ext cx="419913" cy="308109"/>
            <a:chOff x="1341727" y="2483349"/>
            <a:chExt cx="419913" cy="308109"/>
          </a:xfrm>
        </p:grpSpPr>
        <p:sp>
          <p:nvSpPr>
            <p:cNvPr id="12992" name="Google Shape;12992;p68"/>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8"/>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8"/>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5" name="Google Shape;12995;p68"/>
          <p:cNvGrpSpPr/>
          <p:nvPr/>
        </p:nvGrpSpPr>
        <p:grpSpPr>
          <a:xfrm>
            <a:off x="854332" y="2523936"/>
            <a:ext cx="376358" cy="330109"/>
            <a:chOff x="854332" y="2447736"/>
            <a:chExt cx="376358" cy="330109"/>
          </a:xfrm>
        </p:grpSpPr>
        <p:sp>
          <p:nvSpPr>
            <p:cNvPr id="12996" name="Google Shape;12996;p68"/>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8"/>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8"/>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8"/>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8"/>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8"/>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68"/>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68"/>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4" name="Google Shape;13004;p68"/>
          <p:cNvGrpSpPr/>
          <p:nvPr/>
        </p:nvGrpSpPr>
        <p:grpSpPr>
          <a:xfrm>
            <a:off x="4206763" y="2527151"/>
            <a:ext cx="322151" cy="322374"/>
            <a:chOff x="4206763" y="2450951"/>
            <a:chExt cx="322151" cy="322374"/>
          </a:xfrm>
        </p:grpSpPr>
        <p:sp>
          <p:nvSpPr>
            <p:cNvPr id="13005" name="Google Shape;13005;p68"/>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8"/>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7" name="Google Shape;13007;p68"/>
          <p:cNvGrpSpPr/>
          <p:nvPr/>
        </p:nvGrpSpPr>
        <p:grpSpPr>
          <a:xfrm>
            <a:off x="7528096" y="2526259"/>
            <a:ext cx="327976" cy="324316"/>
            <a:chOff x="7528096" y="2450059"/>
            <a:chExt cx="327976" cy="324316"/>
          </a:xfrm>
        </p:grpSpPr>
        <p:sp>
          <p:nvSpPr>
            <p:cNvPr id="13008" name="Google Shape;13008;p68"/>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8"/>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8"/>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8"/>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8"/>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8"/>
          <p:cNvGrpSpPr/>
          <p:nvPr/>
        </p:nvGrpSpPr>
        <p:grpSpPr>
          <a:xfrm>
            <a:off x="7077129" y="2588742"/>
            <a:ext cx="282364" cy="198619"/>
            <a:chOff x="7077129" y="2512542"/>
            <a:chExt cx="282364" cy="198619"/>
          </a:xfrm>
        </p:grpSpPr>
        <p:sp>
          <p:nvSpPr>
            <p:cNvPr id="13014" name="Google Shape;13014;p68"/>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8"/>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8"/>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8"/>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8"/>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8"/>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68"/>
          <p:cNvGrpSpPr/>
          <p:nvPr/>
        </p:nvGrpSpPr>
        <p:grpSpPr>
          <a:xfrm>
            <a:off x="3725461" y="2520912"/>
            <a:ext cx="334279" cy="334661"/>
            <a:chOff x="3725461" y="2444712"/>
            <a:chExt cx="334279" cy="334661"/>
          </a:xfrm>
        </p:grpSpPr>
        <p:sp>
          <p:nvSpPr>
            <p:cNvPr id="13021" name="Google Shape;13021;p68"/>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8"/>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8"/>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8"/>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8"/>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8"/>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8"/>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8" name="Google Shape;13028;p68"/>
          <p:cNvGrpSpPr/>
          <p:nvPr/>
        </p:nvGrpSpPr>
        <p:grpSpPr>
          <a:xfrm>
            <a:off x="6577238" y="2533421"/>
            <a:ext cx="332019" cy="310788"/>
            <a:chOff x="6577238" y="2457221"/>
            <a:chExt cx="332019" cy="310788"/>
          </a:xfrm>
        </p:grpSpPr>
        <p:sp>
          <p:nvSpPr>
            <p:cNvPr id="13029" name="Google Shape;13029;p68"/>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8"/>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8"/>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8"/>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8"/>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68"/>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5" name="Google Shape;13035;p68"/>
          <p:cNvGrpSpPr/>
          <p:nvPr/>
        </p:nvGrpSpPr>
        <p:grpSpPr>
          <a:xfrm>
            <a:off x="2818561" y="2515978"/>
            <a:ext cx="247892" cy="346024"/>
            <a:chOff x="2818561" y="2439778"/>
            <a:chExt cx="247892" cy="346024"/>
          </a:xfrm>
        </p:grpSpPr>
        <p:sp>
          <p:nvSpPr>
            <p:cNvPr id="13036" name="Google Shape;13036;p68"/>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8"/>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8"/>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8"/>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8"/>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8"/>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8"/>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8"/>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8"/>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8"/>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68"/>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68"/>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8" name="Google Shape;13048;p68"/>
          <p:cNvGrpSpPr/>
          <p:nvPr/>
        </p:nvGrpSpPr>
        <p:grpSpPr>
          <a:xfrm>
            <a:off x="3207778" y="2550832"/>
            <a:ext cx="419933" cy="275170"/>
            <a:chOff x="3207778" y="2474632"/>
            <a:chExt cx="419933" cy="275170"/>
          </a:xfrm>
        </p:grpSpPr>
        <p:sp>
          <p:nvSpPr>
            <p:cNvPr id="13049" name="Google Shape;13049;p68"/>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8"/>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8"/>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8"/>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8"/>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8"/>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8"/>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8"/>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8"/>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8"/>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8"/>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68"/>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68"/>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8"/>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3" name="Google Shape;13063;p68"/>
          <p:cNvGrpSpPr/>
          <p:nvPr/>
        </p:nvGrpSpPr>
        <p:grpSpPr>
          <a:xfrm>
            <a:off x="6099375" y="2532275"/>
            <a:ext cx="337684" cy="314194"/>
            <a:chOff x="6099375" y="2456075"/>
            <a:chExt cx="337684" cy="314194"/>
          </a:xfrm>
        </p:grpSpPr>
        <p:sp>
          <p:nvSpPr>
            <p:cNvPr id="13064" name="Google Shape;13064;p68"/>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8"/>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68"/>
          <p:cNvGrpSpPr/>
          <p:nvPr/>
        </p:nvGrpSpPr>
        <p:grpSpPr>
          <a:xfrm>
            <a:off x="2312623" y="2544784"/>
            <a:ext cx="312698" cy="286534"/>
            <a:chOff x="2312623" y="2468584"/>
            <a:chExt cx="312698" cy="286534"/>
          </a:xfrm>
        </p:grpSpPr>
        <p:sp>
          <p:nvSpPr>
            <p:cNvPr id="13067" name="Google Shape;13067;p68"/>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8"/>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8"/>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0" name="Google Shape;13070;p68"/>
          <p:cNvGrpSpPr/>
          <p:nvPr/>
        </p:nvGrpSpPr>
        <p:grpSpPr>
          <a:xfrm>
            <a:off x="5618805" y="2517124"/>
            <a:ext cx="345292" cy="342618"/>
            <a:chOff x="5618805" y="2440924"/>
            <a:chExt cx="345292" cy="342618"/>
          </a:xfrm>
        </p:grpSpPr>
        <p:sp>
          <p:nvSpPr>
            <p:cNvPr id="13071" name="Google Shape;13071;p68"/>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68"/>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8"/>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8"/>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8"/>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6" name="Google Shape;13076;p68"/>
          <p:cNvGrpSpPr/>
          <p:nvPr/>
        </p:nvGrpSpPr>
        <p:grpSpPr>
          <a:xfrm>
            <a:off x="4653179" y="2522790"/>
            <a:ext cx="377886" cy="331255"/>
            <a:chOff x="4653179" y="2446590"/>
            <a:chExt cx="377886" cy="331255"/>
          </a:xfrm>
        </p:grpSpPr>
        <p:sp>
          <p:nvSpPr>
            <p:cNvPr id="13077" name="Google Shape;13077;p68"/>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8"/>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8"/>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8"/>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1" name="Google Shape;13081;p68"/>
          <p:cNvGrpSpPr/>
          <p:nvPr/>
        </p:nvGrpSpPr>
        <p:grpSpPr>
          <a:xfrm>
            <a:off x="5184517" y="2535681"/>
            <a:ext cx="252062" cy="305122"/>
            <a:chOff x="5184517" y="2459481"/>
            <a:chExt cx="252062" cy="305122"/>
          </a:xfrm>
        </p:grpSpPr>
        <p:sp>
          <p:nvSpPr>
            <p:cNvPr id="13082" name="Google Shape;13082;p68"/>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8"/>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8"/>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8"/>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8"/>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8"/>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88" name="Google Shape;13088;p68"/>
          <p:cNvSpPr/>
          <p:nvPr/>
        </p:nvSpPr>
        <p:spPr>
          <a:xfrm>
            <a:off x="180102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89" name="Google Shape;13089;p68"/>
          <p:cNvGrpSpPr/>
          <p:nvPr/>
        </p:nvGrpSpPr>
        <p:grpSpPr>
          <a:xfrm>
            <a:off x="6155459" y="2045308"/>
            <a:ext cx="249770" cy="363849"/>
            <a:chOff x="6155459" y="1969108"/>
            <a:chExt cx="249770" cy="363849"/>
          </a:xfrm>
        </p:grpSpPr>
        <p:sp>
          <p:nvSpPr>
            <p:cNvPr id="13090" name="Google Shape;13090;p68"/>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8"/>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8"/>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8"/>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8"/>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8"/>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8"/>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8"/>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8"/>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9" name="Google Shape;13099;p68"/>
          <p:cNvGrpSpPr/>
          <p:nvPr/>
        </p:nvGrpSpPr>
        <p:grpSpPr>
          <a:xfrm>
            <a:off x="2280029" y="2046804"/>
            <a:ext cx="353631" cy="354395"/>
            <a:chOff x="2280029" y="1970604"/>
            <a:chExt cx="353631" cy="354395"/>
          </a:xfrm>
        </p:grpSpPr>
        <p:sp>
          <p:nvSpPr>
            <p:cNvPr id="13100" name="Google Shape;13100;p68"/>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8"/>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8"/>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8"/>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4" name="Google Shape;13104;p68"/>
          <p:cNvGrpSpPr/>
          <p:nvPr/>
        </p:nvGrpSpPr>
        <p:grpSpPr>
          <a:xfrm>
            <a:off x="8065100" y="2076374"/>
            <a:ext cx="255086" cy="301685"/>
            <a:chOff x="8065100" y="2000174"/>
            <a:chExt cx="255086" cy="301685"/>
          </a:xfrm>
        </p:grpSpPr>
        <p:sp>
          <p:nvSpPr>
            <p:cNvPr id="13105" name="Google Shape;13105;p68"/>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8"/>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8"/>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8"/>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9" name="Google Shape;13109;p68"/>
          <p:cNvGrpSpPr/>
          <p:nvPr/>
        </p:nvGrpSpPr>
        <p:grpSpPr>
          <a:xfrm>
            <a:off x="6633705" y="2045308"/>
            <a:ext cx="249420" cy="363849"/>
            <a:chOff x="6633705" y="1969108"/>
            <a:chExt cx="249420" cy="363849"/>
          </a:xfrm>
        </p:grpSpPr>
        <p:sp>
          <p:nvSpPr>
            <p:cNvPr id="13110" name="Google Shape;13110;p68"/>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68"/>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8"/>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8"/>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68"/>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68"/>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8"/>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8"/>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8" name="Google Shape;13118;p68"/>
          <p:cNvGrpSpPr/>
          <p:nvPr/>
        </p:nvGrpSpPr>
        <p:grpSpPr>
          <a:xfrm>
            <a:off x="5211031" y="2045308"/>
            <a:ext cx="226661" cy="363467"/>
            <a:chOff x="5211031" y="1969108"/>
            <a:chExt cx="226661" cy="363467"/>
          </a:xfrm>
        </p:grpSpPr>
        <p:sp>
          <p:nvSpPr>
            <p:cNvPr id="13119" name="Google Shape;13119;p68"/>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8"/>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1" name="Google Shape;13121;p68"/>
          <p:cNvGrpSpPr/>
          <p:nvPr/>
        </p:nvGrpSpPr>
        <p:grpSpPr>
          <a:xfrm>
            <a:off x="3712952" y="2046804"/>
            <a:ext cx="354363" cy="354395"/>
            <a:chOff x="3712952" y="1970604"/>
            <a:chExt cx="354363" cy="354395"/>
          </a:xfrm>
        </p:grpSpPr>
        <p:sp>
          <p:nvSpPr>
            <p:cNvPr id="13122" name="Google Shape;13122;p68"/>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8"/>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8"/>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8"/>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8"/>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68"/>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68"/>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8"/>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8"/>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1" name="Google Shape;13131;p68"/>
          <p:cNvGrpSpPr/>
          <p:nvPr/>
        </p:nvGrpSpPr>
        <p:grpSpPr>
          <a:xfrm>
            <a:off x="3235438" y="2046804"/>
            <a:ext cx="354363" cy="354745"/>
            <a:chOff x="3235438" y="1970604"/>
            <a:chExt cx="354363" cy="354745"/>
          </a:xfrm>
        </p:grpSpPr>
        <p:sp>
          <p:nvSpPr>
            <p:cNvPr id="13132" name="Google Shape;13132;p68"/>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68"/>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8"/>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8"/>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8"/>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8"/>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8"/>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8"/>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8"/>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8"/>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8"/>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8"/>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8"/>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5" name="Google Shape;13145;p68"/>
          <p:cNvGrpSpPr/>
          <p:nvPr/>
        </p:nvGrpSpPr>
        <p:grpSpPr>
          <a:xfrm>
            <a:off x="1329585" y="2066125"/>
            <a:ext cx="341472" cy="335074"/>
            <a:chOff x="1329585" y="1989925"/>
            <a:chExt cx="341472" cy="335074"/>
          </a:xfrm>
        </p:grpSpPr>
        <p:sp>
          <p:nvSpPr>
            <p:cNvPr id="13146" name="Google Shape;13146;p68"/>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8"/>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8"/>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8"/>
          <p:cNvGrpSpPr/>
          <p:nvPr/>
        </p:nvGrpSpPr>
        <p:grpSpPr>
          <a:xfrm>
            <a:off x="5591871" y="2066106"/>
            <a:ext cx="416649" cy="325597"/>
            <a:chOff x="5626763" y="2013829"/>
            <a:chExt cx="351722" cy="274788"/>
          </a:xfrm>
        </p:grpSpPr>
        <p:sp>
          <p:nvSpPr>
            <p:cNvPr id="13150" name="Google Shape;13150;p68"/>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8"/>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8"/>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8"/>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8"/>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8"/>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8"/>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8"/>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8"/>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8"/>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0" name="Google Shape;13160;p68"/>
          <p:cNvGrpSpPr/>
          <p:nvPr/>
        </p:nvGrpSpPr>
        <p:grpSpPr>
          <a:xfrm>
            <a:off x="7576605" y="2060077"/>
            <a:ext cx="276698" cy="333133"/>
            <a:chOff x="7576605" y="1983877"/>
            <a:chExt cx="276698" cy="333133"/>
          </a:xfrm>
        </p:grpSpPr>
        <p:sp>
          <p:nvSpPr>
            <p:cNvPr id="13161" name="Google Shape;13161;p68"/>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8"/>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3" name="Google Shape;13163;p68"/>
          <p:cNvGrpSpPr/>
          <p:nvPr/>
        </p:nvGrpSpPr>
        <p:grpSpPr>
          <a:xfrm>
            <a:off x="853568" y="2051738"/>
            <a:ext cx="337334" cy="353599"/>
            <a:chOff x="853568" y="1975538"/>
            <a:chExt cx="337334" cy="353599"/>
          </a:xfrm>
        </p:grpSpPr>
        <p:sp>
          <p:nvSpPr>
            <p:cNvPr id="13164" name="Google Shape;13164;p68"/>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8"/>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8"/>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8"/>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68"/>
          <p:cNvGrpSpPr/>
          <p:nvPr/>
        </p:nvGrpSpPr>
        <p:grpSpPr>
          <a:xfrm>
            <a:off x="2770052" y="2085828"/>
            <a:ext cx="327085" cy="277080"/>
            <a:chOff x="2770052" y="2009628"/>
            <a:chExt cx="327085" cy="277080"/>
          </a:xfrm>
        </p:grpSpPr>
        <p:sp>
          <p:nvSpPr>
            <p:cNvPr id="13169" name="Google Shape;13169;p68"/>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8"/>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1" name="Google Shape;13171;p68"/>
          <p:cNvSpPr/>
          <p:nvPr/>
        </p:nvSpPr>
        <p:spPr>
          <a:xfrm>
            <a:off x="706006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2" name="Google Shape;13172;p68"/>
          <p:cNvGrpSpPr/>
          <p:nvPr/>
        </p:nvGrpSpPr>
        <p:grpSpPr>
          <a:xfrm>
            <a:off x="4195399" y="2046804"/>
            <a:ext cx="344878" cy="343573"/>
            <a:chOff x="4195399" y="1970604"/>
            <a:chExt cx="344878" cy="343573"/>
          </a:xfrm>
        </p:grpSpPr>
        <p:sp>
          <p:nvSpPr>
            <p:cNvPr id="13173" name="Google Shape;13173;p68"/>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8"/>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8"/>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68"/>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7" name="Google Shape;13177;p68"/>
          <p:cNvGrpSpPr/>
          <p:nvPr/>
        </p:nvGrpSpPr>
        <p:grpSpPr>
          <a:xfrm>
            <a:off x="4674791" y="2053647"/>
            <a:ext cx="344528" cy="344114"/>
            <a:chOff x="4674791" y="1977447"/>
            <a:chExt cx="344528" cy="344114"/>
          </a:xfrm>
        </p:grpSpPr>
        <p:sp>
          <p:nvSpPr>
            <p:cNvPr id="13178" name="Google Shape;13178;p68"/>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8"/>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8"/>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8"/>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8"/>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8"/>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8"/>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8"/>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8"/>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8"/>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8"/>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8"/>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8"/>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68"/>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68"/>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8"/>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8"/>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68"/>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68"/>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8"/>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8"/>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8"/>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8"/>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8"/>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68"/>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68"/>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4" name="Google Shape;13204;p68"/>
          <p:cNvGrpSpPr/>
          <p:nvPr/>
        </p:nvGrpSpPr>
        <p:grpSpPr>
          <a:xfrm>
            <a:off x="6083810" y="1623497"/>
            <a:ext cx="382819" cy="310788"/>
            <a:chOff x="6083810" y="1547297"/>
            <a:chExt cx="382819" cy="310788"/>
          </a:xfrm>
        </p:grpSpPr>
        <p:sp>
          <p:nvSpPr>
            <p:cNvPr id="13205" name="Google Shape;13205;p68"/>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8"/>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8"/>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8"/>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8"/>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8"/>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68"/>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68"/>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8"/>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8"/>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8"/>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8"/>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8"/>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8"/>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8"/>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8"/>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8"/>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8"/>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3" name="Google Shape;13223;p68"/>
          <p:cNvGrpSpPr/>
          <p:nvPr/>
        </p:nvGrpSpPr>
        <p:grpSpPr>
          <a:xfrm>
            <a:off x="6558300" y="1614393"/>
            <a:ext cx="382788" cy="328613"/>
            <a:chOff x="6558300" y="1538193"/>
            <a:chExt cx="382788" cy="328613"/>
          </a:xfrm>
        </p:grpSpPr>
        <p:sp>
          <p:nvSpPr>
            <p:cNvPr id="13224" name="Google Shape;13224;p68"/>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8"/>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6" name="Google Shape;13226;p68"/>
          <p:cNvGrpSpPr/>
          <p:nvPr/>
        </p:nvGrpSpPr>
        <p:grpSpPr>
          <a:xfrm>
            <a:off x="5194002" y="1587497"/>
            <a:ext cx="259605" cy="346024"/>
            <a:chOff x="5194002" y="1511297"/>
            <a:chExt cx="259605" cy="346024"/>
          </a:xfrm>
        </p:grpSpPr>
        <p:sp>
          <p:nvSpPr>
            <p:cNvPr id="13227" name="Google Shape;13227;p68"/>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8"/>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8"/>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8"/>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1" name="Google Shape;13231;p68"/>
          <p:cNvGrpSpPr/>
          <p:nvPr/>
        </p:nvGrpSpPr>
        <p:grpSpPr>
          <a:xfrm>
            <a:off x="1394741" y="1588261"/>
            <a:ext cx="252444" cy="351722"/>
            <a:chOff x="1394741" y="1512061"/>
            <a:chExt cx="252444" cy="351722"/>
          </a:xfrm>
        </p:grpSpPr>
        <p:sp>
          <p:nvSpPr>
            <p:cNvPr id="13232" name="Google Shape;13232;p68"/>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68"/>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8"/>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8"/>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8"/>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8"/>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8"/>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8"/>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8"/>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8"/>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8"/>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8"/>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8"/>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8"/>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8"/>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68"/>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68"/>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68"/>
          <p:cNvGrpSpPr/>
          <p:nvPr/>
        </p:nvGrpSpPr>
        <p:grpSpPr>
          <a:xfrm>
            <a:off x="855096" y="1580685"/>
            <a:ext cx="380910" cy="339594"/>
            <a:chOff x="855096" y="1504485"/>
            <a:chExt cx="380910" cy="339594"/>
          </a:xfrm>
        </p:grpSpPr>
        <p:sp>
          <p:nvSpPr>
            <p:cNvPr id="13250" name="Google Shape;13250;p68"/>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8"/>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8"/>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68"/>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68"/>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68"/>
          <p:cNvGrpSpPr/>
          <p:nvPr/>
        </p:nvGrpSpPr>
        <p:grpSpPr>
          <a:xfrm>
            <a:off x="1819576" y="1587879"/>
            <a:ext cx="352103" cy="352103"/>
            <a:chOff x="1819576" y="1511679"/>
            <a:chExt cx="352103" cy="352103"/>
          </a:xfrm>
        </p:grpSpPr>
        <p:sp>
          <p:nvSpPr>
            <p:cNvPr id="13256" name="Google Shape;13256;p68"/>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8"/>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8"/>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8"/>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0" name="Google Shape;13260;p68"/>
          <p:cNvGrpSpPr/>
          <p:nvPr/>
        </p:nvGrpSpPr>
        <p:grpSpPr>
          <a:xfrm>
            <a:off x="5621097" y="1576961"/>
            <a:ext cx="371424" cy="355446"/>
            <a:chOff x="5621097" y="1500761"/>
            <a:chExt cx="371424" cy="355446"/>
          </a:xfrm>
        </p:grpSpPr>
        <p:sp>
          <p:nvSpPr>
            <p:cNvPr id="13261" name="Google Shape;13261;p68"/>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8"/>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3" name="Google Shape;13263;p68"/>
          <p:cNvGrpSpPr/>
          <p:nvPr/>
        </p:nvGrpSpPr>
        <p:grpSpPr>
          <a:xfrm>
            <a:off x="4670239" y="1617799"/>
            <a:ext cx="359679" cy="321833"/>
            <a:chOff x="4670239" y="1541599"/>
            <a:chExt cx="359679" cy="321833"/>
          </a:xfrm>
        </p:grpSpPr>
        <p:sp>
          <p:nvSpPr>
            <p:cNvPr id="13264" name="Google Shape;13264;p68"/>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8"/>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8"/>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8"/>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8"/>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9" name="Google Shape;13269;p68"/>
          <p:cNvGrpSpPr/>
          <p:nvPr/>
        </p:nvGrpSpPr>
        <p:grpSpPr>
          <a:xfrm>
            <a:off x="4212429" y="1578585"/>
            <a:ext cx="321037" cy="353822"/>
            <a:chOff x="4212429" y="1502385"/>
            <a:chExt cx="321037" cy="353822"/>
          </a:xfrm>
        </p:grpSpPr>
        <p:sp>
          <p:nvSpPr>
            <p:cNvPr id="13270" name="Google Shape;13270;p68"/>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8"/>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68"/>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68"/>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4" name="Google Shape;13274;p68"/>
          <p:cNvGrpSpPr/>
          <p:nvPr/>
        </p:nvGrpSpPr>
        <p:grpSpPr>
          <a:xfrm>
            <a:off x="2302788" y="1582181"/>
            <a:ext cx="336188" cy="335425"/>
            <a:chOff x="2302788" y="1505981"/>
            <a:chExt cx="336188" cy="335425"/>
          </a:xfrm>
        </p:grpSpPr>
        <p:sp>
          <p:nvSpPr>
            <p:cNvPr id="13275" name="Google Shape;13275;p68"/>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8"/>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8"/>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8"/>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8"/>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68"/>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68"/>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8"/>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8"/>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8"/>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8"/>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8"/>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8"/>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8"/>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8"/>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8"/>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8"/>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2" name="Google Shape;13292;p68"/>
          <p:cNvGrpSpPr/>
          <p:nvPr/>
        </p:nvGrpSpPr>
        <p:grpSpPr>
          <a:xfrm>
            <a:off x="2780301" y="1598096"/>
            <a:ext cx="333133" cy="321037"/>
            <a:chOff x="2780301" y="1521896"/>
            <a:chExt cx="333133" cy="321037"/>
          </a:xfrm>
        </p:grpSpPr>
        <p:sp>
          <p:nvSpPr>
            <p:cNvPr id="13293" name="Google Shape;13293;p68"/>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8"/>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8"/>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8"/>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8"/>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8"/>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8"/>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68"/>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68"/>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8"/>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8"/>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8"/>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8"/>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8"/>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8"/>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8"/>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8"/>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68"/>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68"/>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8"/>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3" name="Google Shape;13313;p68"/>
          <p:cNvGrpSpPr/>
          <p:nvPr/>
        </p:nvGrpSpPr>
        <p:grpSpPr>
          <a:xfrm>
            <a:off x="3316159" y="1591285"/>
            <a:ext cx="211892" cy="339594"/>
            <a:chOff x="3316159" y="1515085"/>
            <a:chExt cx="211892" cy="339594"/>
          </a:xfrm>
        </p:grpSpPr>
        <p:sp>
          <p:nvSpPr>
            <p:cNvPr id="13314" name="Google Shape;13314;p68"/>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8"/>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8"/>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17" name="Google Shape;13317;p68"/>
            <p:cNvGrpSpPr/>
            <p:nvPr/>
          </p:nvGrpSpPr>
          <p:grpSpPr>
            <a:xfrm>
              <a:off x="3316159" y="1515085"/>
              <a:ext cx="211892" cy="339594"/>
              <a:chOff x="3316159" y="1515085"/>
              <a:chExt cx="211892" cy="339594"/>
            </a:xfrm>
          </p:grpSpPr>
          <p:sp>
            <p:nvSpPr>
              <p:cNvPr id="13318" name="Google Shape;13318;p68"/>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8"/>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8"/>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8"/>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8"/>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68"/>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24" name="Google Shape;13324;p68"/>
          <p:cNvGrpSpPr/>
          <p:nvPr/>
        </p:nvGrpSpPr>
        <p:grpSpPr>
          <a:xfrm>
            <a:off x="3716358" y="1620855"/>
            <a:ext cx="361971" cy="314958"/>
            <a:chOff x="3716358" y="1544655"/>
            <a:chExt cx="361971" cy="314958"/>
          </a:xfrm>
        </p:grpSpPr>
        <p:sp>
          <p:nvSpPr>
            <p:cNvPr id="13325" name="Google Shape;13325;p68"/>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8"/>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8"/>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8"/>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8"/>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30" name="Google Shape;13330;p68"/>
            <p:cNvGrpSpPr/>
            <p:nvPr/>
          </p:nvGrpSpPr>
          <p:grpSpPr>
            <a:xfrm>
              <a:off x="3716358" y="1544655"/>
              <a:ext cx="361971" cy="314958"/>
              <a:chOff x="3716358" y="1544655"/>
              <a:chExt cx="361971" cy="314958"/>
            </a:xfrm>
          </p:grpSpPr>
          <p:sp>
            <p:nvSpPr>
              <p:cNvPr id="13331" name="Google Shape;13331;p68"/>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8"/>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8"/>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8"/>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68"/>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36" name="Google Shape;13336;p68"/>
          <p:cNvGrpSpPr/>
          <p:nvPr/>
        </p:nvGrpSpPr>
        <p:grpSpPr>
          <a:xfrm>
            <a:off x="7011924" y="1633752"/>
            <a:ext cx="499533" cy="305136"/>
            <a:chOff x="7009649" y="1541981"/>
            <a:chExt cx="524940" cy="320655"/>
          </a:xfrm>
        </p:grpSpPr>
        <p:sp>
          <p:nvSpPr>
            <p:cNvPr id="13337" name="Google Shape;13337;p68"/>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8"/>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8"/>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8"/>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8"/>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68"/>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68"/>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8"/>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5" name="Google Shape;13345;p68"/>
          <p:cNvGrpSpPr/>
          <p:nvPr/>
        </p:nvGrpSpPr>
        <p:grpSpPr>
          <a:xfrm>
            <a:off x="8034034" y="1594309"/>
            <a:ext cx="282746" cy="340358"/>
            <a:chOff x="8034034" y="1518109"/>
            <a:chExt cx="282746" cy="340358"/>
          </a:xfrm>
        </p:grpSpPr>
        <p:sp>
          <p:nvSpPr>
            <p:cNvPr id="13346" name="Google Shape;13346;p68"/>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8"/>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8"/>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8"/>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0" name="Google Shape;13350;p68"/>
          <p:cNvGrpSpPr/>
          <p:nvPr/>
        </p:nvGrpSpPr>
        <p:grpSpPr>
          <a:xfrm>
            <a:off x="7582302" y="1576134"/>
            <a:ext cx="369133" cy="360411"/>
            <a:chOff x="7582302" y="1499934"/>
            <a:chExt cx="369133" cy="360411"/>
          </a:xfrm>
        </p:grpSpPr>
        <p:sp>
          <p:nvSpPr>
            <p:cNvPr id="13351" name="Google Shape;13351;p68"/>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8"/>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8"/>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8"/>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8"/>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6" name="Google Shape;13356;p68"/>
          <p:cNvGrpSpPr/>
          <p:nvPr/>
        </p:nvGrpSpPr>
        <p:grpSpPr>
          <a:xfrm>
            <a:off x="6196089" y="3893352"/>
            <a:ext cx="346056" cy="345674"/>
            <a:chOff x="2238181" y="4120624"/>
            <a:chExt cx="346056" cy="345674"/>
          </a:xfrm>
        </p:grpSpPr>
        <p:grpSp>
          <p:nvGrpSpPr>
            <p:cNvPr id="13357" name="Google Shape;13357;p68"/>
            <p:cNvGrpSpPr/>
            <p:nvPr/>
          </p:nvGrpSpPr>
          <p:grpSpPr>
            <a:xfrm>
              <a:off x="2309155" y="4177413"/>
              <a:ext cx="203862" cy="231903"/>
              <a:chOff x="1512725" y="258500"/>
              <a:chExt cx="4570900" cy="5199625"/>
            </a:xfrm>
          </p:grpSpPr>
          <p:sp>
            <p:nvSpPr>
              <p:cNvPr id="13358" name="Google Shape;13358;p68"/>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8"/>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0" name="Google Shape;13360;p68"/>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1" name="Google Shape;13361;p68"/>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SEO &amp; Marketing Icons</a:t>
            </a:r>
            <a:endParaRPr sz="2400">
              <a:solidFill>
                <a:srgbClr val="FFFFFF"/>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365"/>
        <p:cNvGrpSpPr/>
        <p:nvPr/>
      </p:nvGrpSpPr>
      <p:grpSpPr>
        <a:xfrm>
          <a:off x="0" y="0"/>
          <a:ext cx="0" cy="0"/>
          <a:chOff x="0" y="0"/>
          <a:chExt cx="0" cy="0"/>
        </a:xfrm>
      </p:grpSpPr>
      <p:pic>
        <p:nvPicPr>
          <p:cNvPr id="13366" name="Google Shape;13366;p69">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IT Department Meeting by Slidesgo">
  <a:themeElements>
    <a:clrScheme name="Simple Light">
      <a:dk1>
        <a:srgbClr val="F6F6FF"/>
      </a:dk1>
      <a:lt1>
        <a:srgbClr val="4E5EA3"/>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4E5EA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TotalTime>
  <Words>3053</Words>
  <Application>Microsoft Office PowerPoint</Application>
  <PresentationFormat>On-screen Show (16:9)</PresentationFormat>
  <Paragraphs>351</Paragraphs>
  <Slides>57</Slides>
  <Notes>57</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57</vt:i4>
      </vt:variant>
    </vt:vector>
  </HeadingPairs>
  <TitlesOfParts>
    <vt:vector size="70" baseType="lpstr">
      <vt:lpstr>Montserrat Bold</vt:lpstr>
      <vt:lpstr>Tajawal</vt:lpstr>
      <vt:lpstr>Calibri</vt:lpstr>
      <vt:lpstr>Montserrat Medium</vt:lpstr>
      <vt:lpstr>Montserrat</vt:lpstr>
      <vt:lpstr>Jost</vt:lpstr>
      <vt:lpstr>Roboto Medium</vt:lpstr>
      <vt:lpstr>Cambria Math</vt:lpstr>
      <vt:lpstr>Proxima Nova</vt:lpstr>
      <vt:lpstr>Arial</vt:lpstr>
      <vt:lpstr>Amatic SC</vt:lpstr>
      <vt:lpstr>IT Department Meeting by Slidesgo</vt:lpstr>
      <vt:lpstr>Slidesgo Final Pages</vt:lpstr>
      <vt:lpstr>BÁO CÁO ĐỒ HỌA MÁY TÍNH  XÂY DỰNG CHƯƠNG TRÌNH TÁI TẠO CÁC ĐƯỜNG CONG B-SPLINE TỪ ẢNH CHỮ KÝ</vt:lpstr>
      <vt:lpstr>MỤC LỤC</vt:lpstr>
      <vt:lpstr>01</vt:lpstr>
      <vt:lpstr>ĐẶT VẤN ĐỀ</vt:lpstr>
      <vt:lpstr>02</vt:lpstr>
      <vt:lpstr>PHÁT BIỂU BÀI TOÁN</vt:lpstr>
      <vt:lpstr>03</vt:lpstr>
      <vt:lpstr>PHÂN TÍCH LỰA CHỌN</vt:lpstr>
      <vt:lpstr>XÂY DỰNG THUẬT TOÁN</vt:lpstr>
      <vt:lpstr>XÂY DỰNG THUẬT TOÁN</vt:lpstr>
      <vt:lpstr>XÂY DỰNG THUẬT TOÁN</vt:lpstr>
      <vt:lpstr>XÂY DỰNG THUẬT TOÁN</vt:lpstr>
      <vt:lpstr>XÂY DỰNG THUẬT TOÁN</vt:lpstr>
      <vt:lpstr>XÂY DỰNG THUẬT TOÁN</vt:lpstr>
      <vt:lpstr>04</vt:lpstr>
      <vt:lpstr>KẾT QUẢ CHƯƠNG TRÌNH</vt:lpstr>
      <vt:lpstr>KẾT QUẢ CHƯƠNG TRÌNH</vt:lpstr>
      <vt:lpstr>KẾT QUẢ CHƯƠNG TRÌNH</vt:lpstr>
      <vt:lpstr>KẾT QUẢ CHƯƠNG TRÌNH</vt:lpstr>
      <vt:lpstr>KẾT QUẢ CHƯƠNG TRÌNH</vt:lpstr>
      <vt:lpstr>KẾT QUẢ CHƯƠNG TRÌNH</vt:lpstr>
      <vt:lpstr>KẾT QUẢ CHƯƠNG TRÌNH</vt:lpstr>
      <vt:lpstr>À PROPOS DU PROJET</vt:lpstr>
      <vt:lpstr>—QUELQU'UN DE CÉLÈBRE</vt:lpstr>
      <vt:lpstr>CALENDRIER DU PROJET</vt:lpstr>
      <vt:lpstr>POINTS CLÉS</vt:lpstr>
      <vt:lpstr>150 000</vt:lpstr>
      <vt:lpstr>Mots Géniaux</vt:lpstr>
      <vt:lpstr>TABLEAU DE BORD KPI</vt:lpstr>
      <vt:lpstr>RAPPORT DE SITUATION</vt:lpstr>
      <vt:lpstr>RÉSUMÉ DU RAID</vt:lpstr>
      <vt:lpstr>UNE IMAGE VAUT MILLE MOTS</vt:lpstr>
      <vt:lpstr>ÉVÉNEMENTS À VENIR</vt:lpstr>
      <vt:lpstr>OÙ NOUS VOULONS ÊTRE</vt:lpstr>
      <vt:lpstr>9h 55m 23s</vt:lpstr>
      <vt:lpstr>MULTIMÉDIA</vt:lpstr>
      <vt:lpstr>MERCI !</vt:lpstr>
      <vt:lpstr>RESSOURCES ALTERNATIVES</vt:lpstr>
      <vt:lpstr>RESSOURCES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Duy Phan</cp:lastModifiedBy>
  <cp:revision>1</cp:revision>
  <dcterms:modified xsi:type="dcterms:W3CDTF">2026-06-08T03:59:00Z</dcterms:modified>
</cp:coreProperties>
</file>